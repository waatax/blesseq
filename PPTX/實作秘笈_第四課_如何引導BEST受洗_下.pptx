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9" r:id="rId4"/>
    <p:sldId id="307" r:id="rId5"/>
    <p:sldId id="296" r:id="rId6"/>
    <p:sldId id="308" r:id="rId7"/>
    <p:sldId id="309" r:id="rId8"/>
    <p:sldId id="310" r:id="rId9"/>
    <p:sldId id="311" r:id="rId10"/>
    <p:sldId id="312" r:id="rId11"/>
    <p:sldId id="313" r:id="rId12"/>
    <p:sldId id="314" r:id="rId13"/>
  </p:sldIdLst>
  <p:sldSz cx="9144000" cy="5143500" type="screen16x9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9D1EC9-75CD-44D7-9D17-4B16E13B1A3C}" v="718" dt="2023-11-14T01:04:52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87995" autoAdjust="0"/>
  </p:normalViewPr>
  <p:slideViewPr>
    <p:cSldViewPr>
      <p:cViewPr varScale="1">
        <p:scale>
          <a:sx n="128" d="100"/>
          <a:sy n="128" d="100"/>
        </p:scale>
        <p:origin x="1140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923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Lu" userId="6e55fa501f30df28" providerId="LiveId" clId="{BA9D1EC9-75CD-44D7-9D17-4B16E13B1A3C}"/>
    <pc:docChg chg="modSld">
      <pc:chgData name="Walter Lu" userId="6e55fa501f30df28" providerId="LiveId" clId="{BA9D1EC9-75CD-44D7-9D17-4B16E13B1A3C}" dt="2023-11-14T01:04:52.726" v="761" actId="1076"/>
      <pc:docMkLst>
        <pc:docMk/>
      </pc:docMkLst>
      <pc:sldChg chg="modSp mod">
        <pc:chgData name="Walter Lu" userId="6e55fa501f30df28" providerId="LiveId" clId="{BA9D1EC9-75CD-44D7-9D17-4B16E13B1A3C}" dt="2023-11-14T00:52:07.239" v="1" actId="2711"/>
        <pc:sldMkLst>
          <pc:docMk/>
          <pc:sldMk cId="0" sldId="257"/>
        </pc:sldMkLst>
        <pc:spChg chg="mod">
          <ac:chgData name="Walter Lu" userId="6e55fa501f30df28" providerId="LiveId" clId="{BA9D1EC9-75CD-44D7-9D17-4B16E13B1A3C}" dt="2023-11-14T00:51:58.327" v="0" actId="2711"/>
          <ac:spMkLst>
            <pc:docMk/>
            <pc:sldMk cId="0" sldId="257"/>
            <ac:spMk id="2" creationId="{D5939491-9DD2-8782-E9FA-28CE8756AED1}"/>
          </ac:spMkLst>
        </pc:spChg>
        <pc:spChg chg="mod">
          <ac:chgData name="Walter Lu" userId="6e55fa501f30df28" providerId="LiveId" clId="{BA9D1EC9-75CD-44D7-9D17-4B16E13B1A3C}" dt="2023-11-14T00:52:07.239" v="1" actId="2711"/>
          <ac:spMkLst>
            <pc:docMk/>
            <pc:sldMk cId="0" sldId="257"/>
            <ac:spMk id="7171" creationId="{22BD68D0-C37E-F21E-21FF-9B5F0F8F2618}"/>
          </ac:spMkLst>
        </pc:spChg>
      </pc:sldChg>
      <pc:sldChg chg="modSp mod">
        <pc:chgData name="Walter Lu" userId="6e55fa501f30df28" providerId="LiveId" clId="{BA9D1EC9-75CD-44D7-9D17-4B16E13B1A3C}" dt="2023-11-14T00:52:14.083" v="2" actId="1076"/>
        <pc:sldMkLst>
          <pc:docMk/>
          <pc:sldMk cId="0" sldId="259"/>
        </pc:sldMkLst>
        <pc:graphicFrameChg chg="mod">
          <ac:chgData name="Walter Lu" userId="6e55fa501f30df28" providerId="LiveId" clId="{BA9D1EC9-75CD-44D7-9D17-4B16E13B1A3C}" dt="2023-11-14T00:52:14.083" v="2" actId="1076"/>
          <ac:graphicFrameMkLst>
            <pc:docMk/>
            <pc:sldMk cId="0" sldId="259"/>
            <ac:graphicFrameMk id="7" creationId="{56970852-4AD3-4F4C-10CF-0C368FB68EA7}"/>
          </ac:graphicFrameMkLst>
        </pc:graphicFrameChg>
      </pc:sldChg>
      <pc:sldChg chg="modSp mod">
        <pc:chgData name="Walter Lu" userId="6e55fa501f30df28" providerId="LiveId" clId="{BA9D1EC9-75CD-44D7-9D17-4B16E13B1A3C}" dt="2023-11-14T00:52:53.978" v="41" actId="1076"/>
        <pc:sldMkLst>
          <pc:docMk/>
          <pc:sldMk cId="0" sldId="296"/>
        </pc:sldMkLst>
        <pc:spChg chg="mod">
          <ac:chgData name="Walter Lu" userId="6e55fa501f30df28" providerId="LiveId" clId="{BA9D1EC9-75CD-44D7-9D17-4B16E13B1A3C}" dt="2023-11-14T00:52:53.978" v="41" actId="1076"/>
          <ac:spMkLst>
            <pc:docMk/>
            <pc:sldMk cId="0" sldId="296"/>
            <ac:spMk id="2" creationId="{53729B8A-2954-D876-7AF1-A2FDFF3EF415}"/>
          </ac:spMkLst>
        </pc:spChg>
      </pc:sldChg>
      <pc:sldChg chg="modSp mod">
        <pc:chgData name="Walter Lu" userId="6e55fa501f30df28" providerId="LiveId" clId="{BA9D1EC9-75CD-44D7-9D17-4B16E13B1A3C}" dt="2023-11-14T00:52:18.007" v="3" actId="1076"/>
        <pc:sldMkLst>
          <pc:docMk/>
          <pc:sldMk cId="0" sldId="307"/>
        </pc:sldMkLst>
        <pc:graphicFrameChg chg="mod">
          <ac:chgData name="Walter Lu" userId="6e55fa501f30df28" providerId="LiveId" clId="{BA9D1EC9-75CD-44D7-9D17-4B16E13B1A3C}" dt="2023-11-14T00:52:18.007" v="3" actId="1076"/>
          <ac:graphicFrameMkLst>
            <pc:docMk/>
            <pc:sldMk cId="0" sldId="307"/>
            <ac:graphicFrameMk id="7" creationId="{5F005373-F0FC-F6BC-A4A1-807AE4E39A3F}"/>
          </ac:graphicFrameMkLst>
        </pc:graphicFrameChg>
      </pc:sldChg>
      <pc:sldChg chg="modSp">
        <pc:chgData name="Walter Lu" userId="6e55fa501f30df28" providerId="LiveId" clId="{BA9D1EC9-75CD-44D7-9D17-4B16E13B1A3C}" dt="2023-11-14T00:53:44.829" v="42" actId="14100"/>
        <pc:sldMkLst>
          <pc:docMk/>
          <pc:sldMk cId="3679022986" sldId="308"/>
        </pc:sldMkLst>
        <pc:spChg chg="mod">
          <ac:chgData name="Walter Lu" userId="6e55fa501f30df28" providerId="LiveId" clId="{BA9D1EC9-75CD-44D7-9D17-4B16E13B1A3C}" dt="2023-11-14T00:53:44.829" v="42" actId="14100"/>
          <ac:spMkLst>
            <pc:docMk/>
            <pc:sldMk cId="3679022986" sldId="308"/>
            <ac:spMk id="3" creationId="{8B3DEA9B-CD4D-4D85-299E-DED608AC567E}"/>
          </ac:spMkLst>
        </pc:spChg>
      </pc:sldChg>
      <pc:sldChg chg="modSp modAnim">
        <pc:chgData name="Walter Lu" userId="6e55fa501f30df28" providerId="LiveId" clId="{BA9D1EC9-75CD-44D7-9D17-4B16E13B1A3C}" dt="2023-11-14T00:56:04.751" v="138" actId="20577"/>
        <pc:sldMkLst>
          <pc:docMk/>
          <pc:sldMk cId="2152319154" sldId="309"/>
        </pc:sldMkLst>
        <pc:spChg chg="mod">
          <ac:chgData name="Walter Lu" userId="6e55fa501f30df28" providerId="LiveId" clId="{BA9D1EC9-75CD-44D7-9D17-4B16E13B1A3C}" dt="2023-11-14T00:56:04.751" v="138" actId="20577"/>
          <ac:spMkLst>
            <pc:docMk/>
            <pc:sldMk cId="2152319154" sldId="309"/>
            <ac:spMk id="3" creationId="{8B3DEA9B-CD4D-4D85-299E-DED608AC567E}"/>
          </ac:spMkLst>
        </pc:spChg>
      </pc:sldChg>
      <pc:sldChg chg="modSp modAnim">
        <pc:chgData name="Walter Lu" userId="6e55fa501f30df28" providerId="LiveId" clId="{BA9D1EC9-75CD-44D7-9D17-4B16E13B1A3C}" dt="2023-11-14T00:58:15.751" v="344" actId="20577"/>
        <pc:sldMkLst>
          <pc:docMk/>
          <pc:sldMk cId="2033325412" sldId="310"/>
        </pc:sldMkLst>
        <pc:spChg chg="mod">
          <ac:chgData name="Walter Lu" userId="6e55fa501f30df28" providerId="LiveId" clId="{BA9D1EC9-75CD-44D7-9D17-4B16E13B1A3C}" dt="2023-11-14T00:58:15.751" v="344" actId="20577"/>
          <ac:spMkLst>
            <pc:docMk/>
            <pc:sldMk cId="2033325412" sldId="310"/>
            <ac:spMk id="3" creationId="{8B3DEA9B-CD4D-4D85-299E-DED608AC567E}"/>
          </ac:spMkLst>
        </pc:spChg>
      </pc:sldChg>
      <pc:sldChg chg="modSp modAnim">
        <pc:chgData name="Walter Lu" userId="6e55fa501f30df28" providerId="LiveId" clId="{BA9D1EC9-75CD-44D7-9D17-4B16E13B1A3C}" dt="2023-11-14T01:00:11.796" v="566" actId="108"/>
        <pc:sldMkLst>
          <pc:docMk/>
          <pc:sldMk cId="1662607412" sldId="311"/>
        </pc:sldMkLst>
        <pc:spChg chg="mod">
          <ac:chgData name="Walter Lu" userId="6e55fa501f30df28" providerId="LiveId" clId="{BA9D1EC9-75CD-44D7-9D17-4B16E13B1A3C}" dt="2023-11-14T01:00:11.796" v="566" actId="108"/>
          <ac:spMkLst>
            <pc:docMk/>
            <pc:sldMk cId="1662607412" sldId="311"/>
            <ac:spMk id="3" creationId="{8B3DEA9B-CD4D-4D85-299E-DED608AC567E}"/>
          </ac:spMkLst>
        </pc:spChg>
      </pc:sldChg>
      <pc:sldChg chg="modSp mod modAnim">
        <pc:chgData name="Walter Lu" userId="6e55fa501f30df28" providerId="LiveId" clId="{BA9D1EC9-75CD-44D7-9D17-4B16E13B1A3C}" dt="2023-11-14T01:04:07.397" v="753" actId="1076"/>
        <pc:sldMkLst>
          <pc:docMk/>
          <pc:sldMk cId="3654237873" sldId="312"/>
        </pc:sldMkLst>
        <pc:spChg chg="mod">
          <ac:chgData name="Walter Lu" userId="6e55fa501f30df28" providerId="LiveId" clId="{BA9D1EC9-75CD-44D7-9D17-4B16E13B1A3C}" dt="2023-11-14T01:04:02.610" v="752" actId="1076"/>
          <ac:spMkLst>
            <pc:docMk/>
            <pc:sldMk cId="3654237873" sldId="312"/>
            <ac:spMk id="2" creationId="{53729B8A-2954-D876-7AF1-A2FDFF3EF415}"/>
          </ac:spMkLst>
        </pc:spChg>
        <pc:spChg chg="mod">
          <ac:chgData name="Walter Lu" userId="6e55fa501f30df28" providerId="LiveId" clId="{BA9D1EC9-75CD-44D7-9D17-4B16E13B1A3C}" dt="2023-11-14T01:04:07.397" v="753" actId="1076"/>
          <ac:spMkLst>
            <pc:docMk/>
            <pc:sldMk cId="3654237873" sldId="312"/>
            <ac:spMk id="3" creationId="{8B3DEA9B-CD4D-4D85-299E-DED608AC567E}"/>
          </ac:spMkLst>
        </pc:spChg>
      </pc:sldChg>
      <pc:sldChg chg="modSp">
        <pc:chgData name="Walter Lu" userId="6e55fa501f30df28" providerId="LiveId" clId="{BA9D1EC9-75CD-44D7-9D17-4B16E13B1A3C}" dt="2023-11-14T01:04:52.726" v="761" actId="1076"/>
        <pc:sldMkLst>
          <pc:docMk/>
          <pc:sldMk cId="1434387577" sldId="313"/>
        </pc:sldMkLst>
        <pc:spChg chg="mod">
          <ac:chgData name="Walter Lu" userId="6e55fa501f30df28" providerId="LiveId" clId="{BA9D1EC9-75CD-44D7-9D17-4B16E13B1A3C}" dt="2023-11-14T01:04:52.726" v="761" actId="1076"/>
          <ac:spMkLst>
            <pc:docMk/>
            <pc:sldMk cId="1434387577" sldId="313"/>
            <ac:spMk id="3" creationId="{8B3DEA9B-CD4D-4D85-299E-DED608AC567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AAC6141-528B-9977-A24C-E66AD08832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FDB6860-19CB-4BD5-12E2-1DDEF9A32D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55E7DB6B-1EAD-47B3-AD9A-848B1A96DBC2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AF3C82D-F21A-97C9-CEF1-FA5535BD5B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3BA4D0B-351E-3970-7E4A-F7FF09EA1B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anose="020F0502020204030204" pitchFamily="34" charset="0"/>
              </a:defRPr>
            </a:lvl1pPr>
          </a:lstStyle>
          <a:p>
            <a:fld id="{E3001F69-4878-461F-9DAB-9BB69A36408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82902C19-2981-582F-4056-ECCACFBE3F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5B1D446-E9FC-46D9-DB19-9C13067936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A1EBDF12-D9A2-4CA2-A54B-1E067C6D9E17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7122662E-F92B-0DD0-D213-B282328D9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3073250B-53DA-D4EE-19AB-4E7DB68D7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1EA189-8BC6-E316-5C13-6859BF16EE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A334A5-B58A-1FA0-ABF0-68E0E415B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anose="020F0502020204030204" pitchFamily="34" charset="0"/>
              </a:defRPr>
            </a:lvl1pPr>
          </a:lstStyle>
          <a:p>
            <a:fld id="{F14E5C3A-CED4-460D-805B-DCD825E69A8B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490059DC-5079-BDF6-6D2B-54E053CBFB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3A1ED434-2E12-CD1E-B83E-B24B858B17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92" name="投影片編號版面配置區 3">
            <a:extLst>
              <a:ext uri="{FF2B5EF4-FFF2-40B4-BE49-F238E27FC236}">
                <a16:creationId xmlns:a16="http://schemas.microsoft.com/office/drawing/2014/main" id="{AD0A4950-0A38-6B20-E047-260ED8662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125FF526-F719-46BF-9A01-D6E9E0402B02}" type="slidenum">
              <a:rPr lang="zh-TW" altLang="en-US">
                <a:latin typeface="Calibri" panose="020F0502020204030204" pitchFamily="34" charset="0"/>
              </a:rPr>
              <a:pPr/>
              <a:t>2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圖像版面配置區 1">
            <a:extLst>
              <a:ext uri="{FF2B5EF4-FFF2-40B4-BE49-F238E27FC236}">
                <a16:creationId xmlns:a16="http://schemas.microsoft.com/office/drawing/2014/main" id="{8DBE4AE4-3F92-05C1-D385-A2E7659369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備忘稿版面配置區 2">
            <a:extLst>
              <a:ext uri="{FF2B5EF4-FFF2-40B4-BE49-F238E27FC236}">
                <a16:creationId xmlns:a16="http://schemas.microsoft.com/office/drawing/2014/main" id="{87A4561D-BC50-AEB1-459B-9749582BD4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3316" name="投影片編號版面配置區 3">
            <a:extLst>
              <a:ext uri="{FF2B5EF4-FFF2-40B4-BE49-F238E27FC236}">
                <a16:creationId xmlns:a16="http://schemas.microsoft.com/office/drawing/2014/main" id="{5E3A6E4F-A5E3-3F55-7274-2D10F0A5E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E163146E-9AFD-4C72-81ED-922E87BB0ED2}" type="slidenum">
              <a:rPr lang="zh-TW" altLang="en-US">
                <a:latin typeface="Calibri" panose="020F0502020204030204" pitchFamily="34" charset="0"/>
              </a:rPr>
              <a:pPr/>
              <a:t>3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圖像版面配置區 1">
            <a:extLst>
              <a:ext uri="{FF2B5EF4-FFF2-40B4-BE49-F238E27FC236}">
                <a16:creationId xmlns:a16="http://schemas.microsoft.com/office/drawing/2014/main" id="{2F52EE9B-10CE-F8C7-A620-5D3654315D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備忘稿版面配置區 2">
            <a:extLst>
              <a:ext uri="{FF2B5EF4-FFF2-40B4-BE49-F238E27FC236}">
                <a16:creationId xmlns:a16="http://schemas.microsoft.com/office/drawing/2014/main" id="{67FF3C13-45DB-6643-E7C8-61092A6188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4340" name="投影片編號版面配置區 3">
            <a:extLst>
              <a:ext uri="{FF2B5EF4-FFF2-40B4-BE49-F238E27FC236}">
                <a16:creationId xmlns:a16="http://schemas.microsoft.com/office/drawing/2014/main" id="{944FFCDF-DA57-35D9-FD9E-FB2E39198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15F26089-E711-48C9-9AB5-8543EAC1D252}" type="slidenum">
              <a:rPr lang="zh-TW" altLang="en-US">
                <a:latin typeface="Calibri" panose="020F0502020204030204" pitchFamily="34" charset="0"/>
              </a:rPr>
              <a:pPr/>
              <a:t>4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2D01036F-9540-7FBA-BDDD-DB299E56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F644EA68-B518-3FB9-1625-973EC0278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EAEC317-1160-3323-DCF5-66FB6AD8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58E9522-4ABB-477D-AE43-3F4C6CC1F604}" type="slidenum">
              <a:rPr lang="zh-TW" altLang="en-US">
                <a:latin typeface="Calibri" panose="020F0502020204030204" pitchFamily="34" charset="0"/>
              </a:rPr>
              <a:pPr/>
              <a:t>5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2D01036F-9540-7FBA-BDDD-DB299E56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F644EA68-B518-3FB9-1625-973EC0278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EAEC317-1160-3323-DCF5-66FB6AD8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58E9522-4ABB-477D-AE43-3F4C6CC1F604}" type="slidenum">
              <a:rPr lang="zh-TW" altLang="en-US">
                <a:latin typeface="Calibri" panose="020F0502020204030204" pitchFamily="34" charset="0"/>
              </a:rPr>
              <a:pPr/>
              <a:t>6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69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2D01036F-9540-7FBA-BDDD-DB299E56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F644EA68-B518-3FB9-1625-973EC0278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EAEC317-1160-3323-DCF5-66FB6AD8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58E9522-4ABB-477D-AE43-3F4C6CC1F604}" type="slidenum">
              <a:rPr lang="zh-TW" altLang="en-US">
                <a:latin typeface="Calibri" panose="020F0502020204030204" pitchFamily="34" charset="0"/>
              </a:rPr>
              <a:pPr/>
              <a:t>7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919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2D01036F-9540-7FBA-BDDD-DB299E56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F644EA68-B518-3FB9-1625-973EC0278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EAEC317-1160-3323-DCF5-66FB6AD8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58E9522-4ABB-477D-AE43-3F4C6CC1F604}" type="slidenum">
              <a:rPr lang="zh-TW" altLang="en-US">
                <a:latin typeface="Calibri" panose="020F0502020204030204" pitchFamily="34" charset="0"/>
              </a:rPr>
              <a:pPr/>
              <a:t>8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724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2D01036F-9540-7FBA-BDDD-DB299E56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F644EA68-B518-3FB9-1625-973EC0278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EAEC317-1160-3323-DCF5-66FB6AD8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58E9522-4ABB-477D-AE43-3F4C6CC1F604}" type="slidenum">
              <a:rPr lang="zh-TW" altLang="en-US">
                <a:latin typeface="Calibri" panose="020F0502020204030204" pitchFamily="34" charset="0"/>
              </a:rPr>
              <a:pPr/>
              <a:t>9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28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2D01036F-9540-7FBA-BDDD-DB299E56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F644EA68-B518-3FB9-1625-973EC0278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EAEC317-1160-3323-DCF5-66FB6AD8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58E9522-4ABB-477D-AE43-3F4C6CC1F604}" type="slidenum">
              <a:rPr lang="zh-TW" altLang="en-US">
                <a:latin typeface="Calibri" panose="020F0502020204030204" pitchFamily="34" charset="0"/>
              </a:rPr>
              <a:pPr/>
              <a:t>10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05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2D01036F-9540-7FBA-BDDD-DB299E56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F644EA68-B518-3FB9-1625-973EC0278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EAEC317-1160-3323-DCF5-66FB6AD8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58E9522-4ABB-477D-AE43-3F4C6CC1F604}" type="slidenum">
              <a:rPr lang="zh-TW" altLang="en-US">
                <a:latin typeface="Calibri" panose="020F0502020204030204" pitchFamily="34" charset="0"/>
              </a:rPr>
              <a:pPr/>
              <a:t>11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056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2D01036F-9540-7FBA-BDDD-DB299E56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F644EA68-B518-3FB9-1625-973EC0278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EAEC317-1160-3323-DCF5-66FB6AD8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458E9522-4ABB-477D-AE43-3F4C6CC1F604}" type="slidenum">
              <a:rPr lang="zh-TW" altLang="en-US">
                <a:latin typeface="Calibri" panose="020F0502020204030204" pitchFamily="34" charset="0"/>
              </a:rPr>
              <a:pPr/>
              <a:t>12</a:t>
            </a:fld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592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95F4CAC4-C270-94A6-2A4C-05261234DFBC}"/>
              </a:ext>
            </a:extLst>
          </p:cNvPr>
          <p:cNvSpPr/>
          <p:nvPr/>
        </p:nvSpPr>
        <p:spPr>
          <a:xfrm>
            <a:off x="777875" y="0"/>
            <a:ext cx="75438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728A48-7FDB-EE39-B54C-C12B5FF99829}"/>
              </a:ext>
            </a:extLst>
          </p:cNvPr>
          <p:cNvSpPr/>
          <p:nvPr/>
        </p:nvSpPr>
        <p:spPr>
          <a:xfrm>
            <a:off x="777875" y="4629150"/>
            <a:ext cx="7543800" cy="20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400300"/>
            <a:ext cx="7543800" cy="1143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543300"/>
            <a:ext cx="6858000" cy="742950"/>
          </a:xfrm>
        </p:spPr>
        <p:txBody>
          <a:bodyPr anchor="t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F56D93E-EF28-2D2B-F451-4C4F6B83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580E2-4BE2-40DF-A887-053234867F5C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C3FE918-A568-2A8A-AB5F-458CA562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BC2E72D-0F7F-3379-583E-DC41BDAE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500DC8-F46D-4DDD-A69A-21B3CD4EC1C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58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7AA0C-48F0-038C-7302-13178653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1D52B-1AF1-44DE-A82E-2A80DD709CCA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135CF-690C-C86E-E36D-05E913EF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BF93E-23B8-572B-55CB-D52F7511E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9A136D-469D-4B2A-B22A-7FEE6E6DA43F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6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3A79687F-B152-3E23-6A30-2197B82DAB79}"/>
              </a:ext>
            </a:extLst>
          </p:cNvPr>
          <p:cNvSpPr/>
          <p:nvPr/>
        </p:nvSpPr>
        <p:spPr>
          <a:xfrm>
            <a:off x="777875" y="0"/>
            <a:ext cx="75438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7E85A6F-59C4-1242-8606-3A678013D542}"/>
              </a:ext>
            </a:extLst>
          </p:cNvPr>
          <p:cNvSpPr/>
          <p:nvPr/>
        </p:nvSpPr>
        <p:spPr>
          <a:xfrm>
            <a:off x="777875" y="4629150"/>
            <a:ext cx="7543800" cy="20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457450"/>
            <a:ext cx="7543800" cy="1257300"/>
          </a:xfrm>
        </p:spPr>
        <p:txBody>
          <a:bodyPr/>
          <a:lstStyle>
            <a:lvl1pPr algn="l">
              <a:defRPr sz="54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3714750"/>
            <a:ext cx="6858000" cy="68580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AE66EE-E6F8-3D8C-1C31-8B5DC239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AD355-6F9A-46E3-AF41-B844E8B0A7FA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EED4BF4-B06B-98CA-3ADE-3E8D4033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1822BB-34D5-788D-AFE2-C4DDD0564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A0E84F-D4DB-4E00-A472-06D3220D7D00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478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457201"/>
            <a:ext cx="3657600" cy="28254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457201"/>
            <a:ext cx="3657600" cy="28254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3094A9-2CD6-D948-2CC6-A2647F3C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8B3DE-ADB7-4CBF-9EF4-47FA3C895F71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F24BEF-FF97-9134-378C-BCC55E47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2EB73A-C400-B65C-9E47-B50B93F0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073D7-B6FB-4F90-81FA-C6013D682C6C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38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0">
            <a:extLst>
              <a:ext uri="{FF2B5EF4-FFF2-40B4-BE49-F238E27FC236}">
                <a16:creationId xmlns:a16="http://schemas.microsoft.com/office/drawing/2014/main" id="{1FDAFA5A-AD3C-E6BF-DF48-553801C244EE}"/>
              </a:ext>
            </a:extLst>
          </p:cNvPr>
          <p:cNvCxnSpPr/>
          <p:nvPr/>
        </p:nvCxnSpPr>
        <p:spPr>
          <a:xfrm>
            <a:off x="758825" y="936625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785F61C6-B0EE-1724-3114-C527B4C8E852}"/>
              </a:ext>
            </a:extLst>
          </p:cNvPr>
          <p:cNvCxnSpPr/>
          <p:nvPr/>
        </p:nvCxnSpPr>
        <p:spPr>
          <a:xfrm>
            <a:off x="4645025" y="936625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457200"/>
            <a:ext cx="3657600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996948"/>
            <a:ext cx="3657600" cy="22860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457200"/>
            <a:ext cx="3657600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996948"/>
            <a:ext cx="3657600" cy="22860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DAB9A3AE-EE44-FCF5-3197-F78CB11F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970D9-7060-4E3B-976A-B1B93D3DE287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E020D1E7-FCA9-1745-8076-9697C7B7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0FC09F2-7206-6202-468A-E5232328D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EBFFCF-03EF-4E93-92AD-A69A34E5314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33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34A560C-6FD0-E385-0A86-A9445361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B3D71-3249-4320-8572-02D225D9B17F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2756B4-A9D9-2649-4FF5-8E25434B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9E239E-F50E-AAFC-3FE3-B204696B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5D64E3-81DF-4F4E-9598-EE5A12A42E5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14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48440DC-0A83-307E-C1AD-443114B0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D7DA4-7375-433B-BC92-E2384295A068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EAFE1B3-5997-291D-CCF8-E240C08C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1E4E81-449B-ED08-05AF-6EB9953F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C4928-0303-4A2C-A821-39D9942CF49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32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6E334F32-92A3-2E39-A432-7CD9F43425E0}"/>
              </a:ext>
            </a:extLst>
          </p:cNvPr>
          <p:cNvCxnSpPr/>
          <p:nvPr/>
        </p:nvCxnSpPr>
        <p:spPr>
          <a:xfrm rot="5400000">
            <a:off x="2153444" y="1885156"/>
            <a:ext cx="28575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429000"/>
            <a:ext cx="6784848" cy="1200150"/>
          </a:xfrm>
        </p:spPr>
        <p:txBody>
          <a:bodyPr>
            <a:normAutofit/>
          </a:bodyPr>
          <a:lstStyle>
            <a:lvl1pPr algn="l">
              <a:defRPr sz="5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342900"/>
            <a:ext cx="4594934" cy="30860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2" y="342900"/>
            <a:ext cx="2673657" cy="30861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0D05655-9D5E-9761-C3A6-5EBEA0B7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5F76B-B7F8-4875-9F1D-30D9B383C8B2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A15F079-109D-415A-0643-99C42518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F8A3BAF-B5D0-8596-78C3-7FB0CF5C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A00D8B-6844-48FB-8954-11C1C639035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33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3429000"/>
            <a:ext cx="6784848" cy="1200150"/>
          </a:xfrm>
        </p:spPr>
        <p:txBody>
          <a:bodyPr>
            <a:normAutofit/>
          </a:bodyPr>
          <a:lstStyle>
            <a:lvl1pPr algn="l">
              <a:defRPr sz="5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342900"/>
            <a:ext cx="7543800" cy="2171700"/>
          </a:xfrm>
          <a:ln w="6350">
            <a:solidFill>
              <a:schemeClr val="tx2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2628900"/>
            <a:ext cx="7391400" cy="6036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36E4ADE-F1A9-36C4-3C88-F3097B44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050C6-31FF-415D-B5F1-A0EE3663E8CC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B210922-D89B-A421-8417-6B9FAAF8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5235A6-0B74-C338-0449-93B3D7A12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19680-B483-426F-97D3-5EF531FE35F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712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14350"/>
            <a:ext cx="7239000" cy="291465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D62F8-21C5-BF34-9A21-EEFFC028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5997D-D116-4E91-8C16-8DB15460A709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68FD-4D53-7AE2-B6F2-FABCADB8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ABB10-E9FE-3C1F-5773-45CE4287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80D100-21B1-4681-AC8F-24E894ED2D2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778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514351"/>
            <a:ext cx="1828800" cy="405764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514351"/>
            <a:ext cx="5715000" cy="3657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75725-110F-2045-5DA6-A883FA3D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5B332-FF98-4CBE-BD37-3B72E405816D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48723-D589-1FDE-E6A5-02EB016B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AFD41-4F1D-8462-7709-03FEDD97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CD6566-3D42-431C-BF71-6E19B714A5C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837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07B97A0-61F1-047E-2007-7144D173B4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62000" y="3429000"/>
            <a:ext cx="6781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081D820-CE5C-6085-9607-B52BAF2755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62000" y="514350"/>
            <a:ext cx="75438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E380-B705-0DF3-0564-5A81C0B57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48400" y="4656138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1" smtClean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B86472B-E698-4DBF-8A96-B22BFC78AC0F}" type="datetimeFigureOut">
              <a:rPr lang="zh-TW" altLang="en-US"/>
              <a:pPr>
                <a:defRPr/>
              </a:pPr>
              <a:t>2023/11/14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64A67-A680-EF7D-7CD6-00192817A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000" y="4656138"/>
            <a:ext cx="487362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B36F1-BECB-6764-E910-400E06EE9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0" y="4265613"/>
            <a:ext cx="7620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2400">
                <a:solidFill>
                  <a:srgbClr val="262626"/>
                </a:solidFill>
                <a:latin typeface="Impact" panose="020B0806030902050204" pitchFamily="34" charset="0"/>
              </a:defRPr>
            </a:lvl1pPr>
          </a:lstStyle>
          <a:p>
            <a:fld id="{2AE13DD9-4E31-4501-8CD7-67BDE96359FD}" type="slidenum">
              <a:rPr lang="zh-TW" altLang="en-US"/>
              <a:pPr/>
              <a:t>‹#›</a:t>
            </a:fld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E8596D-9E6A-410B-26C5-E7AAFBE1ED08}"/>
              </a:ext>
            </a:extLst>
          </p:cNvPr>
          <p:cNvSpPr/>
          <p:nvPr/>
        </p:nvSpPr>
        <p:spPr>
          <a:xfrm>
            <a:off x="777875" y="0"/>
            <a:ext cx="7543800" cy="285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A21609-5B64-4CBA-4898-A47C890BC86F}"/>
              </a:ext>
            </a:extLst>
          </p:cNvPr>
          <p:cNvSpPr/>
          <p:nvPr/>
        </p:nvSpPr>
        <p:spPr>
          <a:xfrm>
            <a:off x="777875" y="4629150"/>
            <a:ext cx="7543800" cy="20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04" r:id="rId2"/>
    <p:sldLayoutId id="2147483912" r:id="rId3"/>
    <p:sldLayoutId id="2147483905" r:id="rId4"/>
    <p:sldLayoutId id="2147483913" r:id="rId5"/>
    <p:sldLayoutId id="2147483906" r:id="rId6"/>
    <p:sldLayoutId id="2147483907" r:id="rId7"/>
    <p:sldLayoutId id="2147483914" r:id="rId8"/>
    <p:sldLayoutId id="2147483908" r:id="rId9"/>
    <p:sldLayoutId id="2147483909" r:id="rId10"/>
    <p:sldLayoutId id="214748391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54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400">
          <a:solidFill>
            <a:srgbClr val="262626"/>
          </a:solidFill>
          <a:latin typeface="Impact" panose="020B0806030902050204" pitchFamily="34" charset="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defRPr sz="5400">
          <a:solidFill>
            <a:srgbClr val="262626"/>
          </a:solidFill>
          <a:latin typeface="Impact" panose="020B0806030902050204" pitchFamily="34" charset="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defRPr sz="5400">
          <a:solidFill>
            <a:srgbClr val="262626"/>
          </a:solidFill>
          <a:latin typeface="Impact" panose="020B0806030902050204" pitchFamily="34" charset="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defRPr sz="5400">
          <a:solidFill>
            <a:srgbClr val="262626"/>
          </a:solidFill>
          <a:latin typeface="Impact" panose="020B0806030902050204" pitchFamily="34" charset="0"/>
          <a:ea typeface="微軟正黑體" panose="020B0604030504040204" pitchFamily="34" charset="-12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3725" indent="-2730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363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199CCD-5A0E-3284-FB08-0834D33F7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292475"/>
            <a:ext cx="7543800" cy="1143000"/>
          </a:xfrm>
        </p:spPr>
        <p:txBody>
          <a:bodyPr rtlCol="0" anchor="t"/>
          <a:lstStyle/>
          <a:p>
            <a:pPr fontAlgn="auto">
              <a:spcAft>
                <a:spcPts val="0"/>
              </a:spcAft>
              <a:defRPr/>
            </a:pPr>
            <a:r>
              <a:rPr lang="zh-TW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如何引導</a:t>
            </a:r>
            <a:r>
              <a:rPr lang="en-US" altLang="zh-TW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BEST</a:t>
            </a:r>
            <a:r>
              <a:rPr lang="zh-TW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受洗？</a:t>
            </a:r>
            <a:r>
              <a:rPr lang="zh-TW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（下）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14DACB-F34B-3141-1565-5E2ADDCAD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500313"/>
            <a:ext cx="6858000" cy="742950"/>
          </a:xfrm>
        </p:spPr>
        <p:txBody>
          <a:bodyPr rtlCol="0" anchor="b"/>
          <a:lstStyle/>
          <a:p>
            <a:pPr fontAlgn="auto">
              <a:spcAft>
                <a:spcPts val="0"/>
              </a:spcAft>
              <a:defRPr/>
            </a:pPr>
            <a:r>
              <a:rPr lang="zh-TW" altLang="en-US" sz="3600" b="1">
                <a:latin typeface="+mj-ea"/>
                <a:ea typeface="+mj-ea"/>
              </a:rPr>
              <a:t>第四課</a:t>
            </a:r>
            <a:endParaRPr lang="zh-TW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39491-9DD2-8782-E9FA-28CE8756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4188"/>
            <a:ext cx="6781800" cy="574675"/>
          </a:xfrm>
        </p:spPr>
        <p:txBody>
          <a:bodyPr rtlCol="0" anchor="t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TW" altLang="en-US" sz="2800" b="1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歌羅西書一</a:t>
            </a:r>
            <a:r>
              <a:rPr lang="en-US" altLang="zh-TW" sz="2800" b="1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28</a:t>
            </a:r>
            <a:endParaRPr lang="zh-TW" altLang="en-US" sz="2800" b="1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7171" name="內容版面配置區 2">
            <a:extLst>
              <a:ext uri="{FF2B5EF4-FFF2-40B4-BE49-F238E27FC236}">
                <a16:creationId xmlns:a16="http://schemas.microsoft.com/office/drawing/2014/main" id="{22BD68D0-C37E-F21E-21FF-9B5F0F8F2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31888"/>
            <a:ext cx="7543800" cy="3201987"/>
          </a:xfrm>
        </p:spPr>
        <p:txBody>
          <a:bodyPr anchor="t"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800" b="1" dirty="0">
                <a:solidFill>
                  <a:srgbClr val="0000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我們傳揚他，是用諸般的智慧，勸戒各人，教導各人，要把各人在基督裏完完全全地引到上帝面前。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F69A14-1B5B-F7BA-1D55-C1BC3F99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4188"/>
            <a:ext cx="8058150" cy="719137"/>
          </a:xfrm>
        </p:spPr>
        <p:txBody>
          <a:bodyPr anchor="t">
            <a:noAutofit/>
          </a:bodyPr>
          <a:lstStyle/>
          <a:p>
            <a:r>
              <a:rPr lang="en-US" altLang="zh-TW" sz="28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1.</a:t>
            </a:r>
            <a:r>
              <a:rPr lang="zh-TW" altLang="en-US" sz="28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信主前，我無法受洗的原因有哪些？（可複選）</a:t>
            </a:r>
            <a:endParaRPr lang="zh-TW" altLang="en-US" sz="2800" b="1" dirty="0">
              <a:solidFill>
                <a:srgbClr val="F2F2F2"/>
              </a:solidFill>
              <a:latin typeface="微軟正黑體" panose="020B0604030504040204" pitchFamily="34" charset="-120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56970852-4AD3-4F4C-10CF-0C368FB68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83686"/>
              </p:ext>
            </p:extLst>
          </p:nvPr>
        </p:nvGraphicFramePr>
        <p:xfrm>
          <a:off x="683568" y="1059582"/>
          <a:ext cx="7986713" cy="384048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590089149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3047522853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4051623947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原因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勾選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520577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我有罪或壞習慣尚未解決，不配受洗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671177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基督徒限制太多，怕沒有自由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2368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還未深刻經歷從上帝而來的感動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68998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感覺會背叛原有的宗教信仰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296615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擔心家人的反對或親友異樣的眼光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7823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身邊的基督徒見證不好，讓我不想受洗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06054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信耶穌就好，為什麼一定要受洗？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534473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</a:t>
                      </a: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　　　　　　　　　　</a:t>
                      </a: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672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4D33B-669A-C567-70AE-DBEE9904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4188"/>
            <a:ext cx="8058150" cy="719137"/>
          </a:xfrm>
        </p:spPr>
        <p:txBody>
          <a:bodyPr rtlCol="0" anchor="t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2800" b="1" dirty="0">
                <a:solidFill>
                  <a:srgbClr val="000099"/>
                </a:solidFill>
                <a:latin typeface="+mj-ea"/>
              </a:rPr>
              <a:t>2.</a:t>
            </a:r>
            <a:r>
              <a:rPr lang="zh-TW" altLang="en-US" sz="2800" b="1" dirty="0">
                <a:solidFill>
                  <a:srgbClr val="000099"/>
                </a:solidFill>
                <a:latin typeface="+mj-ea"/>
              </a:rPr>
              <a:t>我決定受洗的關鍵是什麼？（可複選）</a:t>
            </a:r>
            <a:endParaRPr lang="zh-TW" altLang="en-US" sz="2800" b="1" dirty="0">
              <a:solidFill>
                <a:schemeClr val="bg1">
                  <a:lumMod val="95000"/>
                </a:schemeClr>
              </a:solidFill>
              <a:latin typeface="+mj-ea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5F005373-F0FC-F6BC-A4A1-807AE4E39A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62377"/>
              </p:ext>
            </p:extLst>
          </p:nvPr>
        </p:nvGraphicFramePr>
        <p:xfrm>
          <a:off x="683568" y="1059582"/>
          <a:ext cx="7986713" cy="384048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899340678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408179167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768125750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關鍵原因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勾選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255299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參與幸福小組時受到感動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32773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被同工真情感動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772912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經歷禱告蒙應允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97389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脫離靈界攪擾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3103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疾病得醫治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43084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過往的罪或惡習被解決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428299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我想要經歷改變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52865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8.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</a:t>
                      </a: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kumimoji="0" lang="zh-TW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　　　　　　　　　　</a:t>
                      </a:r>
                      <a:r>
                        <a:rPr kumimoji="0" lang="en-US" altLang="zh-TW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kumimoji="0" lang="zh-TW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Arial" panose="020B0604020202020204" pitchFamily="34" charset="0"/>
                        <a:defRPr sz="16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871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29B8A-2954-D876-7AF1-A2FDFF3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450056"/>
            <a:ext cx="8058150" cy="719137"/>
          </a:xfrm>
        </p:spPr>
        <p:txBody>
          <a:bodyPr anchor="t">
            <a:noAutofit/>
          </a:bodyPr>
          <a:lstStyle/>
          <a:p>
            <a:r>
              <a:rPr lang="zh-TW" altLang="en-US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常見不願受洗的原因 </a:t>
            </a:r>
            <a:r>
              <a:rPr lang="en-US" altLang="zh-TW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:</a:t>
            </a:r>
            <a:endParaRPr lang="zh-TW" altLang="en-US" sz="3600" b="1" dirty="0">
              <a:solidFill>
                <a:srgbClr val="F2F2F2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DEA9B-CD4D-4D85-299E-DED608AC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76350"/>
            <a:ext cx="7626350" cy="3057525"/>
          </a:xfrm>
        </p:spPr>
        <p:txBody>
          <a:bodyPr anchor="t">
            <a:noAutofit/>
          </a:bodyPr>
          <a:lstStyle/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我的惡習和罪尚未解決，不配受洗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基督徒限制太多，怕沒有自由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還未深刻經歷從上帝而來的感動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感覺會背叛原有的宗教信仰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擔心家人的反對或親友異樣的眼光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6.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身邊的基督徒見證不好，讓我不想受洗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7.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信耶穌就好，為什麼一定要受洗？</a:t>
            </a:r>
            <a:endParaRPr lang="en-US" altLang="zh-TW" sz="3100" b="1" dirty="0">
              <a:solidFill>
                <a:srgbClr val="D9D9D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29B8A-2954-D876-7AF1-A2FDFF3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4188"/>
            <a:ext cx="8058150" cy="719137"/>
          </a:xfrm>
        </p:spPr>
        <p:txBody>
          <a:bodyPr anchor="t">
            <a:noAutofit/>
          </a:bodyPr>
          <a:lstStyle/>
          <a:p>
            <a:r>
              <a:rPr lang="en-US" altLang="zh-TW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1. </a:t>
            </a:r>
            <a:r>
              <a:rPr lang="zh-TW" altLang="en-US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我的惡習和罪尚未解決，不配受洗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DEA9B-CD4D-4D85-299E-DED608AC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419622"/>
            <a:ext cx="7632848" cy="3057525"/>
          </a:xfrm>
        </p:spPr>
        <p:txBody>
          <a:bodyPr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zh-TW" altLang="en-US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不是解決罪才能受洗，是信主受洗後才有能力勝過罪。</a:t>
            </a:r>
            <a:endParaRPr lang="en-US" altLang="zh-TW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endParaRPr lang="zh-TW" altLang="en-US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有些罪不是立志不犯就有能力戒除的。需要聖靈的能力才能得釋放。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zh-TW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因此，需要先</a:t>
            </a:r>
            <a:r>
              <a:rPr lang="en-US" altLang="zh-TW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相信悔改受洗</a:t>
            </a:r>
            <a:r>
              <a:rPr lang="en-US" altLang="zh-TW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，就得以倚靠聖靈的能力得勝。</a:t>
            </a:r>
            <a:endParaRPr lang="en-US" altLang="zh-TW" b="1" dirty="0">
              <a:solidFill>
                <a:srgbClr val="D9D9D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902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29B8A-2954-D876-7AF1-A2FDFF3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4188"/>
            <a:ext cx="8058150" cy="719137"/>
          </a:xfrm>
        </p:spPr>
        <p:txBody>
          <a:bodyPr anchor="t">
            <a:noAutofit/>
          </a:bodyPr>
          <a:lstStyle/>
          <a:p>
            <a:r>
              <a:rPr lang="en-US" altLang="zh-TW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2. </a:t>
            </a:r>
            <a:r>
              <a:rPr lang="zh-TW" altLang="en-US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基督徒限制太多，怕沒有自由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DEA9B-CD4D-4D85-299E-DED608AC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772" y="1177457"/>
            <a:ext cx="8205378" cy="3455987"/>
          </a:xfrm>
        </p:spPr>
        <p:txBody>
          <a:bodyPr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限制的是什麼</a:t>
            </a:r>
            <a:r>
              <a:rPr lang="en-US" altLang="zh-TW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	 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如果是正當的、健康的基督徒都可以作。</a:t>
            </a:r>
            <a:endParaRPr lang="en-US" altLang="zh-TW" sz="2000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會被限制的常常都是有害的。如酗酒、賭博、抽菸、小三 </a:t>
            </a:r>
            <a:endParaRPr lang="en-US" altLang="zh-TW" sz="2000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會造成 </a:t>
            </a:r>
            <a:r>
              <a:rPr lang="en-US" altLang="zh-TW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lang="en-US" altLang="zh-TW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家庭破碎</a:t>
            </a:r>
            <a:r>
              <a:rPr lang="en-US" altLang="zh-TW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】【</a:t>
            </a: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身體虧損</a:t>
            </a:r>
            <a:r>
              <a:rPr lang="en-US" altLang="zh-TW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】…</a:t>
            </a:r>
            <a:endParaRPr lang="zh-TW" altLang="en-US" sz="20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TW" sz="2000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信耶穌受洗，得到真正的自由。</a:t>
            </a:r>
            <a:endParaRPr lang="en-US" altLang="zh-TW" sz="2000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許多基督徒的經驗就是以前無法戒除一些壞習慣，</a:t>
            </a:r>
            <a:endParaRPr lang="en-US" altLang="zh-TW" sz="2000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就是在被捆綁中，失去自由，信耶穌受洗後，靠主就能戒掉。</a:t>
            </a:r>
            <a:endParaRPr lang="en-US" altLang="zh-TW" sz="2000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這才是真自由。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zh-TW" sz="2000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是不是還有什麼需要戒除卻不想戒除的才會這樣說</a:t>
            </a:r>
            <a:r>
              <a:rPr lang="en-US" altLang="zh-TW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一起為這些禱告</a:t>
            </a:r>
            <a:endParaRPr lang="en-US" altLang="zh-TW" sz="2000" dirty="0">
              <a:solidFill>
                <a:srgbClr val="D9D9D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31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29B8A-2954-D876-7AF1-A2FDFF3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4188"/>
            <a:ext cx="8058150" cy="719137"/>
          </a:xfrm>
        </p:spPr>
        <p:txBody>
          <a:bodyPr anchor="t">
            <a:noAutofit/>
          </a:bodyPr>
          <a:lstStyle/>
          <a:p>
            <a:r>
              <a:rPr lang="en-US" altLang="zh-TW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3. </a:t>
            </a:r>
            <a:r>
              <a:rPr lang="zh-TW" altLang="en-US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還未深刻經歷從上帝而來的感動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DEA9B-CD4D-4D85-299E-DED608AC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900" y="1491630"/>
            <a:ext cx="7626350" cy="3057525"/>
          </a:xfrm>
        </p:spPr>
        <p:txBody>
          <a:bodyPr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主要原因可能是都以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理性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來領受解讀信仰</a:t>
            </a: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&gt;&gt; 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許需要更敞開心，用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心靈和誠實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】(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情感意志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領受</a:t>
            </a: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endParaRPr lang="zh-TW" altLang="en-US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帶領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BEST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一起為需要禱告</a:t>
            </a: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然後邀請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BEST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也一起自開口禱告，經歷 神</a:t>
            </a:r>
            <a:endParaRPr lang="en-US" altLang="zh-TW" sz="3100" dirty="0">
              <a:solidFill>
                <a:srgbClr val="D9D9D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332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29B8A-2954-D876-7AF1-A2FDFF3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4188"/>
            <a:ext cx="8058150" cy="719137"/>
          </a:xfrm>
        </p:spPr>
        <p:txBody>
          <a:bodyPr anchor="t">
            <a:noAutofit/>
          </a:bodyPr>
          <a:lstStyle/>
          <a:p>
            <a:r>
              <a:rPr lang="en-US" altLang="zh-TW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4. </a:t>
            </a:r>
            <a:r>
              <a:rPr lang="zh-TW" altLang="en-US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感覺會背叛原有的宗教信仰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DEA9B-CD4D-4D85-299E-DED608AC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347614"/>
            <a:ext cx="7626350" cy="3057525"/>
          </a:xfrm>
        </p:spPr>
        <p:txBody>
          <a:bodyPr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一般若是真正深入宗教信仰的人，已直接迴避幸福小組</a:t>
            </a: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較不會講這種話，反而會堅定的抗拒你。</a:t>
            </a: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endParaRPr lang="zh-TW" altLang="en-US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通常是文化或是家庭壓力比較多。而非完全是原信仰的問題。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可嘗試問：那些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原信仰中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是想要堅守的部分？	</a:t>
            </a: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一起開口禱告</a:t>
            </a: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260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29B8A-2954-D876-7AF1-A2FDFF3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1" y="267494"/>
            <a:ext cx="8058150" cy="719137"/>
          </a:xfrm>
        </p:spPr>
        <p:txBody>
          <a:bodyPr anchor="t">
            <a:noAutofit/>
          </a:bodyPr>
          <a:lstStyle/>
          <a:p>
            <a:r>
              <a:rPr lang="en-US" altLang="zh-TW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5. </a:t>
            </a:r>
            <a:r>
              <a:rPr lang="zh-TW" altLang="en-US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擔心家人的反對或親友異樣的眼光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DEA9B-CD4D-4D85-299E-DED608AC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936" y="986631"/>
            <a:ext cx="8820980" cy="3744416"/>
          </a:xfrm>
        </p:spPr>
        <p:txBody>
          <a:bodyPr anchor="t">
            <a:no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在真愛中，家人最在乎的，應該是你的利益。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是不是真的好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有些父母送子女來教會，相信來教會孩子不會變壞，自己卻不信。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真正家人在乎的是什麼？	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是信仰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還是關係好不好？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通常壓力來源是關係緊張。家人對你的不滿，透過你信仰來出氣。所以要導引欲受洗者來檢驗他與家人的關係比較能解決問題。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家人的立場只有一個：你信耶穌對我有什麼好處。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一般看到這方面的問題解決的方式，都是</a:t>
            </a:r>
            <a:r>
              <a:rPr lang="zh-TW" altLang="en-US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關係的修復和好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5423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29B8A-2954-D876-7AF1-A2FDFF3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50056"/>
            <a:ext cx="8562528" cy="719137"/>
          </a:xfrm>
        </p:spPr>
        <p:txBody>
          <a:bodyPr anchor="t">
            <a:noAutofit/>
          </a:bodyPr>
          <a:lstStyle/>
          <a:p>
            <a:r>
              <a:rPr lang="en-US" altLang="zh-TW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6. </a:t>
            </a:r>
            <a:r>
              <a:rPr lang="zh-TW" altLang="en-US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身邊的基督徒見證不好，讓我不想受洗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DEA9B-CD4D-4D85-299E-DED608AC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169193"/>
            <a:ext cx="8416888" cy="3489846"/>
          </a:xfrm>
        </p:spPr>
        <p:txBody>
          <a:bodyPr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這種情況大機率的原因都是因他跟那個人關係不佳，把氣出在耶穌的身上。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通常所說的那個基督徒，若不是家人就是曾經親近的好友。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處理方法：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第一步：問他你的意思是如果你是基督徒，你就會見證很好是不是？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【</a:t>
            </a: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一般會回答 是 應該是</a:t>
            </a:r>
            <a:r>
              <a:rPr lang="en-US" altLang="zh-TW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第二步：向他證明即使他受洗了，他仍然不完全，會犯錯。他在對方眼中就是沒有見證。	 夫妻吵架、父子吵架、朋友交惡、鄰居反目你在他們眼中就是沒有見證的人。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第三步：那個沒有見證的人，耶穌如何待他？砍頭嗎？還是繼續愛他、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幫助他，給他機會。同樣這位神，也會在你犯錯的時候，給你機會、照樣愛你。這位神你不信還信誰呀！</a:t>
            </a:r>
            <a:endParaRPr lang="en-US" altLang="zh-TW" sz="2000" dirty="0">
              <a:solidFill>
                <a:srgbClr val="D9D9D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438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29B8A-2954-D876-7AF1-A2FDFF3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50056"/>
            <a:ext cx="8562528" cy="719137"/>
          </a:xfrm>
        </p:spPr>
        <p:txBody>
          <a:bodyPr anchor="t">
            <a:noAutofit/>
          </a:bodyPr>
          <a:lstStyle/>
          <a:p>
            <a:r>
              <a:rPr lang="en-US" altLang="zh-TW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7. </a:t>
            </a:r>
            <a:r>
              <a:rPr lang="zh-TW" altLang="en-US" sz="36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信耶穌就好，為什麼一定要受洗？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DEA9B-CD4D-4D85-299E-DED608AC5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76350"/>
            <a:ext cx="8130480" cy="3311624"/>
          </a:xfrm>
        </p:spPr>
        <p:txBody>
          <a:bodyPr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以男女朋友為例，正常情況之下，彼此相愛的男女到一個成熟的階段，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很自然的就會討論要什麼時候結婚對不對？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如果一方很想要結婚，另一方卻找一大堆理由推託。而且理由都很奇怪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難以理解，對方會怎麼想？他的愛有沒有問題？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其實原因就是他沒有那麼愛對方！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這個對象還好。要不要跟他結婚，沒差。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信耶穌就好，就是愛耶穌不夠的意思，非常愛一個人，就會迫不及待想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要跟他結婚。很愛耶穌的人，就會迫不及待地很想要受洗。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為他禱告，求耶穌愛他多一點，也讓他愛耶穌多一點。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也要求聖靈感動他，讓他有真實的經歷。</a:t>
            </a:r>
            <a:r>
              <a:rPr lang="en-US" altLang="zh-TW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b="1" dirty="0">
              <a:solidFill>
                <a:srgbClr val="D9D9D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930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都會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774</TotalTime>
  <Words>1161</Words>
  <Application>Microsoft Office PowerPoint</Application>
  <PresentationFormat>如螢幕大小 (16:9)</PresentationFormat>
  <Paragraphs>127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微軟正黑體</vt:lpstr>
      <vt:lpstr>Arial</vt:lpstr>
      <vt:lpstr>Calibri</vt:lpstr>
      <vt:lpstr>Impact</vt:lpstr>
      <vt:lpstr>Times New Roman</vt:lpstr>
      <vt:lpstr>NewsPrint</vt:lpstr>
      <vt:lpstr>如何引導BEST受洗？（下）</vt:lpstr>
      <vt:lpstr>歌羅西書一28</vt:lpstr>
      <vt:lpstr>1.信主前，我無法受洗的原因有哪些？（可複選）</vt:lpstr>
      <vt:lpstr>2.我決定受洗的關鍵是什麼？（可複選）</vt:lpstr>
      <vt:lpstr>常見不願受洗的原因 :</vt:lpstr>
      <vt:lpstr>1. 我的惡習和罪尚未解決，不配受洗</vt:lpstr>
      <vt:lpstr>2. 基督徒限制太多，怕沒有自由</vt:lpstr>
      <vt:lpstr>3. 還未深刻經歷從上帝而來的感動</vt:lpstr>
      <vt:lpstr>4. 感覺會背叛原有的宗教信仰</vt:lpstr>
      <vt:lpstr>5. 擔心家人的反對或親友異樣的眼光</vt:lpstr>
      <vt:lpstr>6. 身邊的基督徒見證不好，讓我不想受洗</vt:lpstr>
      <vt:lpstr>7. 信耶穌就好，為什麼一定要受洗？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幸福小組的領袖</dc:title>
  <dc:creator>APPLE</dc:creator>
  <cp:lastModifiedBy>Walter Lu</cp:lastModifiedBy>
  <cp:revision>52</cp:revision>
  <cp:lastPrinted>2020-09-18T07:57:58Z</cp:lastPrinted>
  <dcterms:created xsi:type="dcterms:W3CDTF">2019-09-19T02:01:59Z</dcterms:created>
  <dcterms:modified xsi:type="dcterms:W3CDTF">2023-11-14T01:05:03Z</dcterms:modified>
</cp:coreProperties>
</file>