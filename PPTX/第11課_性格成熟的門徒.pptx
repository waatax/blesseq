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44" r:id="rId1"/>
  </p:sldMasterIdLst>
  <p:sldIdLst>
    <p:sldId id="256" r:id="rId2"/>
    <p:sldId id="257" r:id="rId3"/>
    <p:sldId id="471" r:id="rId4"/>
    <p:sldId id="472" r:id="rId5"/>
    <p:sldId id="450" r:id="rId6"/>
    <p:sldId id="534" r:id="rId7"/>
    <p:sldId id="535" r:id="rId8"/>
    <p:sldId id="503" r:id="rId9"/>
    <p:sldId id="536" r:id="rId10"/>
    <p:sldId id="537" r:id="rId11"/>
    <p:sldId id="538" r:id="rId12"/>
    <p:sldId id="539" r:id="rId13"/>
    <p:sldId id="540" r:id="rId14"/>
    <p:sldId id="541" r:id="rId15"/>
    <p:sldId id="542" r:id="rId16"/>
    <p:sldId id="543" r:id="rId17"/>
    <p:sldId id="544" r:id="rId18"/>
    <p:sldId id="545" r:id="rId19"/>
    <p:sldId id="546" r:id="rId20"/>
    <p:sldId id="547" r:id="rId21"/>
    <p:sldId id="548" r:id="rId22"/>
    <p:sldId id="288" r:id="rId23"/>
    <p:sldId id="549" r:id="rId24"/>
    <p:sldId id="550" r:id="rId25"/>
    <p:sldId id="551" r:id="rId26"/>
  </p:sldIdLst>
  <p:sldSz cx="9144000" cy="5143500" type="screen16x9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57193E-59C6-2A4E-92B9-D3FED44C7F1B}" v="2" dt="2024-12-27T07:44:57.4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09" autoAdjust="0"/>
    <p:restoredTop sz="94558"/>
  </p:normalViewPr>
  <p:slideViewPr>
    <p:cSldViewPr>
      <p:cViewPr varScale="1">
        <p:scale>
          <a:sx n="143" d="100"/>
          <a:sy n="143" d="100"/>
        </p:scale>
        <p:origin x="632" y="4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lter Lu" userId="6e55fa501f30df28" providerId="LiveId" clId="{B657193E-59C6-2A4E-92B9-D3FED44C7F1B}"/>
    <pc:docChg chg="modSld">
      <pc:chgData name="Walter Lu" userId="6e55fa501f30df28" providerId="LiveId" clId="{B657193E-59C6-2A4E-92B9-D3FED44C7F1B}" dt="2024-12-27T07:44:57.448" v="1" actId="14100"/>
      <pc:docMkLst>
        <pc:docMk/>
      </pc:docMkLst>
      <pc:sldChg chg="modSp">
        <pc:chgData name="Walter Lu" userId="6e55fa501f30df28" providerId="LiveId" clId="{B657193E-59C6-2A4E-92B9-D3FED44C7F1B}" dt="2024-12-27T07:44:57.448" v="1" actId="14100"/>
        <pc:sldMkLst>
          <pc:docMk/>
          <pc:sldMk cId="0" sldId="549"/>
        </pc:sldMkLst>
        <pc:picChg chg="mod">
          <ac:chgData name="Walter Lu" userId="6e55fa501f30df28" providerId="LiveId" clId="{B657193E-59C6-2A4E-92B9-D3FED44C7F1B}" dt="2024-12-27T07:44:57.448" v="1" actId="14100"/>
          <ac:picMkLst>
            <pc:docMk/>
            <pc:sldMk cId="0" sldId="549"/>
            <ac:picMk id="35841" creationId="{38BD844B-745C-E1CC-55A6-6DE4255C87E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>
            <a:extLst>
              <a:ext uri="{FF2B5EF4-FFF2-40B4-BE49-F238E27FC236}">
                <a16:creationId xmlns:a16="http://schemas.microsoft.com/office/drawing/2014/main" id="{17770387-323B-5692-AC30-FAF91CB7C00C}"/>
              </a:ext>
            </a:extLst>
          </p:cNvPr>
          <p:cNvSpPr/>
          <p:nvPr/>
        </p:nvSpPr>
        <p:spPr>
          <a:xfrm>
            <a:off x="0" y="3498850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grpSp>
        <p:nvGrpSpPr>
          <p:cNvPr id="3" name="群組 15">
            <a:extLst>
              <a:ext uri="{FF2B5EF4-FFF2-40B4-BE49-F238E27FC236}">
                <a16:creationId xmlns:a16="http://schemas.microsoft.com/office/drawing/2014/main" id="{6696029F-74E4-40FC-6CE7-D69CDA4EB226}"/>
              </a:ext>
            </a:extLst>
          </p:cNvPr>
          <p:cNvGrpSpPr>
            <a:grpSpLocks/>
          </p:cNvGrpSpPr>
          <p:nvPr/>
        </p:nvGrpSpPr>
        <p:grpSpPr bwMode="auto">
          <a:xfrm>
            <a:off x="-3175" y="3714750"/>
            <a:ext cx="9147175" cy="1433513"/>
            <a:chOff x="-3765" y="4832896"/>
            <a:chExt cx="9147765" cy="2032192"/>
          </a:xfrm>
        </p:grpSpPr>
        <p:sp>
          <p:nvSpPr>
            <p:cNvPr id="4" name="手繪多邊形 16">
              <a:extLst>
                <a:ext uri="{FF2B5EF4-FFF2-40B4-BE49-F238E27FC236}">
                  <a16:creationId xmlns:a16="http://schemas.microsoft.com/office/drawing/2014/main" id="{404462D8-BD4E-8E8F-C715-BE83185247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7032" y="4832896"/>
              <a:ext cx="7456968" cy="51986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>
                <a:latin typeface="+mn-lt"/>
                <a:ea typeface="+mn-ea"/>
              </a:endParaRPr>
            </a:p>
          </p:txBody>
        </p:sp>
        <p:sp>
          <p:nvSpPr>
            <p:cNvPr id="5" name="手繪多邊形 18">
              <a:extLst>
                <a:ext uri="{FF2B5EF4-FFF2-40B4-BE49-F238E27FC236}">
                  <a16:creationId xmlns:a16="http://schemas.microsoft.com/office/drawing/2014/main" id="{70988EA5-B2C7-8E8D-F561-D53249D06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26" y="5134461"/>
              <a:ext cx="9108074" cy="839433"/>
            </a:xfrm>
            <a:custGeom>
              <a:avLst/>
              <a:gdLst>
                <a:gd name="T0" fmla="*/ 0 w 5760"/>
                <a:gd name="T1" fmla="*/ 0 h 528"/>
                <a:gd name="T2" fmla="*/ 2147483646 w 5760"/>
                <a:gd name="T3" fmla="*/ 0 h 528"/>
                <a:gd name="T4" fmla="*/ 2147483646 w 5760"/>
                <a:gd name="T5" fmla="*/ 1334560154 h 528"/>
                <a:gd name="T6" fmla="*/ 120019431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6" name="手繪多邊形 19">
              <a:extLst>
                <a:ext uri="{FF2B5EF4-FFF2-40B4-BE49-F238E27FC236}">
                  <a16:creationId xmlns:a16="http://schemas.microsoft.com/office/drawing/2014/main" id="{4D5A113B-6A14-A937-B044-0B1EE7F827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590" y="4877906"/>
              <a:ext cx="9144590" cy="1998434"/>
              <a:chOff x="0" y="3746500"/>
              <a:chExt cx="9144000" cy="1409700"/>
            </a:xfrm>
          </p:grpSpPr>
          <p:pic>
            <p:nvPicPr>
              <p:cNvPr id="8" name="手繪多邊形 19">
                <a:extLst>
                  <a:ext uri="{FF2B5EF4-FFF2-40B4-BE49-F238E27FC236}">
                    <a16:creationId xmlns:a16="http://schemas.microsoft.com/office/drawing/2014/main" id="{1AB4340D-E662-328B-6DF4-EF84BB027E7E}"/>
                  </a:ext>
                </a:extLst>
              </p:cNvPr>
              <p:cNvPicPr>
                <a:picLocks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3746500"/>
                <a:ext cx="9144000" cy="14097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" name="Text Box 12">
                <a:extLst>
                  <a:ext uri="{FF2B5EF4-FFF2-40B4-BE49-F238E27FC236}">
                    <a16:creationId xmlns:a16="http://schemas.microsoft.com/office/drawing/2014/main" id="{C55B8899-D3FB-C3AA-528C-51C6DD73D3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0" y="3750720"/>
                <a:ext cx="0" cy="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algn="ctr" eaLnBrk="1" hangingPunct="1"/>
                <a:endParaRPr kumimoji="0" lang="en-US" altLang="zh-TW">
                  <a:solidFill>
                    <a:srgbClr val="FFFFFF"/>
                  </a:solidFill>
                  <a:latin typeface="Lucida Sans Unicode" panose="020B0602030504020204" pitchFamily="34" charset="0"/>
                </a:endParaRPr>
              </a:p>
            </p:txBody>
          </p:sp>
        </p:grpSp>
        <p:cxnSp>
          <p:nvCxnSpPr>
            <p:cNvPr id="7" name="直線接點 6">
              <a:extLst>
                <a:ext uri="{FF2B5EF4-FFF2-40B4-BE49-F238E27FC236}">
                  <a16:creationId xmlns:a16="http://schemas.microsoft.com/office/drawing/2014/main" id="{F42202F8-733A-B158-4BA6-BC0A68E80094}"/>
                </a:ext>
              </a:extLst>
            </p:cNvPr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標題 8"/>
          <p:cNvSpPr>
            <a:spLocks noGrp="1"/>
          </p:cNvSpPr>
          <p:nvPr>
            <p:ph type="ctrTitle"/>
          </p:nvPr>
        </p:nvSpPr>
        <p:spPr>
          <a:xfrm>
            <a:off x="685800" y="1314451"/>
            <a:ext cx="7772400" cy="137232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7" name="副標題 16"/>
          <p:cNvSpPr>
            <a:spLocks noGrp="1"/>
          </p:cNvSpPr>
          <p:nvPr>
            <p:ph type="subTitle" idx="1"/>
          </p:nvPr>
        </p:nvSpPr>
        <p:spPr>
          <a:xfrm>
            <a:off x="685800" y="2708705"/>
            <a:ext cx="7772400" cy="899778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zh-TW" altLang="en-US"/>
              <a:t>按一下以編輯母片副標題樣式</a:t>
            </a:r>
            <a:endParaRPr lang="en-US"/>
          </a:p>
        </p:txBody>
      </p:sp>
      <p:sp>
        <p:nvSpPr>
          <p:cNvPr id="11" name="日期版面配置區 29">
            <a:extLst>
              <a:ext uri="{FF2B5EF4-FFF2-40B4-BE49-F238E27FC236}">
                <a16:creationId xmlns:a16="http://schemas.microsoft.com/office/drawing/2014/main" id="{7CE50D84-F127-850E-3921-F9251EF2F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fld id="{65E2C073-0F7F-490D-9FE3-2A05EE0CF53F}" type="datetimeFigureOut">
              <a:rPr lang="zh-TW" altLang="en-US"/>
              <a:pPr>
                <a:defRPr/>
              </a:pPr>
              <a:t>2024/12/27</a:t>
            </a:fld>
            <a:endParaRPr lang="zh-TW" altLang="en-US"/>
          </a:p>
        </p:txBody>
      </p:sp>
      <p:sp>
        <p:nvSpPr>
          <p:cNvPr id="12" name="頁尾版面配置區 18">
            <a:extLst>
              <a:ext uri="{FF2B5EF4-FFF2-40B4-BE49-F238E27FC236}">
                <a16:creationId xmlns:a16="http://schemas.microsoft.com/office/drawing/2014/main" id="{9B3E2AF3-EB67-6520-10BE-3CC03E7B8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zh-TW" altLang="en-US"/>
          </a:p>
        </p:txBody>
      </p:sp>
      <p:sp>
        <p:nvSpPr>
          <p:cNvPr id="13" name="投影片編號版面配置區 26">
            <a:extLst>
              <a:ext uri="{FF2B5EF4-FFF2-40B4-BE49-F238E27FC236}">
                <a16:creationId xmlns:a16="http://schemas.microsoft.com/office/drawing/2014/main" id="{2A4B7333-DF1C-94E4-F0E0-9027A8775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FA069B70-BDB8-4137-8870-41EA3086714E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415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標題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2" name="日期版面配置區 9">
            <a:extLst>
              <a:ext uri="{FF2B5EF4-FFF2-40B4-BE49-F238E27FC236}">
                <a16:creationId xmlns:a16="http://schemas.microsoft.com/office/drawing/2014/main" id="{13B90498-C600-6382-A0F7-BB5159B0A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CD63F2-EA77-43EB-94DC-BEB754E883DF}" type="datetimeFigureOut">
              <a:rPr lang="zh-TW" altLang="en-US"/>
              <a:pPr>
                <a:defRPr/>
              </a:pPr>
              <a:t>2024/12/27</a:t>
            </a:fld>
            <a:endParaRPr lang="zh-TW" altLang="en-US"/>
          </a:p>
        </p:txBody>
      </p:sp>
      <p:sp>
        <p:nvSpPr>
          <p:cNvPr id="4" name="頁尾版面配置區 21">
            <a:extLst>
              <a:ext uri="{FF2B5EF4-FFF2-40B4-BE49-F238E27FC236}">
                <a16:creationId xmlns:a16="http://schemas.microsoft.com/office/drawing/2014/main" id="{5D7BF33B-D049-698A-F1BA-CFBFC695A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17">
            <a:extLst>
              <a:ext uri="{FF2B5EF4-FFF2-40B4-BE49-F238E27FC236}">
                <a16:creationId xmlns:a16="http://schemas.microsoft.com/office/drawing/2014/main" id="{EE5471A5-98AF-0D20-BABE-30C69E4C3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4B0CA4-57C8-4FB4-83D6-FC57791060EF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2425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＞形箭號 10">
            <a:extLst>
              <a:ext uri="{FF2B5EF4-FFF2-40B4-BE49-F238E27FC236}">
                <a16:creationId xmlns:a16="http://schemas.microsoft.com/office/drawing/2014/main" id="{254ED21A-C568-851B-363F-3979E01124AA}"/>
              </a:ext>
            </a:extLst>
          </p:cNvPr>
          <p:cNvSpPr/>
          <p:nvPr/>
        </p:nvSpPr>
        <p:spPr>
          <a:xfrm>
            <a:off x="3636963" y="2254250"/>
            <a:ext cx="182562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5" name="＞形箭號 15">
            <a:extLst>
              <a:ext uri="{FF2B5EF4-FFF2-40B4-BE49-F238E27FC236}">
                <a16:creationId xmlns:a16="http://schemas.microsoft.com/office/drawing/2014/main" id="{C5F8DDDE-E31A-1F5A-8A43-14F6C18296DE}"/>
              </a:ext>
            </a:extLst>
          </p:cNvPr>
          <p:cNvSpPr/>
          <p:nvPr/>
        </p:nvSpPr>
        <p:spPr>
          <a:xfrm>
            <a:off x="3449638" y="2254250"/>
            <a:ext cx="18415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76" y="794784"/>
            <a:ext cx="7772400" cy="13716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922713" y="2198784"/>
            <a:ext cx="4572000" cy="1091166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日期版面配置區 3">
            <a:extLst>
              <a:ext uri="{FF2B5EF4-FFF2-40B4-BE49-F238E27FC236}">
                <a16:creationId xmlns:a16="http://schemas.microsoft.com/office/drawing/2014/main" id="{240848FF-5111-7B97-89B1-6E2D8CB70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DE88A2-A176-4647-9E3A-D1A0876AE52A}" type="datetimeFigureOut">
              <a:rPr lang="zh-TW" altLang="en-US"/>
              <a:pPr>
                <a:defRPr/>
              </a:pPr>
              <a:t>2024/12/27</a:t>
            </a:fld>
            <a:endParaRPr lang="zh-TW" altLang="en-US"/>
          </a:p>
        </p:txBody>
      </p:sp>
      <p:sp>
        <p:nvSpPr>
          <p:cNvPr id="7" name="頁尾版面配置區 4">
            <a:extLst>
              <a:ext uri="{FF2B5EF4-FFF2-40B4-BE49-F238E27FC236}">
                <a16:creationId xmlns:a16="http://schemas.microsoft.com/office/drawing/2014/main" id="{7C2EB1E7-743D-CEFE-DA49-71BB8AC64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B21A45E6-1724-BC07-C56C-225A92F67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59415B-98C4-4C8B-98DC-92DE89977E2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01096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110997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110997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8" name="標題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2" name="日期版面配置區 4">
            <a:extLst>
              <a:ext uri="{FF2B5EF4-FFF2-40B4-BE49-F238E27FC236}">
                <a16:creationId xmlns:a16="http://schemas.microsoft.com/office/drawing/2014/main" id="{480C4047-F6FF-8A1D-24D8-2DBB72F13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1F423D-80E7-4378-8401-5E63BC45C0F0}" type="datetimeFigureOut">
              <a:rPr lang="zh-TW" altLang="en-US"/>
              <a:pPr>
                <a:defRPr/>
              </a:pPr>
              <a:t>2024/12/27</a:t>
            </a:fld>
            <a:endParaRPr lang="zh-TW" altLang="en-US"/>
          </a:p>
        </p:txBody>
      </p:sp>
      <p:sp>
        <p:nvSpPr>
          <p:cNvPr id="5" name="頁尾版面配置區 5">
            <a:extLst>
              <a:ext uri="{FF2B5EF4-FFF2-40B4-BE49-F238E27FC236}">
                <a16:creationId xmlns:a16="http://schemas.microsoft.com/office/drawing/2014/main" id="{E265068F-2ADC-B556-7A0E-84F6CA412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6">
            <a:extLst>
              <a:ext uri="{FF2B5EF4-FFF2-40B4-BE49-F238E27FC236}">
                <a16:creationId xmlns:a16="http://schemas.microsoft.com/office/drawing/2014/main" id="{ECF43878-AFE6-A720-C92E-8D8EDE40F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B929B1-9A42-4352-8409-2312A6B1410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95399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對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8229600" cy="85725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4057650"/>
            <a:ext cx="4040188" cy="5715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645027" y="4057650"/>
            <a:ext cx="4041775" cy="5715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457200" y="1083221"/>
            <a:ext cx="4040188" cy="2956322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083221"/>
            <a:ext cx="4041775" cy="2956322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24BB6D7-2D19-343B-900C-481F7D219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AFF30F-8DEC-4205-BEDD-5E79B4DAD838}" type="datetimeFigureOut">
              <a:rPr lang="zh-TW" altLang="en-US"/>
              <a:pPr>
                <a:defRPr/>
              </a:pPr>
              <a:t>2024/12/27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3DA2218-1E7C-9DAC-330D-7AE7CD5A9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57541381-5F03-6486-B678-1BB3B7A5B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A39DA6-88C2-4165-8FFC-232D28B229B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43570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2" name="日期版面配置區 2">
            <a:extLst>
              <a:ext uri="{FF2B5EF4-FFF2-40B4-BE49-F238E27FC236}">
                <a16:creationId xmlns:a16="http://schemas.microsoft.com/office/drawing/2014/main" id="{6C4F10D7-1A8A-EAA2-B564-0AD3BA5BE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1BCE97-AE36-4B70-9262-A09FA7699A57}" type="datetimeFigureOut">
              <a:rPr lang="zh-TW" altLang="en-US"/>
              <a:pPr>
                <a:defRPr/>
              </a:pPr>
              <a:t>2024/12/27</a:t>
            </a:fld>
            <a:endParaRPr lang="zh-TW" altLang="en-US"/>
          </a:p>
        </p:txBody>
      </p:sp>
      <p:sp>
        <p:nvSpPr>
          <p:cNvPr id="3" name="頁尾版面配置區 3">
            <a:extLst>
              <a:ext uri="{FF2B5EF4-FFF2-40B4-BE49-F238E27FC236}">
                <a16:creationId xmlns:a16="http://schemas.microsoft.com/office/drawing/2014/main" id="{48F30CEF-E811-57F6-AAFF-2451133CD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4">
            <a:extLst>
              <a:ext uri="{FF2B5EF4-FFF2-40B4-BE49-F238E27FC236}">
                <a16:creationId xmlns:a16="http://schemas.microsoft.com/office/drawing/2014/main" id="{80F4474C-9C51-A60D-B3A3-FF1A2892D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F8E36A-3774-4C67-9A60-E71DC2A8AC0C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44389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9">
            <a:extLst>
              <a:ext uri="{FF2B5EF4-FFF2-40B4-BE49-F238E27FC236}">
                <a16:creationId xmlns:a16="http://schemas.microsoft.com/office/drawing/2014/main" id="{B5B097B3-5384-66EA-A0F1-7C253D7C9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EEC4BA-CFD9-471A-ACCE-1178880F629C}" type="datetimeFigureOut">
              <a:rPr lang="zh-TW" altLang="en-US"/>
              <a:pPr>
                <a:defRPr/>
              </a:pPr>
              <a:t>2024/12/27</a:t>
            </a:fld>
            <a:endParaRPr lang="zh-TW" altLang="en-US"/>
          </a:p>
        </p:txBody>
      </p:sp>
      <p:sp>
        <p:nvSpPr>
          <p:cNvPr id="3" name="頁尾版面配置區 21">
            <a:extLst>
              <a:ext uri="{FF2B5EF4-FFF2-40B4-BE49-F238E27FC236}">
                <a16:creationId xmlns:a16="http://schemas.microsoft.com/office/drawing/2014/main" id="{25E27BBE-DFF7-D035-F3EE-C7366E343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17">
            <a:extLst>
              <a:ext uri="{FF2B5EF4-FFF2-40B4-BE49-F238E27FC236}">
                <a16:creationId xmlns:a16="http://schemas.microsoft.com/office/drawing/2014/main" id="{45C15A69-AC44-1468-B545-5B7A8839A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6EBE94-146A-4D8F-A191-E2950B1D21C3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8069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3657600"/>
            <a:ext cx="7481776" cy="3429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4419600" y="4016327"/>
            <a:ext cx="3974592" cy="6858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914400" y="205740"/>
            <a:ext cx="7479792" cy="3429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D0E06E1-C804-91F9-E6B2-D36E74EFF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2041C-996A-4061-B07F-58CE8D1B82A1}" type="datetimeFigureOut">
              <a:rPr lang="zh-TW" altLang="en-US"/>
              <a:pPr>
                <a:defRPr/>
              </a:pPr>
              <a:t>2024/12/27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72D8278-4F5A-8DF3-C4CB-9E6975DFB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427DFF1-9E74-1D49-AC12-C55FDDEA6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257294-B6E6-418D-8706-E9255910D9D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4388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手繪多邊形 10">
            <a:extLst>
              <a:ext uri="{FF2B5EF4-FFF2-40B4-BE49-F238E27FC236}">
                <a16:creationId xmlns:a16="http://schemas.microsoft.com/office/drawing/2014/main" id="{D8A7C6C0-B3B8-F78F-5A10-80D81314DB6A}"/>
              </a:ext>
            </a:extLst>
          </p:cNvPr>
          <p:cNvSpPr>
            <a:spLocks/>
          </p:cNvSpPr>
          <p:nvPr/>
        </p:nvSpPr>
        <p:spPr bwMode="auto">
          <a:xfrm>
            <a:off x="500063" y="4459288"/>
            <a:ext cx="4940300" cy="6905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>
              <a:latin typeface="+mn-lt"/>
              <a:ea typeface="+mn-ea"/>
            </a:endParaRPr>
          </a:p>
        </p:txBody>
      </p:sp>
      <p:sp>
        <p:nvSpPr>
          <p:cNvPr id="6" name="手繪多邊形 15">
            <a:extLst>
              <a:ext uri="{FF2B5EF4-FFF2-40B4-BE49-F238E27FC236}">
                <a16:creationId xmlns:a16="http://schemas.microsoft.com/office/drawing/2014/main" id="{7ECCB2F1-87CD-7EB1-84AD-BC88CA3851C9}"/>
              </a:ext>
            </a:extLst>
          </p:cNvPr>
          <p:cNvSpPr>
            <a:spLocks/>
          </p:cNvSpPr>
          <p:nvPr/>
        </p:nvSpPr>
        <p:spPr bwMode="auto">
          <a:xfrm>
            <a:off x="485775" y="4454525"/>
            <a:ext cx="3690938" cy="700088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748486941 h 588"/>
              <a:gd name="T6" fmla="*/ 2091905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grpSp>
        <p:nvGrpSpPr>
          <p:cNvPr id="7" name="直角三角形 3">
            <a:extLst>
              <a:ext uri="{FF2B5EF4-FFF2-40B4-BE49-F238E27FC236}">
                <a16:creationId xmlns:a16="http://schemas.microsoft.com/office/drawing/2014/main" id="{08B9686A-1E61-21AF-53DF-C70AFDEEA381}"/>
              </a:ext>
            </a:extLst>
          </p:cNvPr>
          <p:cNvGrpSpPr>
            <a:grpSpLocks/>
          </p:cNvGrpSpPr>
          <p:nvPr/>
        </p:nvGrpSpPr>
        <p:grpSpPr bwMode="auto">
          <a:xfrm>
            <a:off x="-12700" y="4343400"/>
            <a:ext cx="3416300" cy="812800"/>
            <a:chOff x="-8" y="2736"/>
            <a:chExt cx="2152" cy="512"/>
          </a:xfrm>
        </p:grpSpPr>
        <p:pic>
          <p:nvPicPr>
            <p:cNvPr id="8" name="直角三角形 3">
              <a:extLst>
                <a:ext uri="{FF2B5EF4-FFF2-40B4-BE49-F238E27FC236}">
                  <a16:creationId xmlns:a16="http://schemas.microsoft.com/office/drawing/2014/main" id="{26441BF3-6AE9-35B4-0A91-A647293312B8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8" y="2736"/>
              <a:ext cx="2152" cy="5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 Box 5">
              <a:extLst>
                <a:ext uri="{FF2B5EF4-FFF2-40B4-BE49-F238E27FC236}">
                  <a16:creationId xmlns:a16="http://schemas.microsoft.com/office/drawing/2014/main" id="{D0344F3D-B6D2-0297-91D5-FF014A74D2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" y="3034"/>
              <a:ext cx="1071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/>
              <a:endParaRPr kumimoji="0" lang="en-US" altLang="zh-TW">
                <a:solidFill>
                  <a:srgbClr val="FFFFFF"/>
                </a:solidFill>
                <a:latin typeface="Lucida Sans Unicode" panose="020B0602030504020204" pitchFamily="34" charset="0"/>
              </a:endParaRPr>
            </a:p>
          </p:txBody>
        </p:sp>
      </p:grp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9C890249-BF77-8084-B0EE-52C104BA4B3F}"/>
              </a:ext>
            </a:extLst>
          </p:cNvPr>
          <p:cNvCxnSpPr/>
          <p:nvPr/>
        </p:nvCxnSpPr>
        <p:spPr>
          <a:xfrm>
            <a:off x="-9237" y="4340804"/>
            <a:ext cx="3405509" cy="813287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＞形箭號 19">
            <a:extLst>
              <a:ext uri="{FF2B5EF4-FFF2-40B4-BE49-F238E27FC236}">
                <a16:creationId xmlns:a16="http://schemas.microsoft.com/office/drawing/2014/main" id="{6B92B379-5DF3-42CE-5BE0-0053CFE92125}"/>
              </a:ext>
            </a:extLst>
          </p:cNvPr>
          <p:cNvSpPr/>
          <p:nvPr/>
        </p:nvSpPr>
        <p:spPr>
          <a:xfrm>
            <a:off x="8664575" y="3741738"/>
            <a:ext cx="182563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12" name="＞形箭號 20">
            <a:extLst>
              <a:ext uri="{FF2B5EF4-FFF2-40B4-BE49-F238E27FC236}">
                <a16:creationId xmlns:a16="http://schemas.microsoft.com/office/drawing/2014/main" id="{A9EDDB34-6DFA-3A4A-5757-367557BA11D3}"/>
              </a:ext>
            </a:extLst>
          </p:cNvPr>
          <p:cNvSpPr/>
          <p:nvPr/>
        </p:nvSpPr>
        <p:spPr>
          <a:xfrm>
            <a:off x="8477250" y="3741738"/>
            <a:ext cx="182563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141232" y="4082552"/>
            <a:ext cx="7162800" cy="486174"/>
          </a:xfrm>
          <a:noFill/>
        </p:spPr>
        <p:txBody>
          <a:bodyPr tIns="0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28600" y="142476"/>
            <a:ext cx="8686800" cy="329184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zh-TW" altLang="en-US" noProof="0"/>
              <a:t>按一下圖示以新增圖片</a:t>
            </a:r>
            <a:endParaRPr lang="en-US" noProof="0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28600" y="3648842"/>
            <a:ext cx="8075432" cy="422004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3" name="日期版面配置區 4">
            <a:extLst>
              <a:ext uri="{FF2B5EF4-FFF2-40B4-BE49-F238E27FC236}">
                <a16:creationId xmlns:a16="http://schemas.microsoft.com/office/drawing/2014/main" id="{7D737B06-B557-9677-A8FE-E36504886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A95867AA-9DA1-464A-9A8B-C8AD12069320}" type="datetimeFigureOut">
              <a:rPr lang="zh-TW" altLang="en-US"/>
              <a:pPr>
                <a:defRPr/>
              </a:pPr>
              <a:t>2024/12/27</a:t>
            </a:fld>
            <a:endParaRPr lang="zh-TW" altLang="en-US"/>
          </a:p>
        </p:txBody>
      </p:sp>
      <p:sp>
        <p:nvSpPr>
          <p:cNvPr id="14" name="頁尾版面配置區 5">
            <a:extLst>
              <a:ext uri="{FF2B5EF4-FFF2-40B4-BE49-F238E27FC236}">
                <a16:creationId xmlns:a16="http://schemas.microsoft.com/office/drawing/2014/main" id="{181FA70E-7389-250D-EE73-E7E5A8221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zh-TW" altLang="en-US"/>
          </a:p>
        </p:txBody>
      </p:sp>
      <p:sp>
        <p:nvSpPr>
          <p:cNvPr id="15" name="投影片編號版面配置區 6">
            <a:extLst>
              <a:ext uri="{FF2B5EF4-FFF2-40B4-BE49-F238E27FC236}">
                <a16:creationId xmlns:a16="http://schemas.microsoft.com/office/drawing/2014/main" id="{8BE9F47D-87C2-630D-89FC-BABAB55FE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03A7C8-3377-4B00-B9D4-E5844142BEE3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83552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10997"/>
            <a:ext cx="8229600" cy="3289553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9">
            <a:extLst>
              <a:ext uri="{FF2B5EF4-FFF2-40B4-BE49-F238E27FC236}">
                <a16:creationId xmlns:a16="http://schemas.microsoft.com/office/drawing/2014/main" id="{8A3D91FE-DDF8-B920-0926-8484445FA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FA1770-0487-4671-AFA5-53666D1C23B0}" type="datetimeFigureOut">
              <a:rPr lang="zh-TW" altLang="en-US"/>
              <a:pPr>
                <a:defRPr/>
              </a:pPr>
              <a:t>2024/12/27</a:t>
            </a:fld>
            <a:endParaRPr lang="zh-TW" altLang="en-US"/>
          </a:p>
        </p:txBody>
      </p:sp>
      <p:sp>
        <p:nvSpPr>
          <p:cNvPr id="5" name="頁尾版面配置區 21">
            <a:extLst>
              <a:ext uri="{FF2B5EF4-FFF2-40B4-BE49-F238E27FC236}">
                <a16:creationId xmlns:a16="http://schemas.microsoft.com/office/drawing/2014/main" id="{423ED951-EF9D-55E9-3226-A6F25659C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17">
            <a:extLst>
              <a:ext uri="{FF2B5EF4-FFF2-40B4-BE49-F238E27FC236}">
                <a16:creationId xmlns:a16="http://schemas.microsoft.com/office/drawing/2014/main" id="{B12E55BE-E0E5-420A-4D73-2C911D78E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D54E09-2547-49DC-A1C6-6187B228300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3081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44013" y="205980"/>
            <a:ext cx="1777470" cy="419457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1"/>
            <a:ext cx="6324600" cy="419457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9">
            <a:extLst>
              <a:ext uri="{FF2B5EF4-FFF2-40B4-BE49-F238E27FC236}">
                <a16:creationId xmlns:a16="http://schemas.microsoft.com/office/drawing/2014/main" id="{FBE2A940-22B0-E19B-94CF-9E5706832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878A56-1EBD-4C39-A6D0-6EAEF0242E72}" type="datetimeFigureOut">
              <a:rPr lang="zh-TW" altLang="en-US"/>
              <a:pPr>
                <a:defRPr/>
              </a:pPr>
              <a:t>2024/12/27</a:t>
            </a:fld>
            <a:endParaRPr lang="zh-TW" altLang="en-US"/>
          </a:p>
        </p:txBody>
      </p:sp>
      <p:sp>
        <p:nvSpPr>
          <p:cNvPr id="5" name="頁尾版面配置區 21">
            <a:extLst>
              <a:ext uri="{FF2B5EF4-FFF2-40B4-BE49-F238E27FC236}">
                <a16:creationId xmlns:a16="http://schemas.microsoft.com/office/drawing/2014/main" id="{A33B00DC-3CC1-9C0E-4B24-78403108F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17">
            <a:extLst>
              <a:ext uri="{FF2B5EF4-FFF2-40B4-BE49-F238E27FC236}">
                <a16:creationId xmlns:a16="http://schemas.microsoft.com/office/drawing/2014/main" id="{BCF01066-C5E1-2C8B-C3EB-DDDEE159F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033615-2582-47CE-878A-0DB37C8FEAAE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6239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手繪多邊形 12">
            <a:extLst>
              <a:ext uri="{FF2B5EF4-FFF2-40B4-BE49-F238E27FC236}">
                <a16:creationId xmlns:a16="http://schemas.microsoft.com/office/drawing/2014/main" id="{5A0FE838-01B2-9422-9539-A55890F4C9E1}"/>
              </a:ext>
            </a:extLst>
          </p:cNvPr>
          <p:cNvSpPr>
            <a:spLocks/>
          </p:cNvSpPr>
          <p:nvPr/>
        </p:nvSpPr>
        <p:spPr bwMode="auto">
          <a:xfrm>
            <a:off x="500063" y="4459288"/>
            <a:ext cx="4940300" cy="6905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>
              <a:latin typeface="+mn-lt"/>
              <a:ea typeface="+mn-ea"/>
            </a:endParaRPr>
          </a:p>
        </p:txBody>
      </p:sp>
      <p:sp>
        <p:nvSpPr>
          <p:cNvPr id="1027" name="手繪多邊形 11">
            <a:extLst>
              <a:ext uri="{FF2B5EF4-FFF2-40B4-BE49-F238E27FC236}">
                <a16:creationId xmlns:a16="http://schemas.microsoft.com/office/drawing/2014/main" id="{61E91E5F-2120-F00E-F9FD-F9178CD58F1B}"/>
              </a:ext>
            </a:extLst>
          </p:cNvPr>
          <p:cNvSpPr>
            <a:spLocks/>
          </p:cNvSpPr>
          <p:nvPr/>
        </p:nvSpPr>
        <p:spPr bwMode="auto">
          <a:xfrm>
            <a:off x="485775" y="4454525"/>
            <a:ext cx="3690938" cy="700088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748486941 h 588"/>
              <a:gd name="T6" fmla="*/ 2091905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grpSp>
        <p:nvGrpSpPr>
          <p:cNvPr id="14" name="直角三角形 13">
            <a:extLst>
              <a:ext uri="{FF2B5EF4-FFF2-40B4-BE49-F238E27FC236}">
                <a16:creationId xmlns:a16="http://schemas.microsoft.com/office/drawing/2014/main" id="{70EB46C9-DEA3-4621-AB79-7A3BF86E6C36}"/>
              </a:ext>
            </a:extLst>
          </p:cNvPr>
          <p:cNvGrpSpPr>
            <a:grpSpLocks/>
          </p:cNvGrpSpPr>
          <p:nvPr/>
        </p:nvGrpSpPr>
        <p:grpSpPr bwMode="auto">
          <a:xfrm>
            <a:off x="-12700" y="4343400"/>
            <a:ext cx="3416300" cy="812800"/>
            <a:chOff x="-8" y="2736"/>
            <a:chExt cx="2152" cy="512"/>
          </a:xfrm>
        </p:grpSpPr>
        <p:pic>
          <p:nvPicPr>
            <p:cNvPr id="1028" name="直角三角形 13">
              <a:extLst>
                <a:ext uri="{FF2B5EF4-FFF2-40B4-BE49-F238E27FC236}">
                  <a16:creationId xmlns:a16="http://schemas.microsoft.com/office/drawing/2014/main" id="{901247AE-F9D5-30DD-7F2B-2B78F2D83633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8" y="2736"/>
              <a:ext cx="2152" cy="5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29" name="Text Box 5">
              <a:extLst>
                <a:ext uri="{FF2B5EF4-FFF2-40B4-BE49-F238E27FC236}">
                  <a16:creationId xmlns:a16="http://schemas.microsoft.com/office/drawing/2014/main" id="{A2AAD9EA-9010-92F1-779F-E62A6953B4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" y="3034"/>
              <a:ext cx="1071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/>
              <a:endParaRPr kumimoji="0" lang="en-US" altLang="zh-TW">
                <a:solidFill>
                  <a:srgbClr val="FFFFFF"/>
                </a:solidFill>
                <a:latin typeface="Lucida Sans Unicode" panose="020B0602030504020204" pitchFamily="34" charset="0"/>
              </a:endParaRPr>
            </a:p>
          </p:txBody>
        </p:sp>
      </p:grp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9ADAE1C5-6912-F88C-580E-55C41A3DC30F}"/>
              </a:ext>
            </a:extLst>
          </p:cNvPr>
          <p:cNvCxnSpPr/>
          <p:nvPr/>
        </p:nvCxnSpPr>
        <p:spPr>
          <a:xfrm>
            <a:off x="-9237" y="4340804"/>
            <a:ext cx="3405509" cy="813287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標題版面配置區 8">
            <a:extLst>
              <a:ext uri="{FF2B5EF4-FFF2-40B4-BE49-F238E27FC236}">
                <a16:creationId xmlns:a16="http://schemas.microsoft.com/office/drawing/2014/main" id="{9B05D0B5-51A3-5909-67CD-B709C872C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033" name="文字版面配置區 29">
            <a:extLst>
              <a:ext uri="{FF2B5EF4-FFF2-40B4-BE49-F238E27FC236}">
                <a16:creationId xmlns:a16="http://schemas.microsoft.com/office/drawing/2014/main" id="{50F68306-9380-842F-0F6F-E62270E9C9D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1112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sp>
        <p:nvSpPr>
          <p:cNvPr id="10" name="日期版面配置區 9">
            <a:extLst>
              <a:ext uri="{FF2B5EF4-FFF2-40B4-BE49-F238E27FC236}">
                <a16:creationId xmlns:a16="http://schemas.microsoft.com/office/drawing/2014/main" id="{13328567-A7AA-0598-A1BE-4CA8B2B585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727825" y="4805363"/>
            <a:ext cx="1919288" cy="274637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1"/>
                </a:solidFill>
                <a:latin typeface="+mn-lt"/>
                <a:ea typeface="+mn-ea"/>
              </a:defRPr>
            </a:lvl1pPr>
            <a:extLst/>
          </a:lstStyle>
          <a:p>
            <a:pPr>
              <a:defRPr/>
            </a:pPr>
            <a:fld id="{58EDCDA4-655A-49E4-944E-83603CB2A9A0}" type="datetimeFigureOut">
              <a:rPr lang="zh-TW" altLang="en-US"/>
              <a:pPr>
                <a:defRPr/>
              </a:pPr>
              <a:t>2024/12/27</a:t>
            </a:fld>
            <a:endParaRPr lang="zh-TW" altLang="en-US"/>
          </a:p>
        </p:txBody>
      </p:sp>
      <p:sp>
        <p:nvSpPr>
          <p:cNvPr id="22" name="頁尾版面配置區 21">
            <a:extLst>
              <a:ext uri="{FF2B5EF4-FFF2-40B4-BE49-F238E27FC236}">
                <a16:creationId xmlns:a16="http://schemas.microsoft.com/office/drawing/2014/main" id="{3CFBC122-39E4-C0C6-20BC-8C20252789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13" y="4805363"/>
            <a:ext cx="2351087" cy="274637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1"/>
                </a:solidFill>
                <a:latin typeface="+mn-lt"/>
                <a:ea typeface="+mn-ea"/>
              </a:defRPr>
            </a:lvl1pPr>
            <a:extLst/>
          </a:lstStyle>
          <a:p>
            <a:pPr>
              <a:defRPr/>
            </a:pPr>
            <a:endParaRPr lang="zh-TW" altLang="en-US"/>
          </a:p>
        </p:txBody>
      </p:sp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EED00B95-BA2D-BD36-233C-B07B9FFD77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7113" y="4805363"/>
            <a:ext cx="366712" cy="27463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000">
                <a:latin typeface="Lucida Sans Unicode" panose="020B0602030504020204" pitchFamily="34" charset="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EB63F842-3D89-4AB5-8D72-3A26BC8DFFA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21" r:id="rId1"/>
    <p:sldLayoutId id="2147484117" r:id="rId2"/>
    <p:sldLayoutId id="2147484122" r:id="rId3"/>
    <p:sldLayoutId id="2147484123" r:id="rId4"/>
    <p:sldLayoutId id="2147484124" r:id="rId5"/>
    <p:sldLayoutId id="2147484125" r:id="rId6"/>
    <p:sldLayoutId id="2147484118" r:id="rId7"/>
    <p:sldLayoutId id="2147484126" r:id="rId8"/>
    <p:sldLayoutId id="2147484127" r:id="rId9"/>
    <p:sldLayoutId id="2147484119" r:id="rId10"/>
    <p:sldLayoutId id="2147484120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微軟正黑體" panose="020B0604030504040204" pitchFamily="34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微軟正黑體" panose="020B0604030504040204" pitchFamily="34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微軟正黑體" panose="020B0604030504040204" pitchFamily="34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微軟正黑體" panose="020B0604030504040204" pitchFamily="34" charset="-120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微軟正黑體" panose="020B0604030504040204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微軟正黑體" panose="020B0604030504040204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微軟正黑體" panose="020B0604030504040204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微軟正黑體" panose="020B0604030504040204" pitchFamily="34" charset="-120"/>
        </a:defRPr>
      </a:lvl9pPr>
      <a:extLst/>
    </p:titleStyle>
    <p:bodyStyle>
      <a:lvl1pPr marL="365125" indent="-255588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0713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8838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標題 1">
            <a:extLst>
              <a:ext uri="{FF2B5EF4-FFF2-40B4-BE49-F238E27FC236}">
                <a16:creationId xmlns:a16="http://schemas.microsoft.com/office/drawing/2014/main" id="{9DA239F2-3446-54F2-6A01-D4E090A8A658}"/>
              </a:ext>
            </a:extLst>
          </p:cNvPr>
          <p:cNvPicPr>
            <a:picLocks noGrp="1" noChangeArrowheads="1"/>
          </p:cNvPicPr>
          <p:nvPr>
            <p:ph type="ctrTitle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0" y="1308100"/>
            <a:ext cx="8064500" cy="1663700"/>
          </a:xfr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內容版面配置區 2">
            <a:extLst>
              <a:ext uri="{FF2B5EF4-FFF2-40B4-BE49-F238E27FC236}">
                <a16:creationId xmlns:a16="http://schemas.microsoft.com/office/drawing/2014/main" id="{85289453-3B38-3695-4613-AADD1307B3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12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solidFill>
                  <a:srgbClr val="000099"/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2400" b="1">
                <a:solidFill>
                  <a:srgbClr val="000099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加拉太書五 </a:t>
            </a:r>
            <a:r>
              <a:rPr lang="en-US" altLang="zh-TW" sz="2400" b="1">
                <a:solidFill>
                  <a:srgbClr val="000099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22~23</a:t>
            </a:r>
            <a:r>
              <a:rPr lang="en-US" altLang="zh-TW" sz="2400" b="1">
                <a:solidFill>
                  <a:srgbClr val="000099"/>
                </a:solidFill>
                <a:latin typeface="微軟正黑體" panose="020B0604030504040204" pitchFamily="34" charset="-120"/>
              </a:rPr>
              <a:t>】</a:t>
            </a:r>
          </a:p>
          <a:p>
            <a:pPr marL="0" indent="0" eaLnBrk="1" hangingPunct="1">
              <a:spcBef>
                <a:spcPct val="0"/>
              </a:spcBef>
              <a:spcAft>
                <a:spcPts val="1200"/>
              </a:spcAft>
              <a:buFont typeface="Wingdings 3" panose="05040102010807070707" pitchFamily="18" charset="2"/>
              <a:buNone/>
            </a:pPr>
            <a:r>
              <a:rPr lang="zh-TW" altLang="en-US" sz="3200" b="1">
                <a:solidFill>
                  <a:srgbClr val="000099"/>
                </a:solidFill>
                <a:latin typeface="微軟正黑體" panose="020B0604030504040204" pitchFamily="34" charset="-120"/>
              </a:rPr>
              <a:t>聖靈所結的果子，就是仁愛、喜樂、和平、忍耐、恩慈、良善、信實、溫柔、節制。這樣的事沒有律法禁止。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79A5D69F-9A32-8F61-F7A6-284440C44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endParaRPr lang="zh-TW" altLang="en-US" dirty="0">
              <a:solidFill>
                <a:srgbClr val="00009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3BB8C821-0081-BEDE-692F-C55825C8B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0533"/>
            <a:ext cx="8229600" cy="857250"/>
          </a:xfrm>
        </p:spPr>
        <p:txBody>
          <a:bodyPr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000099"/>
                </a:solidFill>
                <a:effectLst/>
              </a:rPr>
              <a:t>一、什麼是性格？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標題 2">
            <a:extLst>
              <a:ext uri="{FF2B5EF4-FFF2-40B4-BE49-F238E27FC236}">
                <a16:creationId xmlns:a16="http://schemas.microsoft.com/office/drawing/2014/main" id="{559ECB85-2737-98D4-29DF-B29AE95F2FB4}"/>
              </a:ext>
            </a:extLst>
          </p:cNvPr>
          <p:cNvPicPr>
            <a:picLocks noGrp="1" noChangeArrowheads="1"/>
          </p:cNvPicPr>
          <p:nvPr>
            <p:ph type="title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17500"/>
            <a:ext cx="8458200" cy="1816100"/>
          </a:xfrm>
        </p:spPr>
      </p:pic>
      <p:sp>
        <p:nvSpPr>
          <p:cNvPr id="5" name="標題 2">
            <a:extLst>
              <a:ext uri="{FF2B5EF4-FFF2-40B4-BE49-F238E27FC236}">
                <a16:creationId xmlns:a16="http://schemas.microsoft.com/office/drawing/2014/main" id="{4BADAE16-CDCA-0390-2665-CCC808ECFEDE}"/>
              </a:ext>
            </a:extLst>
          </p:cNvPr>
          <p:cNvSpPr txBox="1">
            <a:spLocks/>
          </p:cNvSpPr>
          <p:nvPr/>
        </p:nvSpPr>
        <p:spPr>
          <a:xfrm>
            <a:off x="4716016" y="1059582"/>
            <a:ext cx="3096344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行為模式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內容版面配置區 1">
            <a:extLst>
              <a:ext uri="{FF2B5EF4-FFF2-40B4-BE49-F238E27FC236}">
                <a16:creationId xmlns:a16="http://schemas.microsoft.com/office/drawing/2014/main" id="{8C54C137-9C0D-CE5C-6E7D-68F772FAD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4075" y="1265238"/>
            <a:ext cx="3671888" cy="3541712"/>
          </a:xfrm>
        </p:spPr>
        <p:txBody>
          <a:bodyPr/>
          <a:lstStyle/>
          <a:p>
            <a:pPr marL="571500" indent="-571500" eaLnBrk="1" hangingPunct="1">
              <a:spcBef>
                <a:spcPct val="0"/>
              </a:spcBef>
              <a:spcAft>
                <a:spcPts val="2400"/>
              </a:spcAft>
              <a:buFont typeface="Wingdings" panose="05000000000000000000" pitchFamily="2" charset="2"/>
              <a:buChar char="u"/>
            </a:pPr>
            <a:r>
              <a:rPr lang="zh-TW" altLang="en-US" sz="3600" b="1">
                <a:latin typeface="微軟正黑體" panose="020B0604030504040204" pitchFamily="34" charset="-120"/>
                <a:cs typeface="Times New Roman" panose="02020603050405020304" pitchFamily="18" charset="0"/>
              </a:rPr>
              <a:t>態度</a:t>
            </a:r>
          </a:p>
          <a:p>
            <a:pPr marL="571500" indent="-571500" eaLnBrk="1" hangingPunct="1">
              <a:spcBef>
                <a:spcPct val="0"/>
              </a:spcBef>
              <a:spcAft>
                <a:spcPts val="2400"/>
              </a:spcAft>
              <a:buFont typeface="Wingdings" panose="05000000000000000000" pitchFamily="2" charset="2"/>
              <a:buChar char="u"/>
            </a:pPr>
            <a:r>
              <a:rPr lang="zh-TW" altLang="en-US" sz="3600" b="1">
                <a:latin typeface="微軟正黑體" panose="020B0604030504040204" pitchFamily="34" charset="-120"/>
                <a:cs typeface="Times New Roman" panose="02020603050405020304" pitchFamily="18" charset="0"/>
              </a:rPr>
              <a:t>意志	</a:t>
            </a:r>
          </a:p>
          <a:p>
            <a:pPr marL="571500" indent="-571500" eaLnBrk="1" hangingPunct="1">
              <a:spcBef>
                <a:spcPct val="0"/>
              </a:spcBef>
              <a:spcAft>
                <a:spcPts val="2400"/>
              </a:spcAft>
              <a:buFont typeface="Wingdings" panose="05000000000000000000" pitchFamily="2" charset="2"/>
              <a:buChar char="u"/>
            </a:pPr>
            <a:r>
              <a:rPr lang="zh-TW" altLang="en-US" sz="3600" b="1">
                <a:latin typeface="微軟正黑體" panose="020B0604030504040204" pitchFamily="34" charset="-120"/>
                <a:cs typeface="Times New Roman" panose="02020603050405020304" pitchFamily="18" charset="0"/>
              </a:rPr>
              <a:t>情绪	</a:t>
            </a:r>
          </a:p>
          <a:p>
            <a:pPr marL="571500" indent="-571500" eaLnBrk="1" hangingPunct="1">
              <a:spcBef>
                <a:spcPct val="0"/>
              </a:spcBef>
              <a:spcAft>
                <a:spcPts val="2400"/>
              </a:spcAft>
              <a:buFont typeface="Wingdings" panose="05000000000000000000" pitchFamily="2" charset="2"/>
              <a:buChar char="u"/>
            </a:pPr>
            <a:r>
              <a:rPr lang="zh-TW" altLang="en-US" sz="3600" b="1">
                <a:latin typeface="微軟正黑體" panose="020B0604030504040204" pitchFamily="34" charset="-120"/>
                <a:cs typeface="Times New Roman" panose="02020603050405020304" pitchFamily="18" charset="0"/>
              </a:rPr>
              <a:t>理智	</a:t>
            </a:r>
          </a:p>
        </p:txBody>
      </p:sp>
      <p:pic>
        <p:nvPicPr>
          <p:cNvPr id="3" name="標題 2">
            <a:extLst>
              <a:ext uri="{FF2B5EF4-FFF2-40B4-BE49-F238E27FC236}">
                <a16:creationId xmlns:a16="http://schemas.microsoft.com/office/drawing/2014/main" id="{491F5201-3A41-6769-912A-B5DC3E647DA2}"/>
              </a:ext>
            </a:extLst>
          </p:cNvPr>
          <p:cNvPicPr>
            <a:picLocks noGrp="1" noChangeArrowheads="1"/>
          </p:cNvPicPr>
          <p:nvPr>
            <p:ph type="title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66700"/>
            <a:ext cx="8458200" cy="1181100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標題 2">
            <a:extLst>
              <a:ext uri="{FF2B5EF4-FFF2-40B4-BE49-F238E27FC236}">
                <a16:creationId xmlns:a16="http://schemas.microsoft.com/office/drawing/2014/main" id="{A9C033AB-CAD2-9BFC-D7CE-70E05BA270B5}"/>
              </a:ext>
            </a:extLst>
          </p:cNvPr>
          <p:cNvPicPr>
            <a:picLocks noGrp="1" noChangeArrowheads="1"/>
          </p:cNvPicPr>
          <p:nvPr>
            <p:ph type="title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" y="355600"/>
            <a:ext cx="8420100" cy="2070100"/>
          </a:xfrm>
        </p:spPr>
      </p:pic>
      <p:sp>
        <p:nvSpPr>
          <p:cNvPr id="5" name="標題 2">
            <a:extLst>
              <a:ext uri="{FF2B5EF4-FFF2-40B4-BE49-F238E27FC236}">
                <a16:creationId xmlns:a16="http://schemas.microsoft.com/office/drawing/2014/main" id="{17B284A0-2494-BA35-5E70-458DD6AB1500}"/>
              </a:ext>
            </a:extLst>
          </p:cNvPr>
          <p:cNvSpPr txBox="1">
            <a:spLocks/>
          </p:cNvSpPr>
          <p:nvPr/>
        </p:nvSpPr>
        <p:spPr>
          <a:xfrm>
            <a:off x="1835696" y="1491630"/>
            <a:ext cx="3096344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sz="3600" dirty="0">
                <a:solidFill>
                  <a:srgbClr val="C00000"/>
                </a:solidFill>
                <a:effectLst/>
              </a:rPr>
              <a:t>改變性格</a:t>
            </a:r>
          </a:p>
        </p:txBody>
      </p:sp>
      <p:sp>
        <p:nvSpPr>
          <p:cNvPr id="18435" name="內容版面配置區 1">
            <a:extLst>
              <a:ext uri="{FF2B5EF4-FFF2-40B4-BE49-F238E27FC236}">
                <a16:creationId xmlns:a16="http://schemas.microsoft.com/office/drawing/2014/main" id="{7943F0EC-3933-51FF-BAB6-A17A27A9B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188" y="2582863"/>
            <a:ext cx="8229600" cy="2427287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12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耶利米書十三 </a:t>
            </a: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23】</a:t>
            </a:r>
            <a:r>
              <a:rPr lang="en-US" altLang="zh-TW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	</a:t>
            </a:r>
          </a:p>
          <a:p>
            <a:pPr marL="0" indent="0" eaLnBrk="1" hangingPunct="1"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古實人</a:t>
            </a:r>
            <a:r>
              <a:rPr lang="zh-TW" altLang="en-US" sz="30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豈能改變皮膚呢？豹豈能改變斑點呢？</a:t>
            </a:r>
            <a:br>
              <a:rPr lang="en-US" altLang="zh-TW" sz="30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若能，你們這習慣行惡的便能行善了。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375B1775-34C1-95EB-065B-2EC7B62169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4763"/>
            <a:ext cx="8229600" cy="4033837"/>
          </a:xfrm>
        </p:spPr>
        <p:txBody>
          <a:bodyPr/>
          <a:lstStyle/>
          <a:p>
            <a:pPr marL="323850" indent="-32385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彼得性格的優點：	</a:t>
            </a:r>
          </a:p>
          <a:p>
            <a:pPr marL="323850" indent="-32385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標楷體" pitchFamily="65" charset="-120"/>
                <a:ea typeface="標楷體" pitchFamily="65" charset="-120"/>
                <a:cs typeface="Times New Roman" panose="02020603050405020304" pitchFamily="18" charset="0"/>
              </a:rPr>
              <a:t>‧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行動果決：聽見耶穌的呼召就立刻捨網跟隨耶穌。	</a:t>
            </a:r>
          </a:p>
          <a:p>
            <a:pPr marL="323850" indent="-323850" algn="r" eaLnBrk="1" hangingPunct="1">
              <a:spcBef>
                <a:spcPct val="0"/>
              </a:spcBef>
              <a:spcAft>
                <a:spcPts val="18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solidFill>
                  <a:srgbClr val="FF0000"/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2400" b="1">
                <a:solidFill>
                  <a:srgbClr val="FF0000"/>
                </a:solidFill>
                <a:latin typeface="微軟正黑體" panose="020B0604030504040204" pitchFamily="34" charset="-120"/>
              </a:rPr>
              <a:t>馬太福音四 </a:t>
            </a:r>
            <a:r>
              <a:rPr lang="en-US" altLang="zh-TW" sz="2400" b="1">
                <a:solidFill>
                  <a:srgbClr val="FF0000"/>
                </a:solidFill>
                <a:latin typeface="微軟正黑體" panose="020B0604030504040204" pitchFamily="34" charset="-120"/>
              </a:rPr>
              <a:t>19-20】</a:t>
            </a:r>
          </a:p>
          <a:p>
            <a:pPr marL="323850" indent="-32385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標楷體" pitchFamily="65" charset="-120"/>
                <a:ea typeface="標楷體" pitchFamily="65" charset="-120"/>
              </a:rPr>
              <a:t>‧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勇於認錯：原本不相信耶穌能教他捕魚之道，但卻得到滿滿漁獲，立刻下跪承認自己是個罪人。</a:t>
            </a:r>
            <a:endParaRPr lang="en-US" altLang="zh-TW" sz="2400" b="1">
              <a:latin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23850" indent="-323850" algn="r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solidFill>
                  <a:srgbClr val="FF0000"/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2400" b="1">
                <a:solidFill>
                  <a:srgbClr val="FF0000"/>
                </a:solidFill>
                <a:latin typeface="微軟正黑體" panose="020B0604030504040204" pitchFamily="34" charset="-120"/>
              </a:rPr>
              <a:t>路加福音五 </a:t>
            </a:r>
            <a:r>
              <a:rPr lang="en-US" altLang="zh-TW" sz="2400" b="1">
                <a:solidFill>
                  <a:srgbClr val="FF0000"/>
                </a:solidFill>
                <a:latin typeface="微軟正黑體" panose="020B0604030504040204" pitchFamily="34" charset="-120"/>
              </a:rPr>
              <a:t>4-8】</a:t>
            </a:r>
            <a:endParaRPr lang="zh-TW" altLang="en-US" sz="3000" b="1">
              <a:solidFill>
                <a:srgbClr val="FF0000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E638D0BB-113C-4DB4-89C6-A7BE97C7B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0533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4.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每一種性格同時具有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　　</a:t>
            </a:r>
            <a:r>
              <a:rPr lang="en-US" altLang="zh-TW" dirty="0">
                <a:solidFill>
                  <a:schemeClr val="bg1"/>
                </a:solidFill>
                <a:effectLst/>
              </a:rPr>
              <a:t>.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4751A723-CA8A-7C00-303C-E47121F542F4}"/>
              </a:ext>
            </a:extLst>
          </p:cNvPr>
          <p:cNvSpPr txBox="1">
            <a:spLocks/>
          </p:cNvSpPr>
          <p:nvPr/>
        </p:nvSpPr>
        <p:spPr>
          <a:xfrm>
            <a:off x="5508104" y="355831"/>
            <a:ext cx="3024336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優點和缺點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C06A05A1-E849-C9F9-D5FE-7EB4233C3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4763"/>
            <a:ext cx="8229600" cy="4033837"/>
          </a:xfrm>
        </p:spPr>
        <p:txBody>
          <a:bodyPr/>
          <a:lstStyle/>
          <a:p>
            <a:pPr marL="323850" indent="-32385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彼得性格的優點：	</a:t>
            </a:r>
          </a:p>
          <a:p>
            <a:pPr marL="323850" indent="-32385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標楷體" pitchFamily="65" charset="-120"/>
                <a:ea typeface="標楷體" pitchFamily="65" charset="-120"/>
                <a:cs typeface="Times New Roman" panose="02020603050405020304" pitchFamily="18" charset="0"/>
              </a:rPr>
              <a:t>‧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感情豐富：聽到耶穌將有危難，就極力勸阻。</a:t>
            </a:r>
            <a:endParaRPr lang="en-US" altLang="zh-TW" sz="2400" b="1">
              <a:latin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23850" indent="-323850" algn="r" eaLnBrk="1" hangingPunct="1">
              <a:spcBef>
                <a:spcPct val="0"/>
              </a:spcBef>
              <a:spcAft>
                <a:spcPts val="18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solidFill>
                  <a:srgbClr val="FF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solidFill>
                  <a:srgbClr val="FF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馬太福音十六 </a:t>
            </a:r>
            <a:r>
              <a:rPr lang="en-US" altLang="zh-TW" sz="2400" b="1">
                <a:solidFill>
                  <a:srgbClr val="FF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21-23】</a:t>
            </a:r>
          </a:p>
          <a:p>
            <a:pPr marL="323850" indent="-32385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標楷體" pitchFamily="65" charset="-120"/>
                <a:ea typeface="標楷體" pitchFamily="65" charset="-120"/>
              </a:rPr>
              <a:t>‧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熱情率真：當耶穌在復活後於提比哩亞海邊顯現時，他一聽見是主，就興奮地往海裡跳，向耶穌游去。</a:t>
            </a:r>
            <a:endParaRPr lang="en-US" altLang="zh-TW" sz="2400" b="1">
              <a:latin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23850" indent="-323850" algn="r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solidFill>
                  <a:srgbClr val="FF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solidFill>
                  <a:srgbClr val="FF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約翰福音二十一 </a:t>
            </a:r>
            <a:r>
              <a:rPr lang="en-US" altLang="zh-TW" sz="2400" b="1">
                <a:solidFill>
                  <a:srgbClr val="FF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7】</a:t>
            </a:r>
            <a:endParaRPr lang="zh-TW" altLang="en-US" sz="3000" b="1">
              <a:solidFill>
                <a:srgbClr val="FF0000"/>
              </a:solidFill>
              <a:latin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12EF1C29-BF26-8DD7-9005-757062245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9888"/>
            <a:ext cx="8229600" cy="85725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2F36E36E-3523-D6F8-4FA4-5584FAD75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4763"/>
            <a:ext cx="8229600" cy="4033837"/>
          </a:xfrm>
        </p:spPr>
        <p:txBody>
          <a:bodyPr/>
          <a:lstStyle/>
          <a:p>
            <a:pPr marL="323850" indent="-32385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彼得性格的缺點：	</a:t>
            </a:r>
          </a:p>
          <a:p>
            <a:pPr marL="323850" indent="-32385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標楷體" pitchFamily="65" charset="-120"/>
                <a:ea typeface="標楷體" pitchFamily="65" charset="-120"/>
                <a:cs typeface="Times New Roman" panose="02020603050405020304" pitchFamily="18" charset="0"/>
              </a:rPr>
              <a:t>‧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行事衝動：為保護耶穌，用刀子削掉大祭司僕人的右耳。</a:t>
            </a:r>
            <a:endParaRPr lang="en-US" altLang="zh-TW" sz="2400" b="1">
              <a:latin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23850" indent="-323850" algn="r" eaLnBrk="1" hangingPunct="1">
              <a:spcBef>
                <a:spcPct val="0"/>
              </a:spcBef>
              <a:spcAft>
                <a:spcPts val="18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solidFill>
                  <a:srgbClr val="FF0000"/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2400" b="1">
                <a:solidFill>
                  <a:srgbClr val="FF0000"/>
                </a:solidFill>
                <a:latin typeface="微軟正黑體" panose="020B0604030504040204" pitchFamily="34" charset="-120"/>
              </a:rPr>
              <a:t>約翰福音十八 </a:t>
            </a:r>
            <a:r>
              <a:rPr lang="en-US" altLang="zh-TW" sz="2400" b="1">
                <a:solidFill>
                  <a:srgbClr val="FF0000"/>
                </a:solidFill>
                <a:latin typeface="微軟正黑體" panose="020B0604030504040204" pitchFamily="34" charset="-120"/>
              </a:rPr>
              <a:t>10】</a:t>
            </a:r>
          </a:p>
          <a:p>
            <a:pPr marL="323850" indent="-32385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微軟正黑體" panose="020B0604030504040204" pitchFamily="34" charset="-120"/>
              </a:rPr>
              <a:t>‧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意志力薄弱： 原本信誓旦旦要與耶穌同死也不會不認主，卻在耶穌被抓後三次不認主。</a:t>
            </a:r>
            <a:endParaRPr lang="en-US" altLang="zh-TW" sz="2400" b="1">
              <a:latin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23850" indent="-323850" algn="r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solidFill>
                  <a:srgbClr val="FF0000"/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2400" b="1">
                <a:solidFill>
                  <a:srgbClr val="FF0000"/>
                </a:solidFill>
                <a:latin typeface="微軟正黑體" panose="020B0604030504040204" pitchFamily="34" charset="-120"/>
              </a:rPr>
              <a:t>馬太福音二十六 </a:t>
            </a:r>
            <a:r>
              <a:rPr lang="en-US" altLang="zh-TW" sz="2400" b="1">
                <a:solidFill>
                  <a:srgbClr val="FF0000"/>
                </a:solidFill>
                <a:latin typeface="微軟正黑體" panose="020B0604030504040204" pitchFamily="34" charset="-120"/>
              </a:rPr>
              <a:t>69-75】</a:t>
            </a:r>
            <a:endParaRPr lang="zh-TW" altLang="en-US" sz="3000" b="1">
              <a:solidFill>
                <a:srgbClr val="FF0000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01C70F68-6C95-2C83-A0B6-6685BA020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9888"/>
            <a:ext cx="8229600" cy="85725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標題 2">
            <a:extLst>
              <a:ext uri="{FF2B5EF4-FFF2-40B4-BE49-F238E27FC236}">
                <a16:creationId xmlns:a16="http://schemas.microsoft.com/office/drawing/2014/main" id="{DDD9EC6F-05A5-8082-31B8-7DD8AF8BD87F}"/>
              </a:ext>
            </a:extLst>
          </p:cNvPr>
          <p:cNvPicPr>
            <a:picLocks noGrp="1" noChangeArrowheads="1"/>
          </p:cNvPicPr>
          <p:nvPr>
            <p:ph type="title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17500"/>
            <a:ext cx="8458200" cy="1816100"/>
          </a:xfrm>
        </p:spPr>
      </p:pic>
      <p:sp>
        <p:nvSpPr>
          <p:cNvPr id="5" name="標題 2">
            <a:extLst>
              <a:ext uri="{FF2B5EF4-FFF2-40B4-BE49-F238E27FC236}">
                <a16:creationId xmlns:a16="http://schemas.microsoft.com/office/drawing/2014/main" id="{6F24AB22-558D-351E-6CEC-D0CA104BB059}"/>
              </a:ext>
            </a:extLst>
          </p:cNvPr>
          <p:cNvSpPr txBox="1">
            <a:spLocks/>
          </p:cNvSpPr>
          <p:nvPr/>
        </p:nvSpPr>
        <p:spPr>
          <a:xfrm>
            <a:off x="2123728" y="1059582"/>
            <a:ext cx="3096344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成就大事</a:t>
            </a:r>
          </a:p>
        </p:txBody>
      </p:sp>
      <p:sp>
        <p:nvSpPr>
          <p:cNvPr id="18436" name="內容版面配置區 1">
            <a:extLst>
              <a:ext uri="{FF2B5EF4-FFF2-40B4-BE49-F238E27FC236}">
                <a16:creationId xmlns:a16="http://schemas.microsoft.com/office/drawing/2014/main" id="{489119CF-9EA1-D00C-F768-34F168361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088" y="1851025"/>
            <a:ext cx="8229600" cy="3392488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  <a:defRPr/>
            </a:pPr>
            <a:r>
              <a:rPr lang="en-US" altLang="zh-TW" sz="2000" b="1" dirty="0">
                <a:latin typeface="+mj-ea"/>
                <a:ea typeface="+mj-ea"/>
                <a:cs typeface="Times New Roman" panose="02020603050405020304" pitchFamily="18" charset="0"/>
              </a:rPr>
              <a:t>【</a:t>
            </a:r>
            <a:r>
              <a:rPr lang="zh-TW" altLang="en-US" sz="2000" b="1" dirty="0">
                <a:latin typeface="+mj-ea"/>
                <a:ea typeface="+mj-ea"/>
                <a:cs typeface="Times New Roman" panose="02020603050405020304" pitchFamily="18" charset="0"/>
              </a:rPr>
              <a:t>哥林多後書五 </a:t>
            </a:r>
            <a:r>
              <a:rPr lang="en-US" altLang="zh-TW" sz="2000" b="1" dirty="0">
                <a:latin typeface="+mj-ea"/>
                <a:ea typeface="+mj-ea"/>
                <a:cs typeface="Times New Roman" panose="02020603050405020304" pitchFamily="18" charset="0"/>
              </a:rPr>
              <a:t>17】</a:t>
            </a:r>
            <a:r>
              <a:rPr lang="en-US" altLang="zh-TW" sz="2800" b="1" dirty="0">
                <a:latin typeface="+mj-ea"/>
                <a:ea typeface="+mj-ea"/>
                <a:cs typeface="Times New Roman" panose="02020603050405020304" pitchFamily="18" charset="0"/>
              </a:rPr>
              <a:t>	</a:t>
            </a:r>
          </a:p>
          <a:p>
            <a:pPr marL="0" indent="0" eaLnBrk="1" hangingPunct="1">
              <a:spcBef>
                <a:spcPct val="0"/>
              </a:spcBef>
              <a:spcAft>
                <a:spcPts val="1200"/>
              </a:spcAft>
              <a:buFont typeface="Wingdings 3" panose="05040102010807070707" pitchFamily="18" charset="2"/>
              <a:buNone/>
              <a:defRPr/>
            </a:pPr>
            <a:r>
              <a:rPr lang="en-US" altLang="zh-TW" sz="2800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	</a:t>
            </a:r>
            <a:r>
              <a:rPr lang="zh-TW" altLang="en-US" sz="2800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若有人在基督裏，他就是新造的人，</a:t>
            </a:r>
            <a:endParaRPr lang="en-US" altLang="zh-TW" sz="2800" b="1" dirty="0">
              <a:solidFill>
                <a:srgbClr val="FF0000"/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ct val="0"/>
              </a:spcBef>
              <a:spcAft>
                <a:spcPts val="1200"/>
              </a:spcAft>
              <a:buFont typeface="Wingdings 3" panose="05040102010807070707" pitchFamily="18" charset="2"/>
              <a:buNone/>
              <a:defRPr/>
            </a:pPr>
            <a:r>
              <a:rPr lang="en-US" altLang="zh-TW" sz="2800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	</a:t>
            </a:r>
            <a:r>
              <a:rPr lang="zh-TW" altLang="en-US" sz="2800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舊事已過，都變成新的了。</a:t>
            </a:r>
            <a:endParaRPr lang="en-US" altLang="zh-TW" sz="2800" b="1" dirty="0">
              <a:solidFill>
                <a:srgbClr val="FF0000"/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ct val="0"/>
              </a:spcBef>
              <a:buFont typeface="Wingdings 3" panose="05040102010807070707" pitchFamily="18" charset="2"/>
              <a:buNone/>
              <a:defRPr/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    </a:t>
            </a:r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	</a:t>
            </a: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&gt;</a:t>
            </a: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4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彼得的改變：從衝動輕率到成熟平穩</a:t>
            </a:r>
            <a:endParaRPr lang="en-US" altLang="zh-TW" sz="2400" b="1" dirty="0">
              <a:latin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ct val="0"/>
              </a:spcBef>
              <a:buFont typeface="Wingdings 3" panose="05040102010807070707" pitchFamily="18" charset="2"/>
              <a:buNone/>
              <a:defRPr/>
            </a:pPr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	</a:t>
            </a: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&gt;</a:t>
            </a: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4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約翰的改變：從脾氣暴躁到寬廣有愛</a:t>
            </a:r>
            <a:endParaRPr lang="en-US" altLang="zh-TW" sz="2400" b="1" dirty="0">
              <a:latin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ct val="0"/>
              </a:spcBef>
              <a:buFont typeface="Wingdings 3" panose="05040102010807070707" pitchFamily="18" charset="2"/>
              <a:buNone/>
              <a:defRPr/>
            </a:pPr>
            <a:r>
              <a:rPr lang="en-US" altLang="zh-TW" sz="24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	</a:t>
            </a: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&gt;</a:t>
            </a: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4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保羅的改變：從驕傲、自以為義到謙卑事主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標題 2">
            <a:extLst>
              <a:ext uri="{FF2B5EF4-FFF2-40B4-BE49-F238E27FC236}">
                <a16:creationId xmlns:a16="http://schemas.microsoft.com/office/drawing/2014/main" id="{17FBED91-4462-8657-84B4-783F5846271D}"/>
              </a:ext>
            </a:extLst>
          </p:cNvPr>
          <p:cNvPicPr>
            <a:picLocks noGrp="1" noChangeArrowheads="1"/>
          </p:cNvPicPr>
          <p:nvPr>
            <p:ph type="title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66700"/>
            <a:ext cx="8458200" cy="1117600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4C91CE0C-73EE-4476-EDA7-5049C89F7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4763"/>
            <a:ext cx="8229600" cy="4033837"/>
          </a:xfrm>
        </p:spPr>
        <p:txBody>
          <a:bodyPr/>
          <a:lstStyle/>
          <a:p>
            <a:pPr marL="342900" indent="-342900" eaLnBrk="1" hangingPunct="1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u"/>
            </a:pP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參孫：任性幼稚、被情慾所困，後被非利士人挖去雙眼，用銅鍊鎖住，在監裡推磨，最終與敵人同歸於盡。</a:t>
            </a:r>
            <a:endParaRPr lang="en-US" altLang="zh-TW" sz="2400" b="1">
              <a:latin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42900" indent="-342900" algn="r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solidFill>
                  <a:srgbClr val="FF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solidFill>
                  <a:srgbClr val="FF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詳見士師記第 </a:t>
            </a:r>
            <a:r>
              <a:rPr lang="en-US" altLang="zh-TW" sz="2400" b="1">
                <a:solidFill>
                  <a:srgbClr val="FF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13 </a:t>
            </a:r>
            <a:r>
              <a:rPr lang="zh-TW" altLang="en-US" sz="2400" b="1">
                <a:solidFill>
                  <a:srgbClr val="FF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章至第</a:t>
            </a:r>
            <a:r>
              <a:rPr lang="en-US" altLang="zh-TW" sz="2400" b="1">
                <a:solidFill>
                  <a:srgbClr val="FF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16 </a:t>
            </a:r>
            <a:r>
              <a:rPr lang="zh-TW" altLang="en-US" sz="2400" b="1">
                <a:solidFill>
                  <a:srgbClr val="FF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章</a:t>
            </a:r>
            <a:r>
              <a:rPr lang="en-US" altLang="zh-TW" sz="2400" b="1">
                <a:solidFill>
                  <a:srgbClr val="FF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】</a:t>
            </a:r>
            <a:endParaRPr lang="en-US" altLang="zh-TW" sz="2400" b="1">
              <a:latin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42900" indent="-342900" eaLnBrk="1" hangingPunct="1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u"/>
            </a:pP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掃羅：愛慕虛榮、氣量狹小，戀棧王位，最終斷送大好江山，與兒子命喪異族之手。</a:t>
            </a:r>
            <a:endParaRPr lang="en-US" altLang="zh-TW" sz="2400" b="1">
              <a:latin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42900" indent="-342900" algn="r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solidFill>
                  <a:srgbClr val="FF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solidFill>
                  <a:srgbClr val="FF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詳見撒母耳記上第 </a:t>
            </a:r>
            <a:r>
              <a:rPr lang="en-US" altLang="zh-TW" sz="2400" b="1">
                <a:solidFill>
                  <a:srgbClr val="FF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18 </a:t>
            </a:r>
            <a:r>
              <a:rPr lang="zh-TW" altLang="en-US" sz="2400" b="1">
                <a:solidFill>
                  <a:srgbClr val="FF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章至第 </a:t>
            </a:r>
            <a:r>
              <a:rPr lang="en-US" altLang="zh-TW" sz="2400" b="1">
                <a:solidFill>
                  <a:srgbClr val="FF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31 </a:t>
            </a:r>
            <a:r>
              <a:rPr lang="zh-TW" altLang="en-US" sz="2400" b="1">
                <a:solidFill>
                  <a:srgbClr val="FF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章</a:t>
            </a:r>
            <a:r>
              <a:rPr lang="en-US" altLang="zh-TW" sz="2400" b="1">
                <a:solidFill>
                  <a:srgbClr val="FF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】</a:t>
            </a:r>
          </a:p>
          <a:p>
            <a:pPr marL="342900" indent="-342900" eaLnBrk="1" hangingPunct="1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u"/>
            </a:pP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馬可：性格軟弱、臨陣脫逃、影響團隊士氣。</a:t>
            </a:r>
            <a:endParaRPr lang="en-US" altLang="zh-TW" sz="2400" b="1">
              <a:latin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42900" indent="-342900" algn="r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solidFill>
                  <a:srgbClr val="FF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solidFill>
                  <a:srgbClr val="FF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使徒行傳十三 </a:t>
            </a:r>
            <a:r>
              <a:rPr lang="en-US" altLang="zh-TW" sz="2400" b="1">
                <a:solidFill>
                  <a:srgbClr val="FF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13 , </a:t>
            </a:r>
            <a:r>
              <a:rPr lang="zh-TW" altLang="en-US" sz="2400" b="1">
                <a:solidFill>
                  <a:srgbClr val="FF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十五 </a:t>
            </a:r>
            <a:r>
              <a:rPr lang="en-US" altLang="zh-TW" sz="2400" b="1">
                <a:solidFill>
                  <a:srgbClr val="FF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37-40】</a:t>
            </a:r>
            <a:endParaRPr lang="zh-TW" altLang="en-US" sz="2400" b="1">
              <a:solidFill>
                <a:srgbClr val="FF0000"/>
              </a:solidFill>
              <a:latin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3" name="標題 2">
            <a:extLst>
              <a:ext uri="{FF2B5EF4-FFF2-40B4-BE49-F238E27FC236}">
                <a16:creationId xmlns:a16="http://schemas.microsoft.com/office/drawing/2014/main" id="{6A3FD08D-9B29-21D7-CB77-51DB5298895C}"/>
              </a:ext>
            </a:extLst>
          </p:cNvPr>
          <p:cNvPicPr>
            <a:picLocks noGrp="1" noChangeArrowheads="1"/>
          </p:cNvPicPr>
          <p:nvPr>
            <p:ph type="title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66700"/>
            <a:ext cx="8458200" cy="1181100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內容版面配置區 1">
            <a:extLst>
              <a:ext uri="{FF2B5EF4-FFF2-40B4-BE49-F238E27FC236}">
                <a16:creationId xmlns:a16="http://schemas.microsoft.com/office/drawing/2014/main" id="{76EBE114-9C8B-A197-64B2-497CEA254D5D}"/>
              </a:ext>
            </a:extLst>
          </p:cNvPr>
          <p:cNvPicPr>
            <a:picLocks noGrp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304800"/>
            <a:ext cx="8610600" cy="4572000"/>
          </a:xfrm>
        </p:spPr>
      </p:pic>
      <p:pic>
        <p:nvPicPr>
          <p:cNvPr id="5" name="內容版面配置區 1">
            <a:extLst>
              <a:ext uri="{FF2B5EF4-FFF2-40B4-BE49-F238E27FC236}">
                <a16:creationId xmlns:a16="http://schemas.microsoft.com/office/drawing/2014/main" id="{A7328440-44FA-6182-0EC5-BB326E05481A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0600" y="304800"/>
            <a:ext cx="5842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內容版面配置區 1">
            <a:extLst>
              <a:ext uri="{FF2B5EF4-FFF2-40B4-BE49-F238E27FC236}">
                <a16:creationId xmlns:a16="http://schemas.microsoft.com/office/drawing/2014/main" id="{EA871A8E-66C1-583E-3B1B-59F15BF62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4763"/>
            <a:ext cx="8229600" cy="4033837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12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加拉太書五 </a:t>
            </a: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22~23】</a:t>
            </a:r>
            <a:r>
              <a:rPr lang="en-US" altLang="zh-TW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	</a:t>
            </a:r>
          </a:p>
          <a:p>
            <a:pPr marL="0" indent="0" eaLnBrk="1" hangingPunct="1">
              <a:spcBef>
                <a:spcPct val="0"/>
              </a:spcBef>
              <a:spcAft>
                <a:spcPts val="12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聖靈所結的果子，就是</a:t>
            </a:r>
            <a:r>
              <a:rPr lang="zh-TW" altLang="en-US" sz="3000" b="1">
                <a:solidFill>
                  <a:srgbClr val="FF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仁愛、喜樂、和平、忍耐、恩慈、良善、信實、溫柔、節制。</a:t>
            </a: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這樣的事沒有律法禁止。</a:t>
            </a:r>
            <a:endParaRPr lang="en-US" altLang="zh-TW" sz="3000" b="1">
              <a:latin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ct val="0"/>
              </a:spcBef>
              <a:spcAft>
                <a:spcPts val="1200"/>
              </a:spcAft>
              <a:buFont typeface="Wingdings 3" panose="05040102010807070707" pitchFamily="18" charset="2"/>
              <a:buNone/>
            </a:pPr>
            <a:endParaRPr lang="zh-TW" altLang="en-US" sz="3000" b="1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標題 2">
            <a:extLst>
              <a:ext uri="{FF2B5EF4-FFF2-40B4-BE49-F238E27FC236}">
                <a16:creationId xmlns:a16="http://schemas.microsoft.com/office/drawing/2014/main" id="{EF067725-47B3-8A41-B678-663863585801}"/>
              </a:ext>
            </a:extLst>
          </p:cNvPr>
          <p:cNvPicPr>
            <a:picLocks noGrp="1" noChangeArrowheads="1"/>
          </p:cNvPicPr>
          <p:nvPr>
            <p:ph type="title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66700"/>
            <a:ext cx="8458200" cy="1117600"/>
          </a:xfr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內容版面配置區 1">
            <a:extLst>
              <a:ext uri="{FF2B5EF4-FFF2-40B4-BE49-F238E27FC236}">
                <a16:creationId xmlns:a16="http://schemas.microsoft.com/office/drawing/2014/main" id="{99CD2511-2BF3-8E78-4C45-6D7E463B8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188" y="842963"/>
            <a:ext cx="8229600" cy="4033837"/>
          </a:xfrm>
        </p:spPr>
        <p:txBody>
          <a:bodyPr/>
          <a:lstStyle/>
          <a:p>
            <a:pPr marL="0" indent="0" algn="ctr" eaLnBrk="1" hangingPunct="1">
              <a:spcBef>
                <a:spcPct val="0"/>
              </a:spcBef>
              <a:spcAft>
                <a:spcPts val="3600"/>
              </a:spcAft>
              <a:buFont typeface="Wingdings 3" panose="05040102010807070707" pitchFamily="18" charset="2"/>
              <a:buNone/>
            </a:pPr>
            <a:r>
              <a:rPr lang="en-US" altLang="zh-TW" sz="4400" b="1">
                <a:solidFill>
                  <a:srgbClr val="4B7D2C"/>
                </a:solidFill>
              </a:rPr>
              <a:t>1.</a:t>
            </a:r>
            <a:r>
              <a:rPr lang="zh-TW" altLang="en-US" sz="4400" b="1">
                <a:solidFill>
                  <a:srgbClr val="4B7D2C"/>
                </a:solidFill>
              </a:rPr>
              <a:t>仁愛　</a:t>
            </a:r>
            <a:r>
              <a:rPr lang="en-US" altLang="zh-TW" sz="4400" b="1">
                <a:solidFill>
                  <a:srgbClr val="4B7D2C"/>
                </a:solidFill>
              </a:rPr>
              <a:t>2.</a:t>
            </a:r>
            <a:r>
              <a:rPr lang="zh-TW" altLang="en-US" sz="4400" b="1">
                <a:solidFill>
                  <a:srgbClr val="4B7D2C"/>
                </a:solidFill>
              </a:rPr>
              <a:t>喜樂　</a:t>
            </a:r>
            <a:r>
              <a:rPr lang="en-US" altLang="zh-TW" sz="4400" b="1">
                <a:solidFill>
                  <a:srgbClr val="4B7D2C"/>
                </a:solidFill>
              </a:rPr>
              <a:t>3.</a:t>
            </a:r>
            <a:r>
              <a:rPr lang="zh-TW" altLang="en-US" sz="4400" b="1">
                <a:solidFill>
                  <a:srgbClr val="4B7D2C"/>
                </a:solidFill>
              </a:rPr>
              <a:t>和平 </a:t>
            </a:r>
            <a:endParaRPr lang="en-US" altLang="zh-TW" sz="4400" b="1">
              <a:solidFill>
                <a:srgbClr val="4B7D2C"/>
              </a:solidFill>
            </a:endParaRPr>
          </a:p>
          <a:p>
            <a:pPr marL="0" indent="0" algn="ctr" eaLnBrk="1" hangingPunct="1">
              <a:spcBef>
                <a:spcPct val="0"/>
              </a:spcBef>
              <a:spcAft>
                <a:spcPts val="3600"/>
              </a:spcAft>
              <a:buFont typeface="Wingdings 3" panose="05040102010807070707" pitchFamily="18" charset="2"/>
              <a:buNone/>
            </a:pPr>
            <a:r>
              <a:rPr lang="en-US" altLang="zh-TW" sz="4400" b="1">
                <a:solidFill>
                  <a:srgbClr val="0070C0"/>
                </a:solidFill>
              </a:rPr>
              <a:t>4.</a:t>
            </a:r>
            <a:r>
              <a:rPr lang="zh-TW" altLang="en-US" sz="4400" b="1">
                <a:solidFill>
                  <a:srgbClr val="0070C0"/>
                </a:solidFill>
              </a:rPr>
              <a:t>忍耐　</a:t>
            </a:r>
            <a:r>
              <a:rPr lang="en-US" altLang="zh-TW" sz="4400" b="1">
                <a:solidFill>
                  <a:srgbClr val="0070C0"/>
                </a:solidFill>
              </a:rPr>
              <a:t>5.</a:t>
            </a:r>
            <a:r>
              <a:rPr lang="zh-TW" altLang="en-US" sz="4400" b="1">
                <a:solidFill>
                  <a:srgbClr val="0070C0"/>
                </a:solidFill>
              </a:rPr>
              <a:t>恩慈　</a:t>
            </a:r>
            <a:r>
              <a:rPr lang="en-US" altLang="zh-TW" sz="4400" b="1">
                <a:solidFill>
                  <a:srgbClr val="0070C0"/>
                </a:solidFill>
              </a:rPr>
              <a:t>6.</a:t>
            </a:r>
            <a:r>
              <a:rPr lang="zh-TW" altLang="en-US" sz="4400" b="1">
                <a:solidFill>
                  <a:srgbClr val="0070C0"/>
                </a:solidFill>
              </a:rPr>
              <a:t>良善 </a:t>
            </a:r>
            <a:endParaRPr lang="en-US" altLang="zh-TW" sz="4400" b="1">
              <a:solidFill>
                <a:srgbClr val="0070C0"/>
              </a:solidFill>
            </a:endParaRPr>
          </a:p>
          <a:p>
            <a:pPr marL="0" indent="0" algn="ctr" eaLnBrk="1" hangingPunct="1">
              <a:spcBef>
                <a:spcPct val="0"/>
              </a:spcBef>
              <a:spcAft>
                <a:spcPts val="3600"/>
              </a:spcAft>
              <a:buFont typeface="Wingdings 3" panose="05040102010807070707" pitchFamily="18" charset="2"/>
              <a:buNone/>
            </a:pPr>
            <a:r>
              <a:rPr lang="en-US" altLang="zh-TW" sz="4400" b="1">
                <a:solidFill>
                  <a:srgbClr val="7030A0"/>
                </a:solidFill>
              </a:rPr>
              <a:t>7.</a:t>
            </a:r>
            <a:r>
              <a:rPr lang="zh-TW" altLang="en-US" sz="4400" b="1">
                <a:solidFill>
                  <a:srgbClr val="7030A0"/>
                </a:solidFill>
              </a:rPr>
              <a:t>信實　</a:t>
            </a:r>
            <a:r>
              <a:rPr lang="en-US" altLang="zh-TW" sz="4400" b="1">
                <a:solidFill>
                  <a:srgbClr val="7030A0"/>
                </a:solidFill>
              </a:rPr>
              <a:t>8.</a:t>
            </a:r>
            <a:r>
              <a:rPr lang="zh-TW" altLang="en-US" sz="4400" b="1">
                <a:solidFill>
                  <a:srgbClr val="7030A0"/>
                </a:solidFill>
              </a:rPr>
              <a:t>溫柔　</a:t>
            </a:r>
            <a:r>
              <a:rPr lang="en-US" altLang="zh-TW" sz="4400" b="1">
                <a:solidFill>
                  <a:srgbClr val="7030A0"/>
                </a:solidFill>
              </a:rPr>
              <a:t>9.</a:t>
            </a:r>
            <a:r>
              <a:rPr lang="zh-TW" altLang="en-US" sz="4400" b="1">
                <a:solidFill>
                  <a:srgbClr val="7030A0"/>
                </a:solidFill>
              </a:rPr>
              <a:t>節制</a:t>
            </a:r>
            <a:endParaRPr lang="zh-TW" altLang="en-US" sz="4400" b="1">
              <a:solidFill>
                <a:srgbClr val="7030A0"/>
              </a:solidFill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03F60B8D-4161-9608-ED6A-3C7CCE1B225E}"/>
              </a:ext>
            </a:extLst>
          </p:cNvPr>
          <p:cNvSpPr txBox="1"/>
          <p:nvPr/>
        </p:nvSpPr>
        <p:spPr>
          <a:xfrm>
            <a:off x="1908175" y="658813"/>
            <a:ext cx="576263" cy="287337"/>
          </a:xfrm>
          <a:prstGeom prst="rect">
            <a:avLst/>
          </a:prstGeom>
        </p:spPr>
        <p:txBody>
          <a:bodyPr wrap="none">
            <a:normAutofit fontScale="92500" lnSpcReduction="20000"/>
          </a:bodyPr>
          <a:lstStyle/>
          <a:p>
            <a:pPr>
              <a:spcBef>
                <a:spcPts val="0"/>
              </a:spcBef>
              <a:spcAft>
                <a:spcPts val="3600"/>
              </a:spcAft>
              <a:buClr>
                <a:srgbClr val="2DA2BF"/>
              </a:buClr>
              <a:defRPr/>
            </a:pPr>
            <a:r>
              <a:rPr lang="zh-TW" altLang="en-US" sz="1600" b="1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Wingdings"/>
              </a:rPr>
              <a:t>樹葉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D5B1DF2-A48E-0BE8-7A1A-3DBCDC7C9787}"/>
              </a:ext>
            </a:extLst>
          </p:cNvPr>
          <p:cNvSpPr txBox="1"/>
          <p:nvPr/>
        </p:nvSpPr>
        <p:spPr>
          <a:xfrm>
            <a:off x="4067175" y="698500"/>
            <a:ext cx="576263" cy="288925"/>
          </a:xfrm>
          <a:prstGeom prst="rect">
            <a:avLst/>
          </a:prstGeom>
        </p:spPr>
        <p:txBody>
          <a:bodyPr wrap="none">
            <a:normAutofit fontScale="92500" lnSpcReduction="20000"/>
          </a:bodyPr>
          <a:lstStyle/>
          <a:p>
            <a:pPr>
              <a:spcBef>
                <a:spcPts val="0"/>
              </a:spcBef>
              <a:spcAft>
                <a:spcPts val="3600"/>
              </a:spcAft>
              <a:buClr>
                <a:srgbClr val="2DA2BF"/>
              </a:buClr>
              <a:defRPr/>
            </a:pPr>
            <a:r>
              <a:rPr lang="zh-TW" altLang="en-US" sz="1600" b="1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Wingdings"/>
              </a:rPr>
              <a:t>肥鵝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2873FDF-058E-075E-8BD3-3D9EFBE5EF87}"/>
              </a:ext>
            </a:extLst>
          </p:cNvPr>
          <p:cNvSpPr txBox="1"/>
          <p:nvPr/>
        </p:nvSpPr>
        <p:spPr>
          <a:xfrm>
            <a:off x="6300788" y="698500"/>
            <a:ext cx="574675" cy="288925"/>
          </a:xfrm>
          <a:prstGeom prst="rect">
            <a:avLst/>
          </a:prstGeom>
        </p:spPr>
        <p:txBody>
          <a:bodyPr wrap="none">
            <a:normAutofit fontScale="92500" lnSpcReduction="20000"/>
          </a:bodyPr>
          <a:lstStyle/>
          <a:p>
            <a:pPr>
              <a:spcBef>
                <a:spcPts val="0"/>
              </a:spcBef>
              <a:spcAft>
                <a:spcPts val="3600"/>
              </a:spcAft>
              <a:buClr>
                <a:srgbClr val="2DA2BF"/>
              </a:buClr>
              <a:defRPr/>
            </a:pPr>
            <a:r>
              <a:rPr lang="zh-TW" altLang="en-US" sz="1600" b="1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Wingdings"/>
              </a:rPr>
              <a:t>扇子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C69A257-4C36-28FB-D999-87FD720E33BB}"/>
              </a:ext>
            </a:extLst>
          </p:cNvPr>
          <p:cNvSpPr txBox="1"/>
          <p:nvPr/>
        </p:nvSpPr>
        <p:spPr>
          <a:xfrm>
            <a:off x="1908175" y="1851025"/>
            <a:ext cx="576263" cy="287338"/>
          </a:xfrm>
          <a:prstGeom prst="rect">
            <a:avLst/>
          </a:prstGeom>
        </p:spPr>
        <p:txBody>
          <a:bodyPr wrap="none">
            <a:normAutofit fontScale="92500" lnSpcReduction="20000"/>
          </a:bodyPr>
          <a:lstStyle/>
          <a:p>
            <a:pPr>
              <a:spcBef>
                <a:spcPts val="0"/>
              </a:spcBef>
              <a:spcAft>
                <a:spcPts val="3600"/>
              </a:spcAft>
              <a:buClr>
                <a:srgbClr val="2DA2BF"/>
              </a:buClr>
              <a:defRPr/>
            </a:pPr>
            <a:r>
              <a:rPr lang="zh-TW" altLang="en-US" sz="1600" b="1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Wingdings"/>
              </a:rPr>
              <a:t>柿子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7F4DD52-D9A9-FA35-ED85-F350FD9CDF67}"/>
              </a:ext>
            </a:extLst>
          </p:cNvPr>
          <p:cNvSpPr txBox="1"/>
          <p:nvPr/>
        </p:nvSpPr>
        <p:spPr>
          <a:xfrm>
            <a:off x="4067175" y="1851025"/>
            <a:ext cx="576263" cy="287338"/>
          </a:xfrm>
          <a:prstGeom prst="rect">
            <a:avLst/>
          </a:prstGeom>
        </p:spPr>
        <p:txBody>
          <a:bodyPr wrap="none">
            <a:normAutofit fontScale="92500" lnSpcReduction="20000"/>
          </a:bodyPr>
          <a:lstStyle/>
          <a:p>
            <a:pPr>
              <a:spcBef>
                <a:spcPts val="0"/>
              </a:spcBef>
              <a:spcAft>
                <a:spcPts val="3600"/>
              </a:spcAft>
              <a:buClr>
                <a:srgbClr val="2DA2BF"/>
              </a:buClr>
              <a:defRPr/>
            </a:pPr>
            <a:r>
              <a:rPr lang="zh-TW" altLang="en-US" sz="1600" b="1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Wingdings"/>
              </a:rPr>
              <a:t>烏鴉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D9E8993-4154-2836-4EB9-7B1454627E08}"/>
              </a:ext>
            </a:extLst>
          </p:cNvPr>
          <p:cNvSpPr txBox="1"/>
          <p:nvPr/>
        </p:nvSpPr>
        <p:spPr>
          <a:xfrm>
            <a:off x="6300788" y="1828800"/>
            <a:ext cx="574675" cy="287338"/>
          </a:xfrm>
          <a:prstGeom prst="rect">
            <a:avLst/>
          </a:prstGeom>
        </p:spPr>
        <p:txBody>
          <a:bodyPr wrap="none">
            <a:normAutofit fontScale="92500" lnSpcReduction="20000"/>
          </a:bodyPr>
          <a:lstStyle/>
          <a:p>
            <a:pPr>
              <a:spcBef>
                <a:spcPts val="0"/>
              </a:spcBef>
              <a:spcAft>
                <a:spcPts val="3600"/>
              </a:spcAft>
              <a:buClr>
                <a:srgbClr val="2DA2BF"/>
              </a:buClr>
              <a:defRPr/>
            </a:pPr>
            <a:r>
              <a:rPr lang="zh-TW" altLang="en-US" sz="1600" b="1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Wingdings"/>
              </a:rPr>
              <a:t>泥牛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9116705-1F56-FD34-E36E-E48C1B51668C}"/>
              </a:ext>
            </a:extLst>
          </p:cNvPr>
          <p:cNvSpPr txBox="1"/>
          <p:nvPr/>
        </p:nvSpPr>
        <p:spPr>
          <a:xfrm>
            <a:off x="1908175" y="2900363"/>
            <a:ext cx="576263" cy="287337"/>
          </a:xfrm>
          <a:prstGeom prst="rect">
            <a:avLst/>
          </a:prstGeom>
        </p:spPr>
        <p:txBody>
          <a:bodyPr wrap="none">
            <a:normAutofit fontScale="92500" lnSpcReduction="20000"/>
          </a:bodyPr>
          <a:lstStyle/>
          <a:p>
            <a:pPr>
              <a:spcBef>
                <a:spcPts val="0"/>
              </a:spcBef>
              <a:spcAft>
                <a:spcPts val="3600"/>
              </a:spcAft>
              <a:buClr>
                <a:srgbClr val="2DA2BF"/>
              </a:buClr>
              <a:defRPr/>
            </a:pPr>
            <a:r>
              <a:rPr lang="zh-TW" altLang="en-US" sz="1600" b="1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Wingdings"/>
              </a:rPr>
              <a:t>汽水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D12448F-65CA-97AA-00E4-ADFCE3CD3BB6}"/>
              </a:ext>
            </a:extLst>
          </p:cNvPr>
          <p:cNvSpPr txBox="1"/>
          <p:nvPr/>
        </p:nvSpPr>
        <p:spPr>
          <a:xfrm>
            <a:off x="4067175" y="2908300"/>
            <a:ext cx="576263" cy="287338"/>
          </a:xfrm>
          <a:prstGeom prst="rect">
            <a:avLst/>
          </a:prstGeom>
        </p:spPr>
        <p:txBody>
          <a:bodyPr wrap="none">
            <a:normAutofit fontScale="92500" lnSpcReduction="20000"/>
          </a:bodyPr>
          <a:lstStyle/>
          <a:p>
            <a:pPr>
              <a:spcBef>
                <a:spcPts val="0"/>
              </a:spcBef>
              <a:spcAft>
                <a:spcPts val="3600"/>
              </a:spcAft>
              <a:buClr>
                <a:srgbClr val="2DA2BF"/>
              </a:buClr>
              <a:defRPr/>
            </a:pPr>
            <a:r>
              <a:rPr lang="zh-TW" altLang="en-US" sz="1600" b="1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Wingdings"/>
              </a:rPr>
              <a:t>泥巴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00551C6-97C5-35F2-57DF-3B94402F7E9C}"/>
              </a:ext>
            </a:extLst>
          </p:cNvPr>
          <p:cNvSpPr txBox="1"/>
          <p:nvPr/>
        </p:nvSpPr>
        <p:spPr>
          <a:xfrm>
            <a:off x="6296025" y="2973388"/>
            <a:ext cx="576263" cy="287337"/>
          </a:xfrm>
          <a:prstGeom prst="rect">
            <a:avLst/>
          </a:prstGeom>
        </p:spPr>
        <p:txBody>
          <a:bodyPr wrap="none">
            <a:normAutofit fontScale="92500" lnSpcReduction="20000"/>
          </a:bodyPr>
          <a:lstStyle/>
          <a:p>
            <a:pPr>
              <a:spcBef>
                <a:spcPts val="0"/>
              </a:spcBef>
              <a:spcAft>
                <a:spcPts val="3600"/>
              </a:spcAft>
              <a:buClr>
                <a:srgbClr val="2DA2BF"/>
              </a:buClr>
              <a:defRPr/>
            </a:pPr>
            <a:r>
              <a:rPr lang="zh-TW" altLang="en-US" sz="1600" b="1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Wingdings"/>
              </a:rPr>
              <a:t>酒瓶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標題 2">
            <a:extLst>
              <a:ext uri="{FF2B5EF4-FFF2-40B4-BE49-F238E27FC236}">
                <a16:creationId xmlns:a16="http://schemas.microsoft.com/office/drawing/2014/main" id="{738E8511-B0DE-FFF4-2835-BB456402A235}"/>
              </a:ext>
            </a:extLst>
          </p:cNvPr>
          <p:cNvPicPr>
            <a:picLocks noGrp="1" noChangeArrowheads="1"/>
          </p:cNvPicPr>
          <p:nvPr>
            <p:ph type="title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66700"/>
            <a:ext cx="8458200" cy="1117600"/>
          </a:xfr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內容版面配置區 1">
            <a:extLst>
              <a:ext uri="{FF2B5EF4-FFF2-40B4-BE49-F238E27FC236}">
                <a16:creationId xmlns:a16="http://schemas.microsoft.com/office/drawing/2014/main" id="{321F0BB9-32B5-BC82-1E96-D090CD0A5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0" y="1492250"/>
            <a:ext cx="8229600" cy="4033838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" panose="05000000000000000000" pitchFamily="2" charset="2"/>
              <a:buChar char="u"/>
            </a:pPr>
            <a:r>
              <a:rPr lang="zh-TW" altLang="en-US" sz="3600" b="1">
                <a:latin typeface="微軟正黑體" panose="020B0604030504040204" pitchFamily="34" charset="-120"/>
                <a:cs typeface="Times New Roman" panose="02020603050405020304" pitchFamily="18" charset="0"/>
              </a:rPr>
              <a:t> 從測驗結果了解自己的性格	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" panose="05000000000000000000" pitchFamily="2" charset="2"/>
              <a:buChar char="u"/>
            </a:pPr>
            <a:r>
              <a:rPr lang="zh-TW" altLang="en-US" sz="3600" b="1">
                <a:latin typeface="微軟正黑體" panose="020B0604030504040204" pitchFamily="34" charset="-120"/>
                <a:cs typeface="Times New Roman" panose="02020603050405020304" pitchFamily="18" charset="0"/>
              </a:rPr>
              <a:t> 其他方式 </a:t>
            </a:r>
            <a:r>
              <a:rPr lang="en-US" altLang="zh-TW" sz="3600" b="1">
                <a:latin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3600" b="1">
                <a:latin typeface="微軟正黑體" panose="020B0604030504040204" pitchFamily="34" charset="-120"/>
                <a:cs typeface="Times New Roman" panose="02020603050405020304" pitchFamily="18" charset="0"/>
              </a:rPr>
              <a:t>親友、師長、同儕</a:t>
            </a:r>
            <a:r>
              <a:rPr lang="en-US" altLang="zh-TW" sz="3600" b="1">
                <a:latin typeface="微軟正黑體" panose="020B0604030504040204" pitchFamily="34" charset="-120"/>
                <a:cs typeface="Times New Roman" panose="02020603050405020304" pitchFamily="18" charset="0"/>
              </a:rPr>
              <a:t>…)</a:t>
            </a:r>
            <a:r>
              <a:rPr lang="zh-TW" altLang="en-US" sz="3600" b="1">
                <a:latin typeface="微軟正黑體" panose="020B0604030504040204" pitchFamily="34" charset="-120"/>
                <a:cs typeface="Times New Roman" panose="02020603050405020304" pitchFamily="18" charset="0"/>
              </a:rPr>
              <a:t>	</a:t>
            </a:r>
          </a:p>
        </p:txBody>
      </p:sp>
      <p:pic>
        <p:nvPicPr>
          <p:cNvPr id="3" name="標題 2">
            <a:extLst>
              <a:ext uri="{FF2B5EF4-FFF2-40B4-BE49-F238E27FC236}">
                <a16:creationId xmlns:a16="http://schemas.microsoft.com/office/drawing/2014/main" id="{69FAA9A1-2A57-3218-3479-C25CE83776C8}"/>
              </a:ext>
            </a:extLst>
          </p:cNvPr>
          <p:cNvPicPr>
            <a:picLocks noGrp="1" noChangeArrowheads="1"/>
          </p:cNvPicPr>
          <p:nvPr>
            <p:ph type="title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66700"/>
            <a:ext cx="8458200" cy="1181100"/>
          </a:xfr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內容版面配置區 1">
            <a:extLst>
              <a:ext uri="{FF2B5EF4-FFF2-40B4-BE49-F238E27FC236}">
                <a16:creationId xmlns:a16="http://schemas.microsoft.com/office/drawing/2014/main" id="{CE30D3B9-AEA8-F808-C4EE-4AA40AAAA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4763"/>
            <a:ext cx="8229600" cy="4033837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1200"/>
              </a:spcAft>
              <a:buFont typeface="Wingdings 3" panose="05040102010807070707" pitchFamily="18" charset="2"/>
              <a:buNone/>
              <a:defRPr/>
            </a:pPr>
            <a:r>
              <a:rPr lang="en-US" altLang="zh-TW" sz="2400" b="1" dirty="0">
                <a:latin typeface="+mj-ea"/>
                <a:ea typeface="+mj-ea"/>
                <a:cs typeface="Times New Roman" panose="02020603050405020304" pitchFamily="18" charset="0"/>
              </a:rPr>
              <a:t>【</a:t>
            </a:r>
            <a:r>
              <a:rPr lang="zh-TW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羅馬書七 </a:t>
            </a:r>
            <a:r>
              <a:rPr lang="en-US" altLang="zh-TW" sz="2400" b="1" dirty="0">
                <a:latin typeface="+mj-ea"/>
                <a:ea typeface="+mj-ea"/>
                <a:cs typeface="Times New Roman" panose="02020603050405020304" pitchFamily="18" charset="0"/>
              </a:rPr>
              <a:t>18~19】</a:t>
            </a:r>
          </a:p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  <a:defRPr/>
            </a:pPr>
            <a:r>
              <a:rPr lang="zh-TW" altLang="en-US" sz="3000" b="1" dirty="0">
                <a:latin typeface="+mj-ea"/>
                <a:ea typeface="+mj-ea"/>
                <a:cs typeface="Times New Roman" panose="02020603050405020304" pitchFamily="18" charset="0"/>
              </a:rPr>
              <a:t>我也知道，在我裏頭，就是我肉體之中，沒有良善。</a:t>
            </a:r>
            <a:r>
              <a:rPr lang="zh-TW" altLang="en-US" sz="3000" b="1" u="sng" dirty="0">
                <a:solidFill>
                  <a:srgbClr val="C00000"/>
                </a:solidFill>
                <a:latin typeface="+mj-ea"/>
                <a:ea typeface="+mj-ea"/>
                <a:cs typeface="Times New Roman" panose="02020603050405020304" pitchFamily="18" charset="0"/>
              </a:rPr>
              <a:t>因為，立志為善由得我，只是行出來由不得我</a:t>
            </a:r>
            <a:r>
              <a:rPr lang="zh-TW" altLang="en-US" sz="3000" b="1" dirty="0">
                <a:latin typeface="+mj-ea"/>
                <a:ea typeface="+mj-ea"/>
                <a:cs typeface="Times New Roman" panose="02020603050405020304" pitchFamily="18" charset="0"/>
              </a:rPr>
              <a:t>。故此，我所願意的善，我反不做；我所不願意的惡，我倒去做。</a:t>
            </a:r>
            <a:endParaRPr lang="en-US" altLang="zh-TW" sz="3000" b="1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E931E903-281A-4907-15CE-D467AE383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0533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2.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坦承面對自己的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　</a:t>
            </a:r>
            <a:r>
              <a:rPr lang="en-US" altLang="zh-TW" dirty="0">
                <a:solidFill>
                  <a:schemeClr val="bg1"/>
                </a:solidFill>
                <a:effectLst/>
              </a:rPr>
              <a:t>.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13F5D465-14F0-D2CB-7002-03BE899A6D44}"/>
              </a:ext>
            </a:extLst>
          </p:cNvPr>
          <p:cNvSpPr txBox="1">
            <a:spLocks/>
          </p:cNvSpPr>
          <p:nvPr/>
        </p:nvSpPr>
        <p:spPr>
          <a:xfrm>
            <a:off x="4644008" y="355831"/>
            <a:ext cx="2088232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軟弱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內容版面配置區 1">
            <a:extLst>
              <a:ext uri="{FF2B5EF4-FFF2-40B4-BE49-F238E27FC236}">
                <a16:creationId xmlns:a16="http://schemas.microsoft.com/office/drawing/2014/main" id="{5D47FC83-60D6-8634-FCC2-79CFFDA28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188" y="1492250"/>
            <a:ext cx="8229600" cy="4033838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12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希伯來書十三 </a:t>
            </a: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17a】</a:t>
            </a:r>
          </a:p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zh-TW" altLang="en-US" sz="30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你們要依從那些引導你們的，且要順服</a:t>
            </a: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；因他們為你們的靈魂時刻警醒，好像那將來交帳的人。</a:t>
            </a:r>
            <a:endParaRPr lang="en-US" altLang="zh-TW" sz="3000" b="1">
              <a:latin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3" name="標題 2">
            <a:extLst>
              <a:ext uri="{FF2B5EF4-FFF2-40B4-BE49-F238E27FC236}">
                <a16:creationId xmlns:a16="http://schemas.microsoft.com/office/drawing/2014/main" id="{3064090E-301D-479F-BDD3-C01A0A907C2A}"/>
              </a:ext>
            </a:extLst>
          </p:cNvPr>
          <p:cNvPicPr>
            <a:picLocks noGrp="1" noChangeArrowheads="1"/>
          </p:cNvPicPr>
          <p:nvPr>
            <p:ph type="title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66700"/>
            <a:ext cx="9525000" cy="1181100"/>
          </a:xfrm>
        </p:spPr>
      </p:pic>
      <p:sp>
        <p:nvSpPr>
          <p:cNvPr id="5" name="標題 2">
            <a:extLst>
              <a:ext uri="{FF2B5EF4-FFF2-40B4-BE49-F238E27FC236}">
                <a16:creationId xmlns:a16="http://schemas.microsoft.com/office/drawing/2014/main" id="{C09D0693-E8F9-3A24-43D2-43FD07123357}"/>
              </a:ext>
            </a:extLst>
          </p:cNvPr>
          <p:cNvSpPr txBox="1">
            <a:spLocks/>
          </p:cNvSpPr>
          <p:nvPr/>
        </p:nvSpPr>
        <p:spPr>
          <a:xfrm>
            <a:off x="6228184" y="355831"/>
            <a:ext cx="2808312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教導與指正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內容版面配置區 1">
            <a:extLst>
              <a:ext uri="{FF2B5EF4-FFF2-40B4-BE49-F238E27FC236}">
                <a16:creationId xmlns:a16="http://schemas.microsoft.com/office/drawing/2014/main" id="{FD463650-350E-32F2-0C1C-C91D80346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750" y="1179513"/>
            <a:ext cx="8229600" cy="4033837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12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羅馬書八 </a:t>
            </a: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2】</a:t>
            </a:r>
          </a:p>
          <a:p>
            <a:pPr marL="0" indent="0" eaLnBrk="1" hangingPunct="1">
              <a:spcBef>
                <a:spcPct val="0"/>
              </a:spcBef>
              <a:spcAft>
                <a:spcPts val="18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因為賜生命聖靈的律，</a:t>
            </a:r>
            <a:r>
              <a:rPr lang="zh-TW" altLang="en-US" sz="30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在基督耶穌裏釋放了我，使我脫離罪和死的律了</a:t>
            </a: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en-US" altLang="zh-TW" sz="3000" b="1">
              <a:latin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羅馬書八 </a:t>
            </a: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13】</a:t>
            </a:r>
            <a:r>
              <a:rPr lang="en-US" altLang="zh-TW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	</a:t>
            </a:r>
          </a:p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你們若順從肉體活着，必要死；</a:t>
            </a:r>
            <a:r>
              <a:rPr lang="zh-TW" altLang="en-US" sz="30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若靠着聖靈治死身體的惡行，必要活着</a:t>
            </a: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en-US" altLang="zh-TW" sz="3000" b="1">
              <a:latin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8316366-0353-AC69-9D1E-F49297685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0533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4.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常常禱告被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　　</a:t>
            </a:r>
            <a:r>
              <a:rPr lang="en-US" altLang="zh-TW" dirty="0">
                <a:solidFill>
                  <a:schemeClr val="bg1"/>
                </a:solidFill>
                <a:effectLst/>
              </a:rPr>
              <a:t>.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6A09632E-7459-7618-B259-A770A211F491}"/>
              </a:ext>
            </a:extLst>
          </p:cNvPr>
          <p:cNvSpPr txBox="1">
            <a:spLocks/>
          </p:cNvSpPr>
          <p:nvPr/>
        </p:nvSpPr>
        <p:spPr>
          <a:xfrm>
            <a:off x="3635896" y="355831"/>
            <a:ext cx="2664296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聖靈更新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內容版面配置區 1">
            <a:extLst>
              <a:ext uri="{FF2B5EF4-FFF2-40B4-BE49-F238E27FC236}">
                <a16:creationId xmlns:a16="http://schemas.microsoft.com/office/drawing/2014/main" id="{40C27871-CDEC-66C6-7A95-14C9779A3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188" y="1052513"/>
            <a:ext cx="8229600" cy="4033837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12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哥林多前書一 </a:t>
            </a: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26~29】</a:t>
            </a:r>
          </a:p>
          <a:p>
            <a:pPr marL="0" indent="0" algn="r" eaLnBrk="1" hangingPunct="1">
              <a:spcBef>
                <a:spcPct val="0"/>
              </a:spcBef>
              <a:spcAft>
                <a:spcPts val="18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弟兄們哪，可見你們蒙召的，按着肉體有智慧的不多，有能力的不多，有尊貴的也不多。</a:t>
            </a:r>
            <a:r>
              <a:rPr lang="zh-TW" altLang="en-US" sz="30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上帝卻揀選了世上愚拙的，叫有智慧的羞愧；又揀選了世上軟弱的，叫那強壯的羞愧</a:t>
            </a: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。上帝也揀選了世上卑賤的，被人厭惡的，以及那無有的，為要廢掉那有的，使一切有血氣的，在上帝面前一個也不能自誇。</a:t>
            </a:r>
            <a:endParaRPr lang="en-US" altLang="zh-TW" sz="3000" b="1">
              <a:latin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3" name="標題 2">
            <a:extLst>
              <a:ext uri="{FF2B5EF4-FFF2-40B4-BE49-F238E27FC236}">
                <a16:creationId xmlns:a16="http://schemas.microsoft.com/office/drawing/2014/main" id="{0F9739EE-C79D-2712-3875-302E5FDB8299}"/>
              </a:ext>
            </a:extLst>
          </p:cNvPr>
          <p:cNvPicPr>
            <a:picLocks noGrp="1" noChangeArrowheads="1"/>
          </p:cNvPicPr>
          <p:nvPr>
            <p:ph type="title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101600"/>
            <a:ext cx="8610600" cy="1168400"/>
          </a:xfrm>
        </p:spPr>
      </p:pic>
      <p:sp>
        <p:nvSpPr>
          <p:cNvPr id="5" name="標題 2">
            <a:extLst>
              <a:ext uri="{FF2B5EF4-FFF2-40B4-BE49-F238E27FC236}">
                <a16:creationId xmlns:a16="http://schemas.microsoft.com/office/drawing/2014/main" id="{E4FD55E1-A704-EF7F-B506-DAB93268DDE7}"/>
              </a:ext>
            </a:extLst>
          </p:cNvPr>
          <p:cNvSpPr txBox="1">
            <a:spLocks/>
          </p:cNvSpPr>
          <p:nvPr/>
        </p:nvSpPr>
        <p:spPr>
          <a:xfrm>
            <a:off x="4572000" y="195486"/>
            <a:ext cx="2520280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操練性格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內容版面配置區 1">
            <a:extLst>
              <a:ext uri="{FF2B5EF4-FFF2-40B4-BE49-F238E27FC236}">
                <a16:creationId xmlns:a16="http://schemas.microsoft.com/office/drawing/2014/main" id="{80BADCAB-90A0-E7C5-6C7D-4FD840A26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750" y="1203325"/>
            <a:ext cx="8229600" cy="2900363"/>
          </a:xfrm>
        </p:spPr>
        <p:txBody>
          <a:bodyPr/>
          <a:lstStyle/>
          <a:p>
            <a:pPr marL="358775" indent="-358775" eaLnBrk="1" hangingPunct="1">
              <a:spcBef>
                <a:spcPct val="0"/>
              </a:spcBef>
              <a:spcAft>
                <a:spcPts val="3600"/>
              </a:spcAft>
              <a:buFont typeface="Wingdings 3" panose="05040102010807070707" pitchFamily="18" charset="2"/>
              <a:buNone/>
            </a:pPr>
            <a:r>
              <a:rPr lang="en-US" altLang="zh-TW" sz="3200" b="1">
                <a:latin typeface="微軟正黑體" panose="020B0604030504040204" pitchFamily="34" charset="-120"/>
                <a:cs typeface="Times New Roman" panose="02020603050405020304" pitchFamily="18" charset="0"/>
              </a:rPr>
              <a:t>1.</a:t>
            </a:r>
            <a:r>
              <a:rPr lang="zh-TW" altLang="en-US" sz="3200" b="1">
                <a:latin typeface="微軟正黑體" panose="020B0604030504040204" pitchFamily="34" charset="-120"/>
                <a:cs typeface="Times New Roman" panose="02020603050405020304" pitchFamily="18" charset="0"/>
              </a:rPr>
              <a:t>請分享自己性格測評的結果。有哪些優點？有哪些缺點？	</a:t>
            </a:r>
          </a:p>
          <a:p>
            <a:pPr marL="358775" indent="-358775" eaLnBrk="1" hangingPunct="1">
              <a:spcBef>
                <a:spcPct val="0"/>
              </a:spcBef>
              <a:spcAft>
                <a:spcPts val="3600"/>
              </a:spcAft>
              <a:buFont typeface="Wingdings 3" panose="05040102010807070707" pitchFamily="18" charset="2"/>
              <a:buNone/>
            </a:pPr>
            <a:r>
              <a:rPr lang="en-US" altLang="zh-TW" sz="3200" b="1">
                <a:latin typeface="微軟正黑體" panose="020B0604030504040204" pitchFamily="34" charset="-120"/>
                <a:cs typeface="Times New Roman" panose="02020603050405020304" pitchFamily="18" charset="0"/>
              </a:rPr>
              <a:t>2.</a:t>
            </a:r>
            <a:r>
              <a:rPr lang="zh-TW" altLang="en-US" sz="3200" b="1">
                <a:latin typeface="微軟正黑體" panose="020B0604030504040204" pitchFamily="34" charset="-120"/>
                <a:cs typeface="Times New Roman" panose="02020603050405020304" pitchFamily="18" charset="0"/>
              </a:rPr>
              <a:t>為了要改善我性格中不成熟之處，我會有哪些具體的行動？	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2BDBE19E-E683-4DBD-2363-89C2F345E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000099"/>
                </a:solidFill>
                <a:effectLst/>
              </a:rPr>
              <a:t>討論題目：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1" name="圖片 3">
            <a:extLst>
              <a:ext uri="{FF2B5EF4-FFF2-40B4-BE49-F238E27FC236}">
                <a16:creationId xmlns:a16="http://schemas.microsoft.com/office/drawing/2014/main" id="{38BD844B-745C-E1CC-55A6-6DE4255C8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83" y="0"/>
            <a:ext cx="8635699" cy="5143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extBox 7">
            <a:extLst>
              <a:ext uri="{FF2B5EF4-FFF2-40B4-BE49-F238E27FC236}">
                <a16:creationId xmlns:a16="http://schemas.microsoft.com/office/drawing/2014/main" id="{A628F640-1A36-72D3-B63C-FA76585BB9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1763" y="6469063"/>
            <a:ext cx="3201987" cy="592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ts val="5638"/>
              </a:lnSpc>
            </a:pPr>
            <a:r>
              <a:rPr lang="zh-TW" altLang="en-US" b="1">
                <a:solidFill>
                  <a:srgbClr val="03010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Kollektif" pitchFamily="34" charset="0"/>
              </a:rPr>
              <a:t>馬斯洛 需求理論   </a:t>
            </a:r>
            <a:r>
              <a:rPr lang="zh-TW" altLang="en-US" sz="1400">
                <a:solidFill>
                  <a:srgbClr val="03010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Kollektif" pitchFamily="34" charset="0"/>
              </a:rPr>
              <a:t>金字塔/同心圓</a:t>
            </a:r>
            <a:endParaRPr lang="zh-TW" altLang="en-US" sz="1400">
              <a:solidFill>
                <a:srgbClr val="03010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36866" name="Picture 2">
            <a:extLst>
              <a:ext uri="{FF2B5EF4-FFF2-40B4-BE49-F238E27FC236}">
                <a16:creationId xmlns:a16="http://schemas.microsoft.com/office/drawing/2014/main" id="{49BD509D-4CD8-360E-4BAA-1273A73BD6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123825"/>
            <a:ext cx="6985000" cy="483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內容版面配置區 1">
            <a:extLst>
              <a:ext uri="{FF2B5EF4-FFF2-40B4-BE49-F238E27FC236}">
                <a16:creationId xmlns:a16="http://schemas.microsoft.com/office/drawing/2014/main" id="{33BABBE6-CB10-E5FF-2954-F04A7037B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268288"/>
            <a:ext cx="8229600" cy="3394075"/>
          </a:xfrm>
        </p:spPr>
        <p:txBody>
          <a:bodyPr/>
          <a:lstStyle/>
          <a:p>
            <a:pPr marL="0" indent="0">
              <a:buFont typeface="Wingdings 3" pitchFamily="2" charset="2"/>
              <a:buNone/>
              <a:defRPr/>
            </a:pPr>
            <a:r>
              <a:rPr lang="zh-TW" altLang="en-US" dirty="0"/>
              <a:t>雅各書 </a:t>
            </a:r>
            <a:r>
              <a:rPr lang="en-US" altLang="zh-TW" dirty="0"/>
              <a:t>5:16-17</a:t>
            </a:r>
          </a:p>
          <a:p>
            <a:pPr>
              <a:buFont typeface="+mj-lt"/>
              <a:buAutoNum type="arabicPeriod" startAt="16"/>
              <a:defRPr/>
            </a:pPr>
            <a:r>
              <a:rPr lang="zh-TW" altLang="en-US" dirty="0">
                <a:solidFill>
                  <a:srgbClr val="000050"/>
                </a:solidFill>
                <a:latin typeface="PingFang TC" panose="020B0400000000000000" pitchFamily="34" charset="-120"/>
                <a:ea typeface="PingFang TC" panose="020B0400000000000000" pitchFamily="34" charset="-120"/>
              </a:rPr>
              <a:t>所以你們要彼此認罪，互相代求，使你們可以得醫治。義人祈禱所發的力量是大有功效的。</a:t>
            </a:r>
          </a:p>
          <a:p>
            <a:pPr>
              <a:buFont typeface="+mj-lt"/>
              <a:buAutoNum type="arabicPeriod" startAt="17"/>
              <a:defRPr/>
            </a:pPr>
            <a:r>
              <a:rPr lang="zh-TW" altLang="en-US" dirty="0">
                <a:solidFill>
                  <a:srgbClr val="000050"/>
                </a:solidFill>
                <a:latin typeface="PingFang TC" panose="020B0400000000000000" pitchFamily="34" charset="-120"/>
                <a:ea typeface="PingFang TC" panose="020B0400000000000000" pitchFamily="34" charset="-120"/>
              </a:rPr>
              <a:t>以利亞與我們是</a:t>
            </a:r>
            <a:r>
              <a:rPr lang="zh-TW" altLang="en-US" b="1" dirty="0">
                <a:solidFill>
                  <a:srgbClr val="000050"/>
                </a:solidFill>
                <a:latin typeface="PingFang TC" panose="020B0400000000000000" pitchFamily="34" charset="-120"/>
                <a:ea typeface="PingFang TC" panose="020B0400000000000000" pitchFamily="34" charset="-120"/>
              </a:rPr>
              <a:t>一樣性情</a:t>
            </a:r>
            <a:r>
              <a:rPr lang="zh-TW" altLang="en-US" dirty="0">
                <a:solidFill>
                  <a:srgbClr val="000050"/>
                </a:solidFill>
                <a:latin typeface="PingFang TC" panose="020B0400000000000000" pitchFamily="34" charset="-120"/>
                <a:ea typeface="PingFang TC" panose="020B0400000000000000" pitchFamily="34" charset="-120"/>
              </a:rPr>
              <a:t>的人，他懇切禱告，求不要下雨，雨就三年零六個月不下在地上。</a:t>
            </a:r>
            <a:endParaRPr lang="en-US" altLang="zh-TW" dirty="0">
              <a:solidFill>
                <a:srgbClr val="000050"/>
              </a:solidFill>
              <a:latin typeface="PingFang TC" panose="020B0400000000000000" pitchFamily="34" charset="-120"/>
              <a:ea typeface="PingFang TC" panose="020B0400000000000000" pitchFamily="34" charset="-120"/>
            </a:endParaRPr>
          </a:p>
          <a:p>
            <a:pPr marL="109537" indent="0">
              <a:buFont typeface="Wingdings 3" pitchFamily="2" charset="2"/>
              <a:buNone/>
              <a:defRPr/>
            </a:pPr>
            <a:r>
              <a:rPr lang="zh-TW" altLang="en-US" dirty="0">
                <a:solidFill>
                  <a:srgbClr val="000050"/>
                </a:solidFill>
                <a:latin typeface="PingFang TC" panose="020B0400000000000000" pitchFamily="34" charset="-120"/>
                <a:ea typeface="PingFang TC" panose="020B0400000000000000" pitchFamily="34" charset="-120"/>
              </a:rPr>
              <a:t>提摩太前書 </a:t>
            </a:r>
            <a:r>
              <a:rPr lang="en-US" altLang="zh-TW" dirty="0">
                <a:solidFill>
                  <a:srgbClr val="000050"/>
                </a:solidFill>
                <a:latin typeface="PingFang TC" panose="020B0400000000000000" pitchFamily="34" charset="-120"/>
                <a:ea typeface="PingFang TC" panose="020B0400000000000000" pitchFamily="34" charset="-120"/>
              </a:rPr>
              <a:t>6:10-11</a:t>
            </a:r>
            <a:endParaRPr lang="en-US" altLang="zh-TW" dirty="0"/>
          </a:p>
          <a:p>
            <a:pPr>
              <a:buFont typeface="+mj-lt"/>
              <a:buAutoNum type="arabicPeriod" startAt="11"/>
              <a:defRPr/>
            </a:pPr>
            <a:r>
              <a:rPr lang="zh-TW" altLang="en-US" dirty="0">
                <a:solidFill>
                  <a:srgbClr val="000050"/>
                </a:solidFill>
                <a:latin typeface="PingFang TC" panose="020B0400000000000000" pitchFamily="34" charset="-120"/>
                <a:ea typeface="PingFang TC" panose="020B0400000000000000" pitchFamily="34" charset="-120"/>
              </a:rPr>
              <a:t>但你這屬神的人要逃避這些事，追求公義、敬虔、信心、愛心、忍耐、溫柔。</a:t>
            </a:r>
          </a:p>
          <a:p>
            <a:pPr>
              <a:buFont typeface="+mj-lt"/>
              <a:buAutoNum type="arabicPeriod" startAt="12"/>
              <a:defRPr/>
            </a:pPr>
            <a:r>
              <a:rPr lang="zh-TW" altLang="en-US" dirty="0">
                <a:solidFill>
                  <a:srgbClr val="000050"/>
                </a:solidFill>
                <a:latin typeface="PingFang TC" panose="020B0400000000000000" pitchFamily="34" charset="-120"/>
                <a:ea typeface="PingFang TC" panose="020B0400000000000000" pitchFamily="34" charset="-120"/>
              </a:rPr>
              <a:t>你要為真道打那美好的仗，持定永生。你為此被召，也在許多見證人面前，已經作了那美好的見證。</a:t>
            </a:r>
          </a:p>
          <a:p>
            <a:pPr>
              <a:buFont typeface="Wingdings 3" pitchFamily="2" charset="2"/>
              <a:buChar char=""/>
              <a:defRPr/>
            </a:pPr>
            <a:endParaRPr lang="en-US" altLang="zh-TW" dirty="0"/>
          </a:p>
          <a:p>
            <a:pPr>
              <a:buFont typeface="Wingdings 3" pitchFamily="2" charset="2"/>
              <a:buChar char=""/>
              <a:defRPr/>
            </a:pPr>
            <a:r>
              <a:rPr lang="zh-TW" altLang="en-US" dirty="0"/>
              <a:t>	</a:t>
            </a:r>
          </a:p>
          <a:p>
            <a:pPr>
              <a:buFont typeface="Wingdings 3" pitchFamily="2" charset="2"/>
              <a:buChar char=""/>
              <a:defRPr/>
            </a:pPr>
            <a:endParaRPr lang="zh-TW" alt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匯合">
  <a:themeElements>
    <a:clrScheme name="圖釘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匯合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匯合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>
    <a:txDef>
      <a:spPr/>
      <a:bodyPr vert="horz">
        <a:normAutofit/>
      </a:bodyPr>
      <a:lstStyle>
        <a:defPPr marL="0" indent="0">
          <a:spcBef>
            <a:spcPts val="0"/>
          </a:spcBef>
          <a:spcAft>
            <a:spcPts val="3600"/>
          </a:spcAft>
          <a:buClr>
            <a:srgbClr val="2DA2BF"/>
          </a:buClr>
          <a:buNone/>
          <a:defRPr sz="3600" b="1" dirty="0" smtClean="0">
            <a:solidFill>
              <a:srgbClr val="C00000"/>
            </a:solidFill>
            <a:latin typeface="+mn-ea"/>
            <a:cs typeface="Times New Roman" panose="02020603050405020304" pitchFamily="18" charset="0"/>
            <a:sym typeface="Wingdings"/>
          </a:defRPr>
        </a:defPPr>
      </a:lstStyle>
    </a:txDef>
  </a:objectDefaults>
  <a:extraClrSchemeLst/>
</a:theme>
</file>

<file path=ppt/theme/themeOverride1.xml><?xml version="1.0" encoding="utf-8"?>
<a:themeOverride xmlns:a="http://schemas.openxmlformats.org/drawingml/2006/main">
  <a:clrScheme name="圖釘">
    <a:dk1>
      <a:sysClr val="windowText" lastClr="000000"/>
    </a:dk1>
    <a:lt1>
      <a:sysClr val="window" lastClr="FFFFFF"/>
    </a:lt1>
    <a:dk2>
      <a:srgbClr val="465E9C"/>
    </a:dk2>
    <a:lt2>
      <a:srgbClr val="CCDDEA"/>
    </a:lt2>
    <a:accent1>
      <a:srgbClr val="FDA023"/>
    </a:accent1>
    <a:accent2>
      <a:srgbClr val="AA2B1E"/>
    </a:accent2>
    <a:accent3>
      <a:srgbClr val="71685C"/>
    </a:accent3>
    <a:accent4>
      <a:srgbClr val="64A73B"/>
    </a:accent4>
    <a:accent5>
      <a:srgbClr val="EB5605"/>
    </a:accent5>
    <a:accent6>
      <a:srgbClr val="B9CA1A"/>
    </a:accent6>
    <a:hlink>
      <a:srgbClr val="D83E2C"/>
    </a:hlink>
    <a:folHlink>
      <a:srgbClr val="ED7D27"/>
    </a:folHlink>
  </a:clrScheme>
</a:themeOverride>
</file>

<file path=ppt/theme/themeOverride2.xml><?xml version="1.0" encoding="utf-8"?>
<a:themeOverride xmlns:a="http://schemas.openxmlformats.org/drawingml/2006/main">
  <a:clrScheme name="圖釘">
    <a:dk1>
      <a:sysClr val="windowText" lastClr="000000"/>
    </a:dk1>
    <a:lt1>
      <a:sysClr val="window" lastClr="FFFFFF"/>
    </a:lt1>
    <a:dk2>
      <a:srgbClr val="465E9C"/>
    </a:dk2>
    <a:lt2>
      <a:srgbClr val="CCDDEA"/>
    </a:lt2>
    <a:accent1>
      <a:srgbClr val="FDA023"/>
    </a:accent1>
    <a:accent2>
      <a:srgbClr val="AA2B1E"/>
    </a:accent2>
    <a:accent3>
      <a:srgbClr val="71685C"/>
    </a:accent3>
    <a:accent4>
      <a:srgbClr val="64A73B"/>
    </a:accent4>
    <a:accent5>
      <a:srgbClr val="EB5605"/>
    </a:accent5>
    <a:accent6>
      <a:srgbClr val="B9CA1A"/>
    </a:accent6>
    <a:hlink>
      <a:srgbClr val="D83E2C"/>
    </a:hlink>
    <a:folHlink>
      <a:srgbClr val="ED7D27"/>
    </a:folHlink>
  </a:clrScheme>
</a:themeOverride>
</file>

<file path=ppt/theme/themeOverride3.xml><?xml version="1.0" encoding="utf-8"?>
<a:themeOverride xmlns:a="http://schemas.openxmlformats.org/drawingml/2006/main">
  <a:clrScheme name="圖釘">
    <a:dk1>
      <a:sysClr val="windowText" lastClr="000000"/>
    </a:dk1>
    <a:lt1>
      <a:sysClr val="window" lastClr="FFFFFF"/>
    </a:lt1>
    <a:dk2>
      <a:srgbClr val="465E9C"/>
    </a:dk2>
    <a:lt2>
      <a:srgbClr val="CCDDEA"/>
    </a:lt2>
    <a:accent1>
      <a:srgbClr val="FDA023"/>
    </a:accent1>
    <a:accent2>
      <a:srgbClr val="AA2B1E"/>
    </a:accent2>
    <a:accent3>
      <a:srgbClr val="71685C"/>
    </a:accent3>
    <a:accent4>
      <a:srgbClr val="64A73B"/>
    </a:accent4>
    <a:accent5>
      <a:srgbClr val="EB5605"/>
    </a:accent5>
    <a:accent6>
      <a:srgbClr val="B9CA1A"/>
    </a:accent6>
    <a:hlink>
      <a:srgbClr val="D83E2C"/>
    </a:hlink>
    <a:folHlink>
      <a:srgbClr val="ED7D27"/>
    </a:folHlink>
  </a:clrScheme>
</a:themeOverride>
</file>

<file path=ppt/theme/themeOverride4.xml><?xml version="1.0" encoding="utf-8"?>
<a:themeOverride xmlns:a="http://schemas.openxmlformats.org/drawingml/2006/main">
  <a:clrScheme name="圖釘">
    <a:dk1>
      <a:sysClr val="windowText" lastClr="000000"/>
    </a:dk1>
    <a:lt1>
      <a:sysClr val="window" lastClr="FFFFFF"/>
    </a:lt1>
    <a:dk2>
      <a:srgbClr val="465E9C"/>
    </a:dk2>
    <a:lt2>
      <a:srgbClr val="CCDDEA"/>
    </a:lt2>
    <a:accent1>
      <a:srgbClr val="FDA023"/>
    </a:accent1>
    <a:accent2>
      <a:srgbClr val="AA2B1E"/>
    </a:accent2>
    <a:accent3>
      <a:srgbClr val="71685C"/>
    </a:accent3>
    <a:accent4>
      <a:srgbClr val="64A73B"/>
    </a:accent4>
    <a:accent5>
      <a:srgbClr val="EB5605"/>
    </a:accent5>
    <a:accent6>
      <a:srgbClr val="B9CA1A"/>
    </a:accent6>
    <a:hlink>
      <a:srgbClr val="D83E2C"/>
    </a:hlink>
    <a:folHlink>
      <a:srgbClr val="ED7D2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1852</TotalTime>
  <Words>1074</Words>
  <Application>Microsoft Macintosh PowerPoint</Application>
  <PresentationFormat>如螢幕大小 (16:9)</PresentationFormat>
  <Paragraphs>85</Paragraphs>
  <Slides>25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25</vt:i4>
      </vt:variant>
    </vt:vector>
  </HeadingPairs>
  <TitlesOfParts>
    <vt:vector size="36" baseType="lpstr">
      <vt:lpstr>微軟正黑體</vt:lpstr>
      <vt:lpstr>標楷體</vt:lpstr>
      <vt:lpstr>PingFang TC</vt:lpstr>
      <vt:lpstr>Arial</vt:lpstr>
      <vt:lpstr>Lucida Sans Unicode</vt:lpstr>
      <vt:lpstr>Times New Roman</vt:lpstr>
      <vt:lpstr>Verdana</vt:lpstr>
      <vt:lpstr>Wingdings</vt:lpstr>
      <vt:lpstr>Wingdings 2</vt:lpstr>
      <vt:lpstr>Wingdings 3</vt:lpstr>
      <vt:lpstr>匯合</vt:lpstr>
      <vt:lpstr>PowerPoint 簡報</vt:lpstr>
      <vt:lpstr>PowerPoint 簡報</vt:lpstr>
      <vt:lpstr>一、什麼是性格？</vt:lpstr>
      <vt:lpstr>PowerPoint 簡報</vt:lpstr>
      <vt:lpstr>PowerPoint 簡報</vt:lpstr>
      <vt:lpstr>PowerPoint 簡報</vt:lpstr>
      <vt:lpstr>4.每一種性格同時具有　　　　　.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2.坦承面對自己的　　　　.</vt:lpstr>
      <vt:lpstr>PowerPoint 簡報</vt:lpstr>
      <vt:lpstr>4.常常禱告被　　　　　.</vt:lpstr>
      <vt:lpstr>PowerPoint 簡報</vt:lpstr>
      <vt:lpstr>討論題目：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APPLE</dc:creator>
  <cp:lastModifiedBy>Walter Lu</cp:lastModifiedBy>
  <cp:revision>146</cp:revision>
  <dcterms:created xsi:type="dcterms:W3CDTF">2019-09-19T01:44:22Z</dcterms:created>
  <dcterms:modified xsi:type="dcterms:W3CDTF">2024-12-27T07:45:01Z</dcterms:modified>
</cp:coreProperties>
</file>