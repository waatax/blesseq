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10"/>
  </p:notesMasterIdLst>
  <p:handoutMasterIdLst>
    <p:handoutMasterId r:id="rId11"/>
  </p:handoutMasterIdLst>
  <p:sldIdLst>
    <p:sldId id="256" r:id="rId2"/>
    <p:sldId id="257" r:id="rId3"/>
    <p:sldId id="259" r:id="rId4"/>
    <p:sldId id="299" r:id="rId5"/>
    <p:sldId id="296" r:id="rId6"/>
    <p:sldId id="297" r:id="rId7"/>
    <p:sldId id="306" r:id="rId8"/>
    <p:sldId id="285" r:id="rId9"/>
  </p:sldIdLst>
  <p:sldSz cx="9144000" cy="5143500" type="screen16x9"/>
  <p:notesSz cx="6797675" cy="9926638"/>
  <p:defaultTex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C3E9FF-2E9C-44B6-902F-29D4AEEF51EB}" v="1" dt="2024-11-10T01:31:16.420"/>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87995" autoAdjust="0"/>
  </p:normalViewPr>
  <p:slideViewPr>
    <p:cSldViewPr>
      <p:cViewPr varScale="1">
        <p:scale>
          <a:sx n="105" d="100"/>
          <a:sy n="105" d="100"/>
        </p:scale>
        <p:origin x="-552" y="-84"/>
      </p:cViewPr>
      <p:guideLst>
        <p:guide orient="horz" pos="1620"/>
        <p:guide pos="2880"/>
      </p:guideLst>
    </p:cSldViewPr>
  </p:slideViewPr>
  <p:outlineViewPr>
    <p:cViewPr>
      <p:scale>
        <a:sx n="33" d="100"/>
        <a:sy n="33" d="100"/>
      </p:scale>
      <p:origin x="0" y="923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 Walter" userId="6e55fa501f30df28" providerId="Windows Live" clId="Web-{68C3E9FF-2E9C-44B6-902F-29D4AEEF51EB}"/>
    <pc:docChg chg="modSld">
      <pc:chgData name="Lu Walter" userId="6e55fa501f30df28" providerId="Windows Live" clId="Web-{68C3E9FF-2E9C-44B6-902F-29D4AEEF51EB}" dt="2024-11-10T01:31:16.420" v="0" actId="14100"/>
      <pc:docMkLst>
        <pc:docMk/>
      </pc:docMkLst>
      <pc:sldChg chg="modSp">
        <pc:chgData name="Lu Walter" userId="6e55fa501f30df28" providerId="Windows Live" clId="Web-{68C3E9FF-2E9C-44B6-902F-29D4AEEF51EB}" dt="2024-11-10T01:31:16.420" v="0" actId="14100"/>
        <pc:sldMkLst>
          <pc:docMk/>
          <pc:sldMk cId="0" sldId="256"/>
        </pc:sldMkLst>
        <pc:spChg chg="mod">
          <ac:chgData name="Lu Walter" userId="6e55fa501f30df28" providerId="Windows Live" clId="Web-{68C3E9FF-2E9C-44B6-902F-29D4AEEF51EB}" dt="2024-11-10T01:31:16.420" v="0" actId="14100"/>
          <ac:spMkLst>
            <pc:docMk/>
            <pc:sldMk cId="0" sldId="256"/>
            <ac:spMk id="2" creationId="{8AD67073-9546-ED78-E65E-4D3D123DEBF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904BDF8-4327-D2D1-1979-69C34E83B244}"/>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a:extLst>
              <a:ext uri="{FF2B5EF4-FFF2-40B4-BE49-F238E27FC236}">
                <a16:creationId xmlns:a16="http://schemas.microsoft.com/office/drawing/2014/main" id="{F5AB104C-14E2-76AD-A983-F8F1B169C4B5}"/>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kumimoji="0" sz="1200" smtClean="0">
                <a:latin typeface="+mn-lt"/>
                <a:ea typeface="+mn-ea"/>
              </a:defRPr>
            </a:lvl1pPr>
          </a:lstStyle>
          <a:p>
            <a:pPr>
              <a:defRPr/>
            </a:pPr>
            <a:fld id="{0D6E693E-EE2E-40C0-9142-6576B78984FB}" type="datetimeFigureOut">
              <a:rPr lang="zh-TW" altLang="en-US"/>
              <a:pPr>
                <a:defRPr/>
              </a:pPr>
              <a:t>2024/11/9</a:t>
            </a:fld>
            <a:endParaRPr lang="zh-TW" altLang="en-US"/>
          </a:p>
        </p:txBody>
      </p:sp>
      <p:sp>
        <p:nvSpPr>
          <p:cNvPr id="4" name="頁尾版面配置區 3">
            <a:extLst>
              <a:ext uri="{FF2B5EF4-FFF2-40B4-BE49-F238E27FC236}">
                <a16:creationId xmlns:a16="http://schemas.microsoft.com/office/drawing/2014/main" id="{642329C1-C755-6233-0D18-CD8D0A44514A}"/>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5" name="投影片編號版面配置區 4">
            <a:extLst>
              <a:ext uri="{FF2B5EF4-FFF2-40B4-BE49-F238E27FC236}">
                <a16:creationId xmlns:a16="http://schemas.microsoft.com/office/drawing/2014/main" id="{902C78E0-E24B-FEBC-F77A-82D0106BFFB2}"/>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kumimoji="0" sz="1200">
                <a:latin typeface="Calibri" panose="020F0502020204030204" pitchFamily="34" charset="0"/>
              </a:defRPr>
            </a:lvl1pPr>
          </a:lstStyle>
          <a:p>
            <a:fld id="{3B108A25-EC51-4879-BC30-F37ABD89C6EF}"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D5D523C-C428-9C66-3018-8D5BD5545F0B}"/>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a:extLst>
              <a:ext uri="{FF2B5EF4-FFF2-40B4-BE49-F238E27FC236}">
                <a16:creationId xmlns:a16="http://schemas.microsoft.com/office/drawing/2014/main" id="{799E1A92-674F-8B49-64DF-32768FFAD671}"/>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kumimoji="0" sz="1200" smtClean="0">
                <a:latin typeface="+mn-lt"/>
                <a:ea typeface="+mn-ea"/>
              </a:defRPr>
            </a:lvl1pPr>
          </a:lstStyle>
          <a:p>
            <a:pPr>
              <a:defRPr/>
            </a:pPr>
            <a:fld id="{0D09C659-F70B-43E7-AA43-3E9BC53DCDFD}" type="datetimeFigureOut">
              <a:rPr lang="zh-TW" altLang="en-US"/>
              <a:pPr>
                <a:defRPr/>
              </a:pPr>
              <a:t>2024/11/9</a:t>
            </a:fld>
            <a:endParaRPr lang="zh-TW" altLang="en-US"/>
          </a:p>
        </p:txBody>
      </p:sp>
      <p:sp>
        <p:nvSpPr>
          <p:cNvPr id="4" name="投影片圖像版面配置區 3">
            <a:extLst>
              <a:ext uri="{FF2B5EF4-FFF2-40B4-BE49-F238E27FC236}">
                <a16:creationId xmlns:a16="http://schemas.microsoft.com/office/drawing/2014/main" id="{0D4BEE86-6E74-2722-5DED-EAE52CF133F5}"/>
              </a:ext>
            </a:extLst>
          </p:cNvPr>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a:extLst>
              <a:ext uri="{FF2B5EF4-FFF2-40B4-BE49-F238E27FC236}">
                <a16:creationId xmlns:a16="http://schemas.microsoft.com/office/drawing/2014/main" id="{E892F80A-5AEF-5C9C-6EB5-64733333EE8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a:extLst>
              <a:ext uri="{FF2B5EF4-FFF2-40B4-BE49-F238E27FC236}">
                <a16:creationId xmlns:a16="http://schemas.microsoft.com/office/drawing/2014/main" id="{D7D5E74F-000C-C02E-61A6-AB456FCA7449}"/>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7" name="投影片編號版面配置區 6">
            <a:extLst>
              <a:ext uri="{FF2B5EF4-FFF2-40B4-BE49-F238E27FC236}">
                <a16:creationId xmlns:a16="http://schemas.microsoft.com/office/drawing/2014/main" id="{CE5CBA7D-483D-4307-AC17-D4C8399F26D1}"/>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kumimoji="0" sz="1200">
                <a:latin typeface="Calibri" panose="020F0502020204030204" pitchFamily="34" charset="0"/>
              </a:defRPr>
            </a:lvl1pPr>
          </a:lstStyle>
          <a:p>
            <a:fld id="{958829E0-E05F-4376-9A50-89F0E7DAF948}" type="slidenum">
              <a:rPr lang="zh-TW" altLang="en-US"/>
              <a:pPr/>
              <a:t>‹#›</a:t>
            </a:fld>
            <a:endParaRPr lang="zh-TW"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投影片圖像版面配置區 1">
            <a:extLst>
              <a:ext uri="{FF2B5EF4-FFF2-40B4-BE49-F238E27FC236}">
                <a16:creationId xmlns:a16="http://schemas.microsoft.com/office/drawing/2014/main" id="{3C104FD9-EFDB-EED1-D4B5-8C37CA4842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備忘稿版面配置區 2">
            <a:extLst>
              <a:ext uri="{FF2B5EF4-FFF2-40B4-BE49-F238E27FC236}">
                <a16:creationId xmlns:a16="http://schemas.microsoft.com/office/drawing/2014/main" id="{5FEC1140-89A6-7E73-F08A-87AFD9F41C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zh-TW" altLang="zh-TW"/>
              <a:t>幸福小組最大的目標就是領人受洗信主，但這目標往往卻是造成很多人不願意做幸福小組或幸福小組最後卡關的因素。我們探究了原因，發現有主、客觀的因素，主觀上可能是個人的問題，客觀上可能是大環境導致的影響。大家都覺得傳福音很難，也不好意思開口。</a:t>
            </a:r>
          </a:p>
          <a:p>
            <a:pPr>
              <a:spcBef>
                <a:spcPct val="0"/>
              </a:spcBef>
            </a:pPr>
            <a:r>
              <a:rPr lang="zh-TW" altLang="zh-TW"/>
              <a:t>福音本是上帝的大能，要救一切相信的人。我們雖然「知道」或熟悉這段經文，但卻與我們實際行的出來，有很大落差，就讓我們一起來探究，並一起學習解決這個障礙。</a:t>
            </a:r>
          </a:p>
          <a:p>
            <a:pPr>
              <a:spcBef>
                <a:spcPct val="0"/>
              </a:spcBef>
            </a:pPr>
            <a:r>
              <a:rPr lang="zh-TW" altLang="zh-TW"/>
              <a:t>我們都領受了使命要去傳福音，傳福音是需要動力的，但是這個動力會有用完的一天，你也會因為沒有果效而漸漸失去傳福音的動力，所以需要屬天的價值不斷來驅動；而如何經歷這天上的價值呢</a:t>
            </a:r>
            <a:r>
              <a:rPr lang="en-US" altLang="zh-TW"/>
              <a:t>?</a:t>
            </a:r>
            <a:r>
              <a:rPr lang="zh-TW" altLang="zh-TW"/>
              <a:t>需要一個能力，而這能力只有透過傳福音領人信主的過程，你才能擁有，並且透過看到人靈魂得救及生命的改變，才能經歷屬天的價值，這會讓我們在傳福音中樂此不疲。所以，我再說一次</a:t>
            </a:r>
            <a:r>
              <a:rPr lang="en-US" altLang="zh-TW"/>
              <a:t>:</a:t>
            </a:r>
            <a:r>
              <a:rPr lang="zh-TW" altLang="zh-TW"/>
              <a:t>傳福音需要動力，動力需要屬天價值來驅動，而屬天價值需要能力，能力則是在傳福音中被建立起來的。</a:t>
            </a:r>
            <a:endParaRPr lang="zh-TW" altLang="zh-TW" sz="1400">
              <a:latin typeface="微軟正黑體" panose="020B0604030504040204" pitchFamily="34" charset="-120"/>
              <a:ea typeface="微軟正黑體" panose="020B0604030504040204" pitchFamily="34" charset="-120"/>
            </a:endParaRPr>
          </a:p>
        </p:txBody>
      </p:sp>
      <p:sp>
        <p:nvSpPr>
          <p:cNvPr id="15364" name="投影片編號版面配置區 3">
            <a:extLst>
              <a:ext uri="{FF2B5EF4-FFF2-40B4-BE49-F238E27FC236}">
                <a16:creationId xmlns:a16="http://schemas.microsoft.com/office/drawing/2014/main" id="{75794153-5FB6-EBBC-4055-FA27A3F1AF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357E8CAD-5181-4918-A825-7E7FDA419727}" type="slidenum">
              <a:rPr lang="zh-TW" altLang="en-US">
                <a:latin typeface="Calibri" panose="020F0502020204030204" pitchFamily="34" charset="0"/>
              </a:rPr>
              <a:pPr/>
              <a:t>2</a:t>
            </a:fld>
            <a:endParaRPr lang="zh-TW"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投影片圖像版面配置區 1">
            <a:extLst>
              <a:ext uri="{FF2B5EF4-FFF2-40B4-BE49-F238E27FC236}">
                <a16:creationId xmlns:a16="http://schemas.microsoft.com/office/drawing/2014/main" id="{83CE3CBD-E189-5617-C4D9-2A73463A79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備忘稿版面配置區 2">
            <a:extLst>
              <a:ext uri="{FF2B5EF4-FFF2-40B4-BE49-F238E27FC236}">
                <a16:creationId xmlns:a16="http://schemas.microsoft.com/office/drawing/2014/main" id="{3BCE3DE5-5C9F-A52B-0BAB-43ACCAD379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TW" b="1"/>
              <a:t>1.</a:t>
            </a:r>
            <a:r>
              <a:rPr lang="zh-TW" altLang="zh-TW" b="1"/>
              <a:t>認為引導人受洗是牧者的責任</a:t>
            </a:r>
          </a:p>
          <a:p>
            <a:pPr>
              <a:spcBef>
                <a:spcPct val="0"/>
              </a:spcBef>
            </a:pPr>
            <a:r>
              <a:rPr lang="zh-TW" altLang="zh-TW"/>
              <a:t>我們通常把</a:t>
            </a:r>
            <a:r>
              <a:rPr lang="en-US" altLang="zh-TW"/>
              <a:t>BEST</a:t>
            </a:r>
            <a:r>
              <a:rPr lang="zh-TW" altLang="zh-TW"/>
              <a:t>帶來參加幸福小組，很自然會以為引導</a:t>
            </a:r>
            <a:r>
              <a:rPr lang="en-US" altLang="zh-TW"/>
              <a:t>BEST</a:t>
            </a:r>
            <a:r>
              <a:rPr lang="zh-TW" altLang="zh-TW"/>
              <a:t>受洗是小組長或是福長、教會傳道、牧者的事情，我才剛信主不久，也不知道要如何引導</a:t>
            </a:r>
            <a:r>
              <a:rPr lang="en-US" altLang="zh-TW"/>
              <a:t>BEST</a:t>
            </a:r>
            <a:r>
              <a:rPr lang="zh-TW" altLang="zh-TW"/>
              <a:t>受洗，所以引導人受洗自然就不關我的事了</a:t>
            </a:r>
            <a:r>
              <a:rPr lang="en-US" altLang="zh-TW"/>
              <a:t>!</a:t>
            </a:r>
            <a:r>
              <a:rPr lang="zh-TW" altLang="zh-TW"/>
              <a:t>你要知道「引導人受洗」是你我的責任</a:t>
            </a:r>
            <a:r>
              <a:rPr lang="en-US" altLang="zh-TW"/>
              <a:t>~</a:t>
            </a:r>
            <a:endParaRPr lang="zh-TW" altLang="zh-TW"/>
          </a:p>
          <a:p>
            <a:pPr>
              <a:spcBef>
                <a:spcPct val="0"/>
              </a:spcBef>
            </a:pPr>
            <a:r>
              <a:rPr lang="en-US" altLang="zh-TW" b="1"/>
              <a:t>2.</a:t>
            </a:r>
            <a:r>
              <a:rPr lang="zh-TW" altLang="zh-TW" b="1"/>
              <a:t>害怕被拒絕，不敢開口</a:t>
            </a:r>
          </a:p>
          <a:p>
            <a:pPr>
              <a:spcBef>
                <a:spcPct val="0"/>
              </a:spcBef>
            </a:pPr>
            <a:r>
              <a:rPr lang="zh-TW" altLang="zh-TW"/>
              <a:t>可能是過去個人失敗的經驗，或者教會整體的氛圍所造成，在還沒有傳福音的具體行動前，就已經呈現會被拒絕的錯覺。所以你就害怕不敢開口</a:t>
            </a:r>
            <a:r>
              <a:rPr lang="en-US" altLang="zh-TW"/>
              <a:t>~</a:t>
            </a:r>
            <a:endParaRPr lang="zh-TW" altLang="zh-TW"/>
          </a:p>
          <a:p>
            <a:pPr>
              <a:spcBef>
                <a:spcPct val="0"/>
              </a:spcBef>
            </a:pPr>
            <a:r>
              <a:rPr lang="en-US" altLang="zh-TW" b="1"/>
              <a:t>3.</a:t>
            </a:r>
            <a:r>
              <a:rPr lang="zh-TW" altLang="zh-TW" b="1"/>
              <a:t>擔心不會回答</a:t>
            </a:r>
            <a:r>
              <a:rPr lang="en-US" altLang="zh-TW" b="1"/>
              <a:t>BEST</a:t>
            </a:r>
            <a:r>
              <a:rPr lang="zh-TW" altLang="zh-TW" b="1"/>
              <a:t>的信仰問題</a:t>
            </a:r>
          </a:p>
          <a:p>
            <a:pPr>
              <a:spcBef>
                <a:spcPct val="0"/>
              </a:spcBef>
            </a:pPr>
            <a:r>
              <a:rPr lang="zh-TW" altLang="zh-TW"/>
              <a:t>你不用擔心，你才信主半年，很多信仰問題不會回答是很正常，聖經懂得不多也是正常，你不需要回答你不知道的，但你可以分享你經歷、體嚐到的。當我們非常喜歡一個食物，要推薦給朋友時，你不會分析食材、烹飪的比例、手法，而是把自己真實的美味感受形容出來，就會感動別人願意來品嘗，信仰也是一樣</a:t>
            </a:r>
            <a:r>
              <a:rPr lang="en-US" altLang="zh-TW"/>
              <a:t>!</a:t>
            </a:r>
            <a:r>
              <a:rPr lang="zh-TW" altLang="zh-TW"/>
              <a:t>如果真的在幸福小組</a:t>
            </a:r>
            <a:r>
              <a:rPr lang="en-US" altLang="zh-TW"/>
              <a:t>BEST</a:t>
            </a:r>
            <a:r>
              <a:rPr lang="zh-TW" altLang="zh-TW"/>
              <a:t>問了你無法回答的問題，你也別緊張，你可以這樣回答他</a:t>
            </a:r>
            <a:r>
              <a:rPr lang="en-US" altLang="zh-TW"/>
              <a:t>:</a:t>
            </a:r>
            <a:r>
              <a:rPr lang="zh-TW" altLang="zh-TW"/>
              <a:t>你的問題問得非常的好，未來幾週在我們幸福聚會裡你會找到答案。</a:t>
            </a:r>
          </a:p>
        </p:txBody>
      </p:sp>
      <p:sp>
        <p:nvSpPr>
          <p:cNvPr id="16388" name="投影片編號版面配置區 3">
            <a:extLst>
              <a:ext uri="{FF2B5EF4-FFF2-40B4-BE49-F238E27FC236}">
                <a16:creationId xmlns:a16="http://schemas.microsoft.com/office/drawing/2014/main" id="{6D5EAEBF-22EA-BA1B-8784-D2C00861EE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67C53D77-B941-4C84-941B-9105FC51F470}" type="slidenum">
              <a:rPr lang="zh-TW" altLang="en-US">
                <a:latin typeface="Calibri" panose="020F0502020204030204" pitchFamily="34" charset="0"/>
              </a:rPr>
              <a:pPr/>
              <a:t>3</a:t>
            </a:fld>
            <a:endParaRPr lang="zh-TW"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投影片圖像版面配置區 1">
            <a:extLst>
              <a:ext uri="{FF2B5EF4-FFF2-40B4-BE49-F238E27FC236}">
                <a16:creationId xmlns:a16="http://schemas.microsoft.com/office/drawing/2014/main" id="{6DBF40AC-216C-FE3A-0272-E3677F5920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備忘稿版面配置區 2">
            <a:extLst>
              <a:ext uri="{FF2B5EF4-FFF2-40B4-BE49-F238E27FC236}">
                <a16:creationId xmlns:a16="http://schemas.microsoft.com/office/drawing/2014/main" id="{B34C1079-C660-EE17-21F3-ED9733A6C8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TW" b="1"/>
              <a:t>4.</a:t>
            </a:r>
            <a:r>
              <a:rPr lang="zh-TW" altLang="zh-TW" b="1"/>
              <a:t>對引導人受洗抱持錯誤的觀念</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認為人信主受洗需要很長的時間</a:t>
            </a:r>
          </a:p>
          <a:p>
            <a:pPr>
              <a:spcBef>
                <a:spcPct val="0"/>
              </a:spcBef>
            </a:pPr>
            <a:r>
              <a:rPr lang="zh-TW" altLang="zh-TW"/>
              <a:t>我們常會認為</a:t>
            </a:r>
            <a:r>
              <a:rPr lang="en-US" altLang="zh-TW"/>
              <a:t>BEST</a:t>
            </a:r>
            <a:r>
              <a:rPr lang="zh-TW" altLang="zh-TW"/>
              <a:t>接觸基督教的時間太短了，才來一兩次或是參加完幸福小組就能受洗，這樣時間也未免太短了，</a:t>
            </a:r>
            <a:r>
              <a:rPr lang="en-US" altLang="zh-TW"/>
              <a:t>BEST</a:t>
            </a:r>
            <a:r>
              <a:rPr lang="zh-TW" altLang="zh-TW"/>
              <a:t>懂得太少了，應該要再多一點的時間。</a:t>
            </a:r>
          </a:p>
          <a:p>
            <a:pPr>
              <a:spcBef>
                <a:spcPct val="0"/>
              </a:spcBef>
            </a:pPr>
            <a:r>
              <a:rPr lang="zh-TW" altLang="zh-TW"/>
              <a:t>重點是</a:t>
            </a:r>
            <a:r>
              <a:rPr lang="en-US" altLang="zh-TW"/>
              <a:t>BEST</a:t>
            </a:r>
            <a:r>
              <a:rPr lang="zh-TW" altLang="zh-TW"/>
              <a:t>他被聖靈感動，是非常清楚，他的意願是堅定的。受洗是不是需要長時間？我們忽略了，重點不是在於時間的長短，他的相信才是重點。</a:t>
            </a:r>
          </a:p>
          <a:p>
            <a:pPr>
              <a:spcBef>
                <a:spcPct val="0"/>
              </a:spcBef>
            </a:pPr>
            <a:r>
              <a:rPr lang="zh-TW" altLang="zh-TW"/>
              <a:t>提醒兩件事</a:t>
            </a:r>
            <a:r>
              <a:rPr lang="en-US" altLang="zh-TW"/>
              <a:t>:</a:t>
            </a:r>
            <a:endParaRPr lang="zh-TW" altLang="zh-TW"/>
          </a:p>
          <a:p>
            <a:pPr>
              <a:spcBef>
                <a:spcPct val="0"/>
              </a:spcBef>
            </a:pPr>
            <a:r>
              <a:rPr lang="en-US" altLang="zh-TW"/>
              <a:t>1.</a:t>
            </a:r>
            <a:r>
              <a:rPr lang="zh-TW" altLang="zh-TW"/>
              <a:t>一般我們會規範一定要上完真理課程始能受洗，這樣的規範太絕對了，我這樣說並不是要表示真理課是錯的。上課很好，可以讓他們多認識真理，但是，是不是一定要上完這些才能有資格受洗？這應該不是關鍵。關鍵是相信。</a:t>
            </a:r>
          </a:p>
          <a:p>
            <a:pPr>
              <a:spcBef>
                <a:spcPct val="0"/>
              </a:spcBef>
            </a:pPr>
            <a:r>
              <a:rPr lang="en-US" altLang="zh-TW"/>
              <a:t>2.</a:t>
            </a:r>
            <a:r>
              <a:rPr lang="zh-TW" altLang="zh-TW"/>
              <a:t>受洗前，必須先徹底解決罪的問題。</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不需要勉強人受洗，順其自然就好</a:t>
            </a:r>
          </a:p>
          <a:p>
            <a:pPr>
              <a:spcBef>
                <a:spcPct val="0"/>
              </a:spcBef>
            </a:pPr>
            <a:r>
              <a:rPr lang="zh-TW" altLang="zh-TW"/>
              <a:t>生命無常，我們活在黑暗的權勢下，帶領人信耶穌是搶救靈魂的工作，搶救當然不能慢慢來，搶救是有急迫性的。當初你在幸福小組就是因為幸福小組的福長、同工帶著搶救你的心情，所以你受洗了，今天在這裡上課</a:t>
            </a:r>
            <a:r>
              <a:rPr lang="en-US" altLang="zh-TW"/>
              <a:t>!</a:t>
            </a:r>
            <a:endParaRPr lang="zh-TW" altLang="zh-TW"/>
          </a:p>
          <a:p>
            <a:pPr>
              <a:spcBef>
                <a:spcPct val="0"/>
              </a:spcBef>
            </a:pPr>
            <a:r>
              <a:rPr lang="zh-TW" altLang="zh-TW"/>
              <a:t>就傳福音而言，我們是要有勉強別人的動機，但透過幸福小組，我們在策略上可以將「勉強」化為「刻意」，刻意成為自然的氛圍。但在屬靈的戰場上，這絕對是要用「搶」的，勉強是不可避免的決心。</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上帝若要他得救，自然會感動他</a:t>
            </a:r>
          </a:p>
          <a:p>
            <a:pPr>
              <a:spcBef>
                <a:spcPct val="0"/>
              </a:spcBef>
            </a:pPr>
            <a:r>
              <a:rPr lang="zh-TW" altLang="zh-TW"/>
              <a:t>上帝期待與我們同工，耶穌來到世上及離開世上，只交代一件事，就是傳福音，可見得傳福音多麼重要</a:t>
            </a:r>
            <a:r>
              <a:rPr lang="en-US" altLang="zh-TW"/>
              <a:t>!</a:t>
            </a:r>
            <a:r>
              <a:rPr lang="zh-TW" altLang="zh-TW"/>
              <a:t>耶穌祂復活升天時，再次的囑咐我們要去使萬民做主的門徒，不是祂去，而是我們去，而且不是只使一個人做主的門徒，而是萬民</a:t>
            </a:r>
            <a:r>
              <a:rPr lang="en-US" altLang="zh-TW"/>
              <a:t>!</a:t>
            </a:r>
            <a:r>
              <a:rPr lang="zh-TW" altLang="zh-TW"/>
              <a:t>所以，你說：「上帝若要他得救，自然會感動他。」不是上帝說的，而是謊言</a:t>
            </a:r>
            <a:r>
              <a:rPr lang="en-US" altLang="zh-TW"/>
              <a:t>!</a:t>
            </a:r>
            <a:r>
              <a:rPr lang="zh-TW" altLang="zh-TW"/>
              <a:t>不要再為自己找理由藉口不去邀約人受洗了</a:t>
            </a:r>
            <a:r>
              <a:rPr lang="en-US" altLang="zh-TW"/>
              <a:t>!</a:t>
            </a:r>
            <a:endParaRPr lang="zh-TW" altLang="zh-TW"/>
          </a:p>
          <a:p>
            <a:pPr>
              <a:spcBef>
                <a:spcPct val="0"/>
              </a:spcBef>
            </a:pPr>
            <a:r>
              <a:rPr lang="en-US" altLang="zh-TW" b="1"/>
              <a:t>5.</a:t>
            </a:r>
            <a:r>
              <a:rPr lang="zh-TW" altLang="zh-TW" b="1"/>
              <a:t>對人的靈魂得救與否沒有急迫感</a:t>
            </a:r>
          </a:p>
          <a:p>
            <a:pPr>
              <a:spcBef>
                <a:spcPct val="0"/>
              </a:spcBef>
            </a:pPr>
            <a:r>
              <a:rPr lang="zh-TW" altLang="zh-TW"/>
              <a:t>這是基督徒最可怕的狀況，就是對靈魂無感</a:t>
            </a:r>
            <a:r>
              <a:rPr lang="en-US" altLang="zh-TW"/>
              <a:t>!</a:t>
            </a:r>
            <a:r>
              <a:rPr lang="zh-TW" altLang="zh-TW"/>
              <a:t>忙著專顧自己的事，包括事業、家庭、理想等等…，這些不是不重要，但當我們失去對靈魂得救的急迫感時，我們真的要檢視自己的信仰，我們在乎耶穌在乎的事嗎</a:t>
            </a:r>
            <a:r>
              <a:rPr lang="en-US" altLang="zh-TW"/>
              <a:t>?</a:t>
            </a:r>
            <a:r>
              <a:rPr lang="zh-TW" altLang="zh-TW"/>
              <a:t>耶穌在乎的是人靈魂的得救</a:t>
            </a:r>
            <a:r>
              <a:rPr lang="en-US" altLang="zh-TW"/>
              <a:t>!</a:t>
            </a:r>
            <a:endParaRPr lang="zh-TW" altLang="zh-TW"/>
          </a:p>
        </p:txBody>
      </p:sp>
      <p:sp>
        <p:nvSpPr>
          <p:cNvPr id="17412" name="投影片編號版面配置區 3">
            <a:extLst>
              <a:ext uri="{FF2B5EF4-FFF2-40B4-BE49-F238E27FC236}">
                <a16:creationId xmlns:a16="http://schemas.microsoft.com/office/drawing/2014/main" id="{F628069A-9E2E-3C78-386F-1C6C5B86D4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B9EA1B0C-8DE6-4565-B39B-5C111A2759D9}" type="slidenum">
              <a:rPr lang="zh-TW" altLang="en-US">
                <a:latin typeface="Calibri" panose="020F0502020204030204" pitchFamily="34" charset="0"/>
              </a:rPr>
              <a:pPr/>
              <a:t>4</a:t>
            </a:fld>
            <a:endParaRPr lang="zh-TW"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投影片圖像版面配置區 1">
            <a:extLst>
              <a:ext uri="{FF2B5EF4-FFF2-40B4-BE49-F238E27FC236}">
                <a16:creationId xmlns:a16="http://schemas.microsoft.com/office/drawing/2014/main" id="{8322B361-B75B-F44B-5EED-9D3619C93A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備忘稿版面配置區 2">
            <a:extLst>
              <a:ext uri="{FF2B5EF4-FFF2-40B4-BE49-F238E27FC236}">
                <a16:creationId xmlns:a16="http://schemas.microsoft.com/office/drawing/2014/main" id="{782CD038-F9E5-EB75-E3FB-240CCAE01F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TW" b="1"/>
              <a:t>1.</a:t>
            </a:r>
            <a:r>
              <a:rPr lang="zh-TW" altLang="zh-TW" b="1"/>
              <a:t>國籍轉移：從黑暗的國度遷移至上帝的國度</a:t>
            </a:r>
          </a:p>
          <a:p>
            <a:pPr>
              <a:spcBef>
                <a:spcPct val="0"/>
              </a:spcBef>
            </a:pPr>
            <a:r>
              <a:rPr lang="zh-TW" altLang="zh-TW"/>
              <a:t>我們可以跟</a:t>
            </a:r>
            <a:r>
              <a:rPr lang="en-US" altLang="zh-TW"/>
              <a:t>BEST</a:t>
            </a:r>
            <a:r>
              <a:rPr lang="zh-TW" altLang="zh-TW"/>
              <a:t>說</a:t>
            </a:r>
            <a:r>
              <a:rPr lang="en-US" altLang="zh-TW"/>
              <a:t>(</a:t>
            </a:r>
            <a:r>
              <a:rPr lang="zh-TW" altLang="zh-TW"/>
              <a:t>特別是過去有靈界的挾制的</a:t>
            </a:r>
            <a:r>
              <a:rPr lang="en-US" altLang="zh-TW"/>
              <a:t>BEST)</a:t>
            </a:r>
            <a:r>
              <a:rPr lang="zh-TW" altLang="zh-TW"/>
              <a:t>：我們過去在黑暗的國度，所做的努力不過是勞苦愁煩，沒有自由是被挾制掌控的</a:t>
            </a:r>
            <a:r>
              <a:rPr lang="en-US" altLang="zh-TW"/>
              <a:t>!</a:t>
            </a:r>
            <a:r>
              <a:rPr lang="zh-TW" altLang="zh-TW"/>
              <a:t>但當我們願意信耶穌時，我們的國度會轉化成上帝的國度了</a:t>
            </a:r>
            <a:r>
              <a:rPr lang="en-US" altLang="zh-TW"/>
              <a:t>!</a:t>
            </a:r>
            <a:r>
              <a:rPr lang="zh-TW" altLang="zh-TW"/>
              <a:t>從黑暗國進入上帝的國，這不僅在地上會領受祝福，更有永恆的盼望，誠摯歡迎你加入上帝國度行列。</a:t>
            </a:r>
          </a:p>
          <a:p>
            <a:pPr>
              <a:spcBef>
                <a:spcPct val="0"/>
              </a:spcBef>
            </a:pPr>
            <a:r>
              <a:rPr lang="en-US" altLang="zh-TW" b="1"/>
              <a:t>2.</a:t>
            </a:r>
            <a:r>
              <a:rPr lang="zh-TW" altLang="zh-TW" b="1"/>
              <a:t>身分的轉換：從屬靈的孤兒變成上帝的兒女</a:t>
            </a:r>
          </a:p>
          <a:p>
            <a:pPr>
              <a:spcBef>
                <a:spcPct val="0"/>
              </a:spcBef>
            </a:pPr>
            <a:r>
              <a:rPr lang="zh-TW" altLang="zh-TW"/>
              <a:t>我們可以跟</a:t>
            </a:r>
            <a:r>
              <a:rPr lang="en-US" altLang="zh-TW"/>
              <a:t>BEST</a:t>
            </a:r>
            <a:r>
              <a:rPr lang="zh-TW" altLang="zh-TW"/>
              <a:t>說</a:t>
            </a:r>
            <a:r>
              <a:rPr lang="en-US" altLang="zh-TW"/>
              <a:t>(</a:t>
            </a:r>
            <a:r>
              <a:rPr lang="zh-TW" altLang="zh-TW"/>
              <a:t>特別是過去有情感強度的依賴</a:t>
            </a:r>
            <a:r>
              <a:rPr lang="en-US" altLang="zh-TW"/>
              <a:t>)</a:t>
            </a:r>
            <a:r>
              <a:rPr lang="zh-TW" altLang="zh-TW"/>
              <a:t>：我們對人的感情常常既期待又怕受傷害，我們似乎常有莫名的孤獨感，那孤獨的靈在我的裡面，讓我常常覺得自己是孤單的、沒有人愛的、內心總是無法滿足，那是因為當我們沒有與創造的源頭連結時，我們的靈是空的，我們是屬靈的孤兒，所以你要成為上帝的兒女，上帝正在呼喚你回家，不管在任何景況，上帝永不離開你，你是上帝的寶貝，是上帝的孩子。</a:t>
            </a:r>
          </a:p>
          <a:p>
            <a:pPr>
              <a:spcBef>
                <a:spcPct val="0"/>
              </a:spcBef>
            </a:pPr>
            <a:r>
              <a:rPr lang="en-US" altLang="zh-TW" b="1"/>
              <a:t>3.</a:t>
            </a:r>
            <a:r>
              <a:rPr lang="zh-TW" altLang="zh-TW" b="1"/>
              <a:t>領受祝福：從恐懼憂慮到喜樂豐盛</a:t>
            </a:r>
          </a:p>
          <a:p>
            <a:pPr>
              <a:spcBef>
                <a:spcPct val="0"/>
              </a:spcBef>
            </a:pPr>
            <a:r>
              <a:rPr lang="zh-TW" altLang="zh-TW"/>
              <a:t>我們可以跟</a:t>
            </a:r>
            <a:r>
              <a:rPr lang="en-US" altLang="zh-TW"/>
              <a:t>BEST</a:t>
            </a:r>
            <a:r>
              <a:rPr lang="zh-TW" altLang="zh-TW"/>
              <a:t>說</a:t>
            </a:r>
            <a:r>
              <a:rPr lang="en-US" altLang="zh-TW"/>
              <a:t>(</a:t>
            </a:r>
            <a:r>
              <a:rPr lang="zh-TW" altLang="zh-TW"/>
              <a:t>特別是過去有恐懼及憂慮</a:t>
            </a:r>
            <a:r>
              <a:rPr lang="en-US" altLang="zh-TW"/>
              <a:t>)</a:t>
            </a:r>
            <a:r>
              <a:rPr lang="zh-TW" altLang="zh-TW"/>
              <a:t>：親愛的朋友，你的心需要喜樂及豐盛來充滿，我們的上帝是帶來喜樂及豐盛的神，這是我們真實的經歷</a:t>
            </a:r>
            <a:r>
              <a:rPr lang="en-US" altLang="zh-TW"/>
              <a:t>!</a:t>
            </a:r>
            <a:r>
              <a:rPr lang="zh-TW" altLang="zh-TW"/>
              <a:t>你的願意很重要，就是開啟喜樂及豐盛的鑰匙。</a:t>
            </a:r>
          </a:p>
          <a:p>
            <a:pPr>
              <a:spcBef>
                <a:spcPct val="0"/>
              </a:spcBef>
            </a:pPr>
            <a:r>
              <a:rPr lang="en-US" altLang="zh-TW" b="1"/>
              <a:t>4.</a:t>
            </a:r>
            <a:r>
              <a:rPr lang="zh-TW" altLang="zh-TW" b="1"/>
              <a:t>公開的宣告、信心的表達</a:t>
            </a:r>
          </a:p>
          <a:p>
            <a:pPr>
              <a:spcBef>
                <a:spcPct val="0"/>
              </a:spcBef>
            </a:pPr>
            <a:r>
              <a:rPr lang="zh-TW" altLang="zh-TW"/>
              <a:t>我們可以跟</a:t>
            </a:r>
            <a:r>
              <a:rPr lang="en-US" altLang="zh-TW"/>
              <a:t>BEST</a:t>
            </a:r>
            <a:r>
              <a:rPr lang="zh-TW" altLang="zh-TW"/>
              <a:t>說</a:t>
            </a:r>
            <a:r>
              <a:rPr lang="en-US" altLang="zh-TW"/>
              <a:t>(</a:t>
            </a:r>
            <a:r>
              <a:rPr lang="zh-TW" altLang="zh-TW"/>
              <a:t>特別是猶豫不決的</a:t>
            </a:r>
            <a:r>
              <a:rPr lang="en-US" altLang="zh-TW"/>
              <a:t>BEST)</a:t>
            </a:r>
            <a:r>
              <a:rPr lang="zh-TW" altLang="zh-TW"/>
              <a:t>：受洗是信心的宣告，揮別過去、黑暗、挫敗…，你要成為新造的人，宇宙最大的上帝要介入及參與你的生命，祂要幫助你、要引導你。我們也在眾人面前一起見證這重要的時刻，一同為你祝福。</a:t>
            </a:r>
          </a:p>
        </p:txBody>
      </p:sp>
      <p:sp>
        <p:nvSpPr>
          <p:cNvPr id="18436" name="投影片編號版面配置區 3">
            <a:extLst>
              <a:ext uri="{FF2B5EF4-FFF2-40B4-BE49-F238E27FC236}">
                <a16:creationId xmlns:a16="http://schemas.microsoft.com/office/drawing/2014/main" id="{1D29C6AE-7EB5-6A1B-FF7C-471B0059EC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4D2BC304-BC49-4D2E-BAC2-838CDC6EAE8E}" type="slidenum">
              <a:rPr lang="zh-TW" altLang="en-US">
                <a:latin typeface="Calibri" panose="020F0502020204030204" pitchFamily="34" charset="0"/>
              </a:rPr>
              <a:pPr/>
              <a:t>5</a:t>
            </a:fld>
            <a:endParaRPr lang="zh-TW"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投影片圖像版面配置區 1">
            <a:extLst>
              <a:ext uri="{FF2B5EF4-FFF2-40B4-BE49-F238E27FC236}">
                <a16:creationId xmlns:a16="http://schemas.microsoft.com/office/drawing/2014/main" id="{5F7D806C-4298-09F7-091E-000AE9FD29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備忘稿版面配置區 2">
            <a:extLst>
              <a:ext uri="{FF2B5EF4-FFF2-40B4-BE49-F238E27FC236}">
                <a16:creationId xmlns:a16="http://schemas.microsoft.com/office/drawing/2014/main" id="{535A2937-A2D7-B1BA-D2A3-9AB4A5B947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zh-TW" altLang="zh-TW" b="1"/>
              <a:t>三、引導</a:t>
            </a:r>
            <a:r>
              <a:rPr lang="en-US" altLang="zh-TW" b="1"/>
              <a:t>BEST</a:t>
            </a:r>
            <a:r>
              <a:rPr lang="zh-TW" altLang="zh-TW" b="1"/>
              <a:t>受洗的技巧</a:t>
            </a:r>
          </a:p>
          <a:p>
            <a:pPr>
              <a:spcBef>
                <a:spcPct val="0"/>
              </a:spcBef>
            </a:pPr>
            <a:r>
              <a:rPr lang="zh-TW" altLang="zh-TW"/>
              <a:t>【提醒的事】</a:t>
            </a:r>
          </a:p>
          <a:p>
            <a:pPr>
              <a:spcBef>
                <a:spcPct val="0"/>
              </a:spcBef>
            </a:pPr>
            <a:r>
              <a:rPr lang="en-US" altLang="zh-TW"/>
              <a:t>1.</a:t>
            </a:r>
            <a:r>
              <a:rPr lang="zh-TW" altLang="zh-TW"/>
              <a:t>幸福小組期間，隨時都可以回應</a:t>
            </a:r>
            <a:r>
              <a:rPr lang="en-US" altLang="zh-TW"/>
              <a:t>BEST</a:t>
            </a:r>
            <a:r>
              <a:rPr lang="zh-TW" altLang="zh-TW"/>
              <a:t>受洗的問題及需求。</a:t>
            </a:r>
          </a:p>
          <a:p>
            <a:pPr>
              <a:spcBef>
                <a:spcPct val="0"/>
              </a:spcBef>
            </a:pPr>
            <a:r>
              <a:rPr lang="en-US" altLang="zh-TW"/>
              <a:t>2.B5</a:t>
            </a:r>
            <a:r>
              <a:rPr lang="zh-TW" altLang="zh-TW"/>
              <a:t>可以開始安排同工來分享他們願意受洗的見證。</a:t>
            </a:r>
            <a:r>
              <a:rPr lang="en-US" altLang="zh-TW"/>
              <a:t>(</a:t>
            </a:r>
            <a:r>
              <a:rPr lang="zh-TW" altLang="zh-TW"/>
              <a:t>這會像風向球一般，引發導入的效應</a:t>
            </a:r>
            <a:r>
              <a:rPr lang="en-US" altLang="zh-TW"/>
              <a:t>)</a:t>
            </a:r>
            <a:r>
              <a:rPr lang="zh-TW" altLang="zh-TW"/>
              <a:t>。</a:t>
            </a:r>
          </a:p>
          <a:p>
            <a:pPr>
              <a:spcBef>
                <a:spcPct val="0"/>
              </a:spcBef>
            </a:pPr>
            <a:r>
              <a:rPr lang="en-US" altLang="zh-TW"/>
              <a:t>3.B6</a:t>
            </a:r>
            <a:r>
              <a:rPr lang="zh-TW" altLang="zh-TW"/>
              <a:t>要主動直接詢問</a:t>
            </a:r>
            <a:r>
              <a:rPr lang="en-US" altLang="zh-TW"/>
              <a:t>BEST</a:t>
            </a:r>
            <a:r>
              <a:rPr lang="zh-TW" altLang="zh-TW"/>
              <a:t>受洗的意願</a:t>
            </a:r>
            <a:r>
              <a:rPr lang="en-US" altLang="zh-TW"/>
              <a:t>(B6</a:t>
            </a:r>
            <a:r>
              <a:rPr lang="zh-TW" altLang="zh-TW"/>
              <a:t>十字架上的勝利</a:t>
            </a:r>
            <a:r>
              <a:rPr lang="en-US" altLang="zh-TW"/>
              <a:t>)</a:t>
            </a:r>
            <a:endParaRPr lang="zh-TW" altLang="zh-TW"/>
          </a:p>
          <a:p>
            <a:pPr>
              <a:spcBef>
                <a:spcPct val="0"/>
              </a:spcBef>
            </a:pPr>
            <a:r>
              <a:rPr lang="en-US" altLang="zh-TW"/>
              <a:t>4.</a:t>
            </a:r>
            <a:r>
              <a:rPr lang="zh-TW" altLang="zh-TW"/>
              <a:t>教會在</a:t>
            </a:r>
            <a:r>
              <a:rPr lang="en-US" altLang="zh-TW"/>
              <a:t>B6</a:t>
            </a:r>
            <a:r>
              <a:rPr lang="zh-TW" altLang="zh-TW"/>
              <a:t>前訂出洗禮日期，以利同工明確邀請</a:t>
            </a:r>
            <a:r>
              <a:rPr lang="en-US" altLang="zh-TW"/>
              <a:t>BEST</a:t>
            </a:r>
            <a:r>
              <a:rPr lang="zh-TW" altLang="zh-TW"/>
              <a:t>受洗的時間。</a:t>
            </a:r>
          </a:p>
          <a:p>
            <a:pPr>
              <a:spcBef>
                <a:spcPct val="0"/>
              </a:spcBef>
            </a:pPr>
            <a:r>
              <a:rPr lang="zh-TW" altLang="zh-TW"/>
              <a:t>我們來看引導</a:t>
            </a:r>
            <a:r>
              <a:rPr lang="en-US" altLang="zh-TW"/>
              <a:t>BEST</a:t>
            </a:r>
            <a:r>
              <a:rPr lang="zh-TW" altLang="zh-TW"/>
              <a:t>受洗的技巧</a:t>
            </a:r>
          </a:p>
          <a:p>
            <a:pPr>
              <a:spcBef>
                <a:spcPct val="0"/>
              </a:spcBef>
            </a:pPr>
            <a:r>
              <a:rPr lang="en-US" altLang="zh-TW" b="1"/>
              <a:t>1.</a:t>
            </a:r>
            <a:r>
              <a:rPr lang="zh-TW" altLang="zh-TW" b="1"/>
              <a:t>迫切為</a:t>
            </a:r>
            <a:r>
              <a:rPr lang="en-US" altLang="zh-TW" b="1"/>
              <a:t>BEST</a:t>
            </a:r>
            <a:r>
              <a:rPr lang="zh-TW" altLang="zh-TW" b="1"/>
              <a:t>禱告</a:t>
            </a:r>
          </a:p>
          <a:p>
            <a:pPr>
              <a:spcBef>
                <a:spcPct val="0"/>
              </a:spcBef>
            </a:pPr>
            <a:r>
              <a:rPr lang="zh-TW" altLang="zh-TW"/>
              <a:t>唯有聖靈的能力才能感動</a:t>
            </a:r>
            <a:r>
              <a:rPr lang="en-US" altLang="zh-TW"/>
              <a:t>BEST</a:t>
            </a:r>
            <a:r>
              <a:rPr lang="zh-TW" altLang="zh-TW"/>
              <a:t>成為主的門徒，我們要常常迫切為</a:t>
            </a:r>
            <a:r>
              <a:rPr lang="en-US" altLang="zh-TW"/>
              <a:t>BEST</a:t>
            </a:r>
            <a:r>
              <a:rPr lang="zh-TW" altLang="zh-TW"/>
              <a:t>禱告，他要經歷禱告蒙應允，也求聖靈引領及啟示幸福小組同工知道</a:t>
            </a:r>
            <a:r>
              <a:rPr lang="en-US" altLang="zh-TW"/>
              <a:t>BEST</a:t>
            </a:r>
            <a:r>
              <a:rPr lang="zh-TW" altLang="zh-TW"/>
              <a:t>屬靈的需求及幫助。</a:t>
            </a:r>
          </a:p>
          <a:p>
            <a:pPr>
              <a:spcBef>
                <a:spcPct val="0"/>
              </a:spcBef>
            </a:pPr>
            <a:r>
              <a:rPr lang="en-US" altLang="zh-TW" b="1"/>
              <a:t>2.</a:t>
            </a:r>
            <a:r>
              <a:rPr lang="zh-TW" altLang="zh-TW" b="1"/>
              <a:t>選擇恰當的談話時機和地點</a:t>
            </a:r>
          </a:p>
          <a:p>
            <a:pPr>
              <a:spcBef>
                <a:spcPct val="0"/>
              </a:spcBef>
            </a:pPr>
            <a:r>
              <a:rPr lang="zh-TW" altLang="zh-TW"/>
              <a:t>慎重選擇地點及時機，盡量找到一個不易受干擾或可以輕鬆談話的地方，也不要有時間的壓力。讓</a:t>
            </a:r>
            <a:r>
              <a:rPr lang="en-US" altLang="zh-TW"/>
              <a:t>BEST</a:t>
            </a:r>
            <a:r>
              <a:rPr lang="zh-TW" altLang="zh-TW"/>
              <a:t>感受到是為他能得著福音的好處。</a:t>
            </a:r>
          </a:p>
          <a:p>
            <a:pPr>
              <a:spcBef>
                <a:spcPct val="0"/>
              </a:spcBef>
            </a:pPr>
            <a:r>
              <a:rPr lang="en-US" altLang="zh-TW" b="1"/>
              <a:t>3.</a:t>
            </a:r>
            <a:r>
              <a:rPr lang="zh-TW" altLang="zh-TW" b="1"/>
              <a:t>合宜的態度</a:t>
            </a:r>
            <a:r>
              <a:rPr lang="en-US" altLang="zh-TW" b="1"/>
              <a:t>-</a:t>
            </a:r>
            <a:r>
              <a:rPr lang="zh-TW" altLang="zh-TW" b="1"/>
              <a:t>讓</a:t>
            </a:r>
            <a:r>
              <a:rPr lang="en-US" altLang="zh-TW" b="1"/>
              <a:t>BEST</a:t>
            </a:r>
            <a:r>
              <a:rPr lang="zh-TW" altLang="zh-TW" b="1"/>
              <a:t>感受到是為他能得著福音的好處</a:t>
            </a:r>
          </a:p>
          <a:p>
            <a:pPr>
              <a:spcBef>
                <a:spcPct val="0"/>
              </a:spcBef>
            </a:pPr>
            <a:r>
              <a:rPr lang="zh-TW" altLang="zh-TW"/>
              <a:t>從</a:t>
            </a:r>
            <a:r>
              <a:rPr lang="en-US" altLang="zh-TW"/>
              <a:t>BEST</a:t>
            </a:r>
            <a:r>
              <a:rPr lang="zh-TW" altLang="zh-TW"/>
              <a:t>的角度及感受，引導談話。千萬不要以責難的角度或不受洗會怎樣的語氣或內容對話，最重要是從</a:t>
            </a:r>
            <a:r>
              <a:rPr lang="en-US" altLang="zh-TW"/>
              <a:t>BEST</a:t>
            </a:r>
            <a:r>
              <a:rPr lang="zh-TW" altLang="zh-TW"/>
              <a:t>所談的難處中，給他盼望，信耶穌可以帶來的改變及能力。在引導受洗時，特別要注意不要有「業績」心態；因為「急切」會讓人不安，讓人感覺在做業績。而是為著</a:t>
            </a:r>
            <a:r>
              <a:rPr lang="en-US" altLang="zh-TW"/>
              <a:t>BEST</a:t>
            </a:r>
            <a:r>
              <a:rPr lang="zh-TW" altLang="zh-TW"/>
              <a:t>能得著更好的生命，來鼓勵及激發。</a:t>
            </a:r>
          </a:p>
        </p:txBody>
      </p:sp>
      <p:sp>
        <p:nvSpPr>
          <p:cNvPr id="19460" name="投影片編號版面配置區 3">
            <a:extLst>
              <a:ext uri="{FF2B5EF4-FFF2-40B4-BE49-F238E27FC236}">
                <a16:creationId xmlns:a16="http://schemas.microsoft.com/office/drawing/2014/main" id="{ED24A624-B314-1E35-053D-2E011AD8BA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B3D77045-34EA-40AD-A6D7-1D415DB2F199}" type="slidenum">
              <a:rPr lang="zh-TW" altLang="en-US">
                <a:latin typeface="Calibri" panose="020F0502020204030204" pitchFamily="34" charset="0"/>
              </a:rPr>
              <a:pPr/>
              <a:t>6</a:t>
            </a:fld>
            <a:endParaRPr lang="zh-TW"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投影片圖像版面配置區 1">
            <a:extLst>
              <a:ext uri="{FF2B5EF4-FFF2-40B4-BE49-F238E27FC236}">
                <a16:creationId xmlns:a16="http://schemas.microsoft.com/office/drawing/2014/main" id="{F793EBFF-8951-88F2-D671-9DDF7F29BF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備忘稿版面配置區 2">
            <a:extLst>
              <a:ext uri="{FF2B5EF4-FFF2-40B4-BE49-F238E27FC236}">
                <a16:creationId xmlns:a16="http://schemas.microsoft.com/office/drawing/2014/main" id="{10A9BD30-A793-4B5E-CA90-001145BD36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zh-TW" b="1"/>
              <a:t>4.</a:t>
            </a:r>
            <a:r>
              <a:rPr lang="zh-TW" altLang="zh-TW" b="1"/>
              <a:t>創造切入點</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主動引導話題</a:t>
            </a:r>
          </a:p>
          <a:p>
            <a:pPr>
              <a:spcBef>
                <a:spcPct val="0"/>
              </a:spcBef>
            </a:pPr>
            <a:r>
              <a:rPr lang="zh-TW" altLang="zh-TW"/>
              <a:t>不斷求聖靈給你智慧拋出發球權，為</a:t>
            </a:r>
            <a:r>
              <a:rPr lang="en-US" altLang="zh-TW"/>
              <a:t>BEST</a:t>
            </a:r>
            <a:r>
              <a:rPr lang="zh-TW" altLang="zh-TW"/>
              <a:t>禱告越多，引導話題的恩膏越是強烈。可以在</a:t>
            </a:r>
            <a:r>
              <a:rPr lang="en-US" altLang="zh-TW"/>
              <a:t>B5</a:t>
            </a:r>
            <a:r>
              <a:rPr lang="zh-TW" altLang="zh-TW"/>
              <a:t>開始安排受洗的見證，並逐步加強。按著</a:t>
            </a:r>
            <a:r>
              <a:rPr lang="en-US" altLang="zh-TW"/>
              <a:t>BEST</a:t>
            </a:r>
            <a:r>
              <a:rPr lang="zh-TW" altLang="zh-TW"/>
              <a:t>的需要，適度安排有關婚姻、事業、親子…等改變的見證。</a:t>
            </a:r>
          </a:p>
          <a:p>
            <a:pPr>
              <a:spcBef>
                <a:spcPct val="0"/>
              </a:spcBef>
            </a:pPr>
            <a:r>
              <a:rPr lang="zh-TW" altLang="zh-TW"/>
              <a:t>讓</a:t>
            </a:r>
            <a:r>
              <a:rPr lang="en-US" altLang="zh-TW"/>
              <a:t>BEST</a:t>
            </a:r>
            <a:r>
              <a:rPr lang="zh-TW" altLang="zh-TW"/>
              <a:t>看見自己的需要</a:t>
            </a:r>
            <a:r>
              <a:rPr lang="en-US" altLang="zh-TW"/>
              <a:t>(</a:t>
            </a:r>
            <a:r>
              <a:rPr lang="zh-TW" altLang="zh-TW"/>
              <a:t>有病識感</a:t>
            </a:r>
            <a:r>
              <a:rPr lang="en-US" altLang="zh-TW"/>
              <a:t>)</a:t>
            </a:r>
            <a:r>
              <a:rPr lang="zh-TW" altLang="zh-TW"/>
              <a:t>，使他感受到他是真的迫切的需要耶穌的救恩。</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找到</a:t>
            </a:r>
            <a:r>
              <a:rPr lang="en-US" altLang="zh-TW" b="1"/>
              <a:t>BEST</a:t>
            </a:r>
            <a:r>
              <a:rPr lang="zh-TW" altLang="zh-TW" b="1"/>
              <a:t>的生命問題</a:t>
            </a:r>
          </a:p>
          <a:p>
            <a:pPr>
              <a:spcBef>
                <a:spcPct val="0"/>
              </a:spcBef>
            </a:pPr>
            <a:r>
              <a:rPr lang="zh-TW" altLang="zh-TW"/>
              <a:t>從觀察、對話、探訪及禱告中，找到</a:t>
            </a:r>
            <a:r>
              <a:rPr lang="en-US" altLang="zh-TW"/>
              <a:t>BEST</a:t>
            </a:r>
            <a:r>
              <a:rPr lang="zh-TW" altLang="zh-TW"/>
              <a:t>生命的問題，是領人信主成功的關鍵。</a:t>
            </a:r>
          </a:p>
          <a:p>
            <a:pPr>
              <a:spcBef>
                <a:spcPct val="0"/>
              </a:spcBef>
            </a:pPr>
            <a:r>
              <a:rPr lang="zh-TW" altLang="zh-TW"/>
              <a:t>創造切入點</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提出受洗的邀請</a:t>
            </a:r>
          </a:p>
          <a:p>
            <a:pPr>
              <a:spcBef>
                <a:spcPct val="0"/>
              </a:spcBef>
            </a:pPr>
            <a:r>
              <a:rPr lang="zh-TW" altLang="zh-TW"/>
              <a:t>要主動及精心規劃受洗的邀請，不要隨性或不經意，要讓</a:t>
            </a:r>
            <a:r>
              <a:rPr lang="en-US" altLang="zh-TW"/>
              <a:t>BEST</a:t>
            </a:r>
            <a:r>
              <a:rPr lang="zh-TW" altLang="zh-TW"/>
              <a:t>感受到受洗邀請的慎重及重要。</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說明受洗的意義和好處</a:t>
            </a:r>
          </a:p>
          <a:p>
            <a:pPr>
              <a:spcBef>
                <a:spcPct val="0"/>
              </a:spcBef>
            </a:pPr>
            <a:r>
              <a:rPr lang="zh-TW" altLang="zh-TW"/>
              <a:t>邀請受洗時，說明受洗意義可以用自己的見證，或小組家人的見證來相佐，特別要選擇與</a:t>
            </a:r>
            <a:r>
              <a:rPr lang="en-US" altLang="zh-TW"/>
              <a:t>BEST</a:t>
            </a:r>
            <a:r>
              <a:rPr lang="zh-TW" altLang="zh-TW"/>
              <a:t>處境相同成功的見證，更能對焦。可以結合第二大項的原則</a:t>
            </a:r>
            <a:r>
              <a:rPr lang="en-US" altLang="zh-TW"/>
              <a:t>(</a:t>
            </a:r>
            <a:r>
              <a:rPr lang="zh-TW" altLang="zh-TW"/>
              <a:t>如何和</a:t>
            </a:r>
            <a:r>
              <a:rPr lang="en-US" altLang="zh-TW"/>
              <a:t>BEST</a:t>
            </a:r>
            <a:r>
              <a:rPr lang="zh-TW" altLang="zh-TW"/>
              <a:t>說明洗禮的意義</a:t>
            </a:r>
            <a:r>
              <a:rPr lang="en-US" altLang="zh-TW"/>
              <a:t>)</a:t>
            </a:r>
            <a:r>
              <a:rPr lang="zh-TW" altLang="zh-TW"/>
              <a:t>，敏銳地應用到</a:t>
            </a:r>
            <a:r>
              <a:rPr lang="en-US" altLang="zh-TW"/>
              <a:t>BEST</a:t>
            </a:r>
            <a:r>
              <a:rPr lang="zh-TW" altLang="zh-TW"/>
              <a:t>的狀況</a:t>
            </a:r>
            <a:r>
              <a:rPr lang="en-US" altLang="zh-TW"/>
              <a:t>(</a:t>
            </a:r>
            <a:r>
              <a:rPr lang="zh-TW" altLang="zh-TW"/>
              <a:t>會有對症下藥的果效</a:t>
            </a:r>
            <a:r>
              <a:rPr lang="en-US" altLang="zh-TW"/>
              <a:t>)</a:t>
            </a:r>
            <a:r>
              <a:rPr lang="zh-TW" altLang="zh-TW"/>
              <a:t>。</a:t>
            </a:r>
          </a:p>
          <a:p>
            <a:pPr>
              <a:spcBef>
                <a:spcPct val="0"/>
              </a:spcBef>
            </a:pPr>
            <a:r>
              <a:rPr lang="en-US" altLang="zh-TW" b="1">
                <a:latin typeface="微軟正黑體" panose="020B0604030504040204" pitchFamily="34" charset="-120"/>
                <a:ea typeface="微軟正黑體" panose="020B0604030504040204" pitchFamily="34" charset="-120"/>
              </a:rPr>
              <a:t>l</a:t>
            </a:r>
            <a:r>
              <a:rPr lang="zh-TW" altLang="zh-TW" b="1"/>
              <a:t>適時回應</a:t>
            </a:r>
            <a:r>
              <a:rPr lang="en-US" altLang="zh-TW" b="1"/>
              <a:t>BEST</a:t>
            </a:r>
            <a:r>
              <a:rPr lang="zh-TW" altLang="zh-TW" b="1"/>
              <a:t>不願受洗的理由</a:t>
            </a:r>
          </a:p>
          <a:p>
            <a:pPr>
              <a:spcBef>
                <a:spcPct val="0"/>
              </a:spcBef>
            </a:pPr>
            <a:r>
              <a:rPr lang="zh-TW" altLang="zh-TW"/>
              <a:t>要先做功課，預判</a:t>
            </a:r>
            <a:r>
              <a:rPr lang="en-US" altLang="zh-TW"/>
              <a:t>BEST</a:t>
            </a:r>
            <a:r>
              <a:rPr lang="zh-TW" altLang="zh-TW"/>
              <a:t>可能不受洗的理由，並預備見證或理由，適度的回應及分享。</a:t>
            </a:r>
            <a:r>
              <a:rPr lang="en-US" altLang="zh-TW"/>
              <a:t>(</a:t>
            </a:r>
            <a:r>
              <a:rPr lang="zh-TW" altLang="zh-TW"/>
              <a:t>例如遇到祭祖的問題，可以先去看「祭祖的真義」一書</a:t>
            </a:r>
            <a:r>
              <a:rPr lang="en-US" altLang="zh-TW"/>
              <a:t>)</a:t>
            </a:r>
            <a:endParaRPr lang="zh-TW" altLang="zh-TW"/>
          </a:p>
          <a:p>
            <a:pPr>
              <a:spcBef>
                <a:spcPct val="0"/>
              </a:spcBef>
            </a:pPr>
            <a:r>
              <a:rPr lang="en-US" altLang="zh-TW" b="1"/>
              <a:t>5.</a:t>
            </a:r>
            <a:r>
              <a:rPr lang="zh-TW" altLang="zh-TW" b="1"/>
              <a:t>滿懷愛與憐憫、耐心等候</a:t>
            </a:r>
          </a:p>
          <a:p>
            <a:pPr>
              <a:spcBef>
                <a:spcPct val="0"/>
              </a:spcBef>
            </a:pPr>
            <a:r>
              <a:rPr lang="zh-TW" altLang="zh-TW"/>
              <a:t>領人受洗不是業績，而是學習用耶穌的愛來愛</a:t>
            </a:r>
            <a:r>
              <a:rPr lang="en-US" altLang="zh-TW"/>
              <a:t>BEST</a:t>
            </a:r>
            <a:r>
              <a:rPr lang="zh-TW" altLang="zh-TW"/>
              <a:t>，自己的愛會不足，面對拒絕會挫折，但千萬不要因現狀而氣餒，過程都是成長的成本。我們要不斷從上帝支取愛的能力，用耶穌的愛來愛</a:t>
            </a:r>
            <a:r>
              <a:rPr lang="en-US" altLang="zh-TW"/>
              <a:t>BEST</a:t>
            </a:r>
            <a:r>
              <a:rPr lang="zh-TW" altLang="zh-TW"/>
              <a:t>。過程中不一定馬上有結果，但仍要滿懷愛與憐憫，耐心等候，切勿操之過急與焦躁，要存著愛心等候。</a:t>
            </a:r>
            <a:endParaRPr lang="zh-TW" altLang="en-US" sz="1400">
              <a:latin typeface="微軟正黑體" panose="020B0604030504040204" pitchFamily="34" charset="-120"/>
              <a:ea typeface="微軟正黑體" panose="020B0604030504040204" pitchFamily="34" charset="-120"/>
            </a:endParaRPr>
          </a:p>
        </p:txBody>
      </p:sp>
      <p:sp>
        <p:nvSpPr>
          <p:cNvPr id="20484" name="投影片編號版面配置區 3">
            <a:extLst>
              <a:ext uri="{FF2B5EF4-FFF2-40B4-BE49-F238E27FC236}">
                <a16:creationId xmlns:a16="http://schemas.microsoft.com/office/drawing/2014/main" id="{63ED8BB3-4A7C-0765-61AC-0B34F490DB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95CFC20E-FFDA-4AE8-9986-6763EED9403D}" type="slidenum">
              <a:rPr lang="zh-TW" altLang="en-US">
                <a:latin typeface="Calibri" panose="020F0502020204030204" pitchFamily="34" charset="0"/>
              </a:rPr>
              <a:pPr/>
              <a:t>7</a:t>
            </a:fld>
            <a:endParaRPr lang="zh-TW"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圖像版面配置區 1">
            <a:extLst>
              <a:ext uri="{FF2B5EF4-FFF2-40B4-BE49-F238E27FC236}">
                <a16:creationId xmlns:a16="http://schemas.microsoft.com/office/drawing/2014/main" id="{1E0D052B-A0D0-F532-586A-9D52DE2611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備忘稿版面配置區 2">
            <a:extLst>
              <a:ext uri="{FF2B5EF4-FFF2-40B4-BE49-F238E27FC236}">
                <a16:creationId xmlns:a16="http://schemas.microsoft.com/office/drawing/2014/main" id="{D0417C58-6888-D0FB-5612-90C2FCAAAE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zh-TW" altLang="zh-TW"/>
              <a:t>邀約人受洗不困難，只要你願意開口，當你對人的靈魂有負擔，你會為了得人的靈魂付上代價，當你做了你該做的事，上帝會做祂要做的事，我們一起來搶救靈魂進入上帝的國</a:t>
            </a:r>
            <a:r>
              <a:rPr lang="en-US" altLang="zh-TW"/>
              <a:t>!</a:t>
            </a:r>
            <a:endParaRPr lang="zh-TW" altLang="en-US"/>
          </a:p>
        </p:txBody>
      </p:sp>
      <p:sp>
        <p:nvSpPr>
          <p:cNvPr id="21508" name="投影片編號版面配置區 3">
            <a:extLst>
              <a:ext uri="{FF2B5EF4-FFF2-40B4-BE49-F238E27FC236}">
                <a16:creationId xmlns:a16="http://schemas.microsoft.com/office/drawing/2014/main" id="{17BAC881-2CDB-27E1-4E43-57DB54A274E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fld id="{E0EBA767-38FF-4A68-B271-AAD69DC13C8B}" type="slidenum">
              <a:rPr lang="zh-TW" altLang="en-US">
                <a:latin typeface="Calibri" panose="020F0502020204030204" pitchFamily="34" charset="0"/>
              </a:rPr>
              <a:pPr/>
              <a:t>8</a:t>
            </a:fld>
            <a:endParaRPr lang="zh-TW"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D1B569C-2B91-26DD-2745-85339A3C989C}"/>
              </a:ext>
            </a:extLst>
          </p:cNvPr>
          <p:cNvSpPr/>
          <p:nvPr/>
        </p:nvSpPr>
        <p:spPr>
          <a:xfrm>
            <a:off x="777875" y="0"/>
            <a:ext cx="75438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5" name="Rectangle 6">
            <a:extLst>
              <a:ext uri="{FF2B5EF4-FFF2-40B4-BE49-F238E27FC236}">
                <a16:creationId xmlns:a16="http://schemas.microsoft.com/office/drawing/2014/main" id="{7D50DF7C-31C8-6020-D525-4A60890EA5E6}"/>
              </a:ext>
            </a:extLst>
          </p:cNvPr>
          <p:cNvSpPr/>
          <p:nvPr/>
        </p:nvSpPr>
        <p:spPr>
          <a:xfrm>
            <a:off x="777875" y="4629150"/>
            <a:ext cx="7543800" cy="20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2" name="Title 1"/>
          <p:cNvSpPr>
            <a:spLocks noGrp="1"/>
          </p:cNvSpPr>
          <p:nvPr>
            <p:ph type="ctrTitle"/>
          </p:nvPr>
        </p:nvSpPr>
        <p:spPr>
          <a:xfrm>
            <a:off x="762000" y="2400300"/>
            <a:ext cx="7543800" cy="1143000"/>
          </a:xfrm>
        </p:spPr>
        <p:txBody>
          <a:bodyPr>
            <a:noAutofit/>
          </a:bodyPr>
          <a:lstStyle>
            <a:lvl1pPr>
              <a:defRPr sz="8000"/>
            </a:lvl1pPr>
          </a:lstStyle>
          <a:p>
            <a:r>
              <a:rPr lang="zh-TW" altLang="en-US"/>
              <a:t>按一下以編輯母片標題樣式</a:t>
            </a:r>
            <a:endParaRPr lang="en-US" dirty="0"/>
          </a:p>
        </p:txBody>
      </p:sp>
      <p:sp>
        <p:nvSpPr>
          <p:cNvPr id="3" name="Subtitle 2"/>
          <p:cNvSpPr>
            <a:spLocks noGrp="1"/>
          </p:cNvSpPr>
          <p:nvPr>
            <p:ph type="subTitle" idx="1"/>
          </p:nvPr>
        </p:nvSpPr>
        <p:spPr>
          <a:xfrm>
            <a:off x="762000" y="3543300"/>
            <a:ext cx="6858000" cy="742950"/>
          </a:xfrm>
        </p:spPr>
        <p:txBody>
          <a:bodyPr anchor="t">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6" name="Date Placeholder 3">
            <a:extLst>
              <a:ext uri="{FF2B5EF4-FFF2-40B4-BE49-F238E27FC236}">
                <a16:creationId xmlns:a16="http://schemas.microsoft.com/office/drawing/2014/main" id="{F41EEA82-427A-A71E-22C6-E19DD26D7E08}"/>
              </a:ext>
            </a:extLst>
          </p:cNvPr>
          <p:cNvSpPr>
            <a:spLocks noGrp="1"/>
          </p:cNvSpPr>
          <p:nvPr>
            <p:ph type="dt" sz="half" idx="10"/>
          </p:nvPr>
        </p:nvSpPr>
        <p:spPr/>
        <p:txBody>
          <a:bodyPr/>
          <a:lstStyle>
            <a:lvl1pPr>
              <a:defRPr/>
            </a:lvl1pPr>
          </a:lstStyle>
          <a:p>
            <a:pPr>
              <a:defRPr/>
            </a:pPr>
            <a:fld id="{2736D203-819E-4A71-BEF0-292CF4745249}" type="datetimeFigureOut">
              <a:rPr lang="zh-TW" altLang="en-US"/>
              <a:pPr>
                <a:defRPr/>
              </a:pPr>
              <a:t>2024/11/9</a:t>
            </a:fld>
            <a:endParaRPr lang="zh-TW" altLang="en-US"/>
          </a:p>
        </p:txBody>
      </p:sp>
      <p:sp>
        <p:nvSpPr>
          <p:cNvPr id="7" name="Footer Placeholder 4">
            <a:extLst>
              <a:ext uri="{FF2B5EF4-FFF2-40B4-BE49-F238E27FC236}">
                <a16:creationId xmlns:a16="http://schemas.microsoft.com/office/drawing/2014/main" id="{0BE7071A-A0A5-5869-F939-6B3571D9F09C}"/>
              </a:ext>
            </a:extLst>
          </p:cNvPr>
          <p:cNvSpPr>
            <a:spLocks noGrp="1"/>
          </p:cNvSpPr>
          <p:nvPr>
            <p:ph type="ftr" sz="quarter" idx="11"/>
          </p:nvPr>
        </p:nvSpPr>
        <p:spPr/>
        <p:txBody>
          <a:bodyPr/>
          <a:lstStyle>
            <a:lvl1pPr>
              <a:defRPr/>
            </a:lvl1pPr>
          </a:lstStyle>
          <a:p>
            <a:pPr>
              <a:defRPr/>
            </a:pPr>
            <a:endParaRPr lang="zh-TW" altLang="en-US"/>
          </a:p>
        </p:txBody>
      </p:sp>
      <p:sp>
        <p:nvSpPr>
          <p:cNvPr id="8" name="Slide Number Placeholder 5">
            <a:extLst>
              <a:ext uri="{FF2B5EF4-FFF2-40B4-BE49-F238E27FC236}">
                <a16:creationId xmlns:a16="http://schemas.microsoft.com/office/drawing/2014/main" id="{7BE88A5D-DAF0-14F5-E494-240B7CBCFF8C}"/>
              </a:ext>
            </a:extLst>
          </p:cNvPr>
          <p:cNvSpPr>
            <a:spLocks noGrp="1"/>
          </p:cNvSpPr>
          <p:nvPr>
            <p:ph type="sldNum" sz="quarter" idx="12"/>
          </p:nvPr>
        </p:nvSpPr>
        <p:spPr/>
        <p:txBody>
          <a:bodyPr/>
          <a:lstStyle>
            <a:lvl1pPr>
              <a:defRPr/>
            </a:lvl1pPr>
          </a:lstStyle>
          <a:p>
            <a:fld id="{A0357D9F-A0C0-4C8C-A048-9FE48BA24FA9}" type="slidenum">
              <a:rPr lang="zh-TW" altLang="en-US"/>
              <a:pPr/>
              <a:t>‹#›</a:t>
            </a:fld>
            <a:endParaRPr lang="zh-TW" altLang="en-US"/>
          </a:p>
        </p:txBody>
      </p:sp>
    </p:spTree>
    <p:extLst>
      <p:ext uri="{BB962C8B-B14F-4D97-AF65-F5344CB8AC3E}">
        <p14:creationId xmlns:p14="http://schemas.microsoft.com/office/powerpoint/2010/main" val="435111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a:extLst>
              <a:ext uri="{FF2B5EF4-FFF2-40B4-BE49-F238E27FC236}">
                <a16:creationId xmlns:a16="http://schemas.microsoft.com/office/drawing/2014/main" id="{A834249C-5DE6-ABB1-F5B6-D68C7761ADC0}"/>
              </a:ext>
            </a:extLst>
          </p:cNvPr>
          <p:cNvSpPr>
            <a:spLocks noGrp="1"/>
          </p:cNvSpPr>
          <p:nvPr>
            <p:ph type="dt" sz="half" idx="10"/>
          </p:nvPr>
        </p:nvSpPr>
        <p:spPr/>
        <p:txBody>
          <a:bodyPr/>
          <a:lstStyle>
            <a:lvl1pPr>
              <a:defRPr/>
            </a:lvl1pPr>
          </a:lstStyle>
          <a:p>
            <a:pPr>
              <a:defRPr/>
            </a:pPr>
            <a:fld id="{10DD7BCC-F407-4432-83B1-5C809B757989}" type="datetimeFigureOut">
              <a:rPr lang="zh-TW" altLang="en-US"/>
              <a:pPr>
                <a:defRPr/>
              </a:pPr>
              <a:t>2024/11/9</a:t>
            </a:fld>
            <a:endParaRPr lang="zh-TW" altLang="en-US"/>
          </a:p>
        </p:txBody>
      </p:sp>
      <p:sp>
        <p:nvSpPr>
          <p:cNvPr id="5" name="Footer Placeholder 4">
            <a:extLst>
              <a:ext uri="{FF2B5EF4-FFF2-40B4-BE49-F238E27FC236}">
                <a16:creationId xmlns:a16="http://schemas.microsoft.com/office/drawing/2014/main" id="{72A9A278-02A1-4F05-3C4D-72A439BA9CC3}"/>
              </a:ext>
            </a:extLst>
          </p:cNvPr>
          <p:cNvSpPr>
            <a:spLocks noGrp="1"/>
          </p:cNvSpPr>
          <p:nvPr>
            <p:ph type="ftr" sz="quarter" idx="11"/>
          </p:nvPr>
        </p:nvSpPr>
        <p:spPr/>
        <p:txBody>
          <a:bodyPr/>
          <a:lstStyle>
            <a:lvl1pPr>
              <a:defRPr/>
            </a:lvl1pPr>
          </a:lstStyle>
          <a:p>
            <a:pPr>
              <a:defRPr/>
            </a:pPr>
            <a:endParaRPr lang="zh-TW" altLang="en-US"/>
          </a:p>
        </p:txBody>
      </p:sp>
      <p:sp>
        <p:nvSpPr>
          <p:cNvPr id="6" name="Slide Number Placeholder 5">
            <a:extLst>
              <a:ext uri="{FF2B5EF4-FFF2-40B4-BE49-F238E27FC236}">
                <a16:creationId xmlns:a16="http://schemas.microsoft.com/office/drawing/2014/main" id="{79A69B9E-D8D7-47B3-7888-BE174894D17A}"/>
              </a:ext>
            </a:extLst>
          </p:cNvPr>
          <p:cNvSpPr>
            <a:spLocks noGrp="1"/>
          </p:cNvSpPr>
          <p:nvPr>
            <p:ph type="sldNum" sz="quarter" idx="12"/>
          </p:nvPr>
        </p:nvSpPr>
        <p:spPr/>
        <p:txBody>
          <a:bodyPr/>
          <a:lstStyle>
            <a:lvl1pPr>
              <a:defRPr/>
            </a:lvl1pPr>
          </a:lstStyle>
          <a:p>
            <a:fld id="{DB6EDD29-8649-4CF3-A317-62CDEAE00D89}" type="slidenum">
              <a:rPr lang="zh-TW" altLang="en-US"/>
              <a:pPr/>
              <a:t>‹#›</a:t>
            </a:fld>
            <a:endParaRPr lang="zh-TW" altLang="en-US"/>
          </a:p>
        </p:txBody>
      </p:sp>
    </p:spTree>
    <p:extLst>
      <p:ext uri="{BB962C8B-B14F-4D97-AF65-F5344CB8AC3E}">
        <p14:creationId xmlns:p14="http://schemas.microsoft.com/office/powerpoint/2010/main" val="1097940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55CC0F7C-50B8-9B35-259A-4472B02F4592}"/>
              </a:ext>
            </a:extLst>
          </p:cNvPr>
          <p:cNvSpPr/>
          <p:nvPr/>
        </p:nvSpPr>
        <p:spPr>
          <a:xfrm>
            <a:off x="777875" y="0"/>
            <a:ext cx="75438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5" name="Rectangle 7">
            <a:extLst>
              <a:ext uri="{FF2B5EF4-FFF2-40B4-BE49-F238E27FC236}">
                <a16:creationId xmlns:a16="http://schemas.microsoft.com/office/drawing/2014/main" id="{B2C14AA7-2B3A-93AB-E622-6D85E39C3003}"/>
              </a:ext>
            </a:extLst>
          </p:cNvPr>
          <p:cNvSpPr/>
          <p:nvPr/>
        </p:nvSpPr>
        <p:spPr>
          <a:xfrm>
            <a:off x="777875" y="4629150"/>
            <a:ext cx="7543800" cy="20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2" name="Title 1"/>
          <p:cNvSpPr>
            <a:spLocks noGrp="1"/>
          </p:cNvSpPr>
          <p:nvPr>
            <p:ph type="title"/>
          </p:nvPr>
        </p:nvSpPr>
        <p:spPr>
          <a:xfrm>
            <a:off x="762000" y="2457450"/>
            <a:ext cx="7543800" cy="1257300"/>
          </a:xfrm>
        </p:spPr>
        <p:txBody>
          <a:bodyPr/>
          <a:lstStyle>
            <a:lvl1pPr algn="l">
              <a:defRPr sz="5400" b="0" cap="all"/>
            </a:lvl1pPr>
          </a:lstStyle>
          <a:p>
            <a:r>
              <a:rPr lang="zh-TW" altLang="en-US"/>
              <a:t>按一下以編輯母片標題樣式</a:t>
            </a:r>
            <a:endParaRPr lang="en-US" dirty="0"/>
          </a:p>
        </p:txBody>
      </p:sp>
      <p:sp>
        <p:nvSpPr>
          <p:cNvPr id="3" name="Text Placeholder 2"/>
          <p:cNvSpPr>
            <a:spLocks noGrp="1"/>
          </p:cNvSpPr>
          <p:nvPr>
            <p:ph type="body" idx="1"/>
          </p:nvPr>
        </p:nvSpPr>
        <p:spPr>
          <a:xfrm>
            <a:off x="762000" y="3714750"/>
            <a:ext cx="6858000" cy="685800"/>
          </a:xfrm>
        </p:spPr>
        <p:txBody>
          <a:bodyPr anchor="t">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6" name="Date Placeholder 3">
            <a:extLst>
              <a:ext uri="{FF2B5EF4-FFF2-40B4-BE49-F238E27FC236}">
                <a16:creationId xmlns:a16="http://schemas.microsoft.com/office/drawing/2014/main" id="{EE7ED559-A0B9-1E46-C43D-E5D81A461273}"/>
              </a:ext>
            </a:extLst>
          </p:cNvPr>
          <p:cNvSpPr>
            <a:spLocks noGrp="1"/>
          </p:cNvSpPr>
          <p:nvPr>
            <p:ph type="dt" sz="half" idx="10"/>
          </p:nvPr>
        </p:nvSpPr>
        <p:spPr/>
        <p:txBody>
          <a:bodyPr/>
          <a:lstStyle>
            <a:lvl1pPr>
              <a:defRPr/>
            </a:lvl1pPr>
          </a:lstStyle>
          <a:p>
            <a:pPr>
              <a:defRPr/>
            </a:pPr>
            <a:fld id="{79C357B0-5DB8-4C10-8E01-502D8F3D5FED}" type="datetimeFigureOut">
              <a:rPr lang="zh-TW" altLang="en-US"/>
              <a:pPr>
                <a:defRPr/>
              </a:pPr>
              <a:t>2024/11/9</a:t>
            </a:fld>
            <a:endParaRPr lang="zh-TW" altLang="en-US"/>
          </a:p>
        </p:txBody>
      </p:sp>
      <p:sp>
        <p:nvSpPr>
          <p:cNvPr id="7" name="Footer Placeholder 4">
            <a:extLst>
              <a:ext uri="{FF2B5EF4-FFF2-40B4-BE49-F238E27FC236}">
                <a16:creationId xmlns:a16="http://schemas.microsoft.com/office/drawing/2014/main" id="{E0594D8C-A75B-C6DC-4C21-71820C31EAE7}"/>
              </a:ext>
            </a:extLst>
          </p:cNvPr>
          <p:cNvSpPr>
            <a:spLocks noGrp="1"/>
          </p:cNvSpPr>
          <p:nvPr>
            <p:ph type="ftr" sz="quarter" idx="11"/>
          </p:nvPr>
        </p:nvSpPr>
        <p:spPr/>
        <p:txBody>
          <a:bodyPr/>
          <a:lstStyle>
            <a:lvl1pPr>
              <a:defRPr/>
            </a:lvl1pPr>
          </a:lstStyle>
          <a:p>
            <a:pPr>
              <a:defRPr/>
            </a:pPr>
            <a:endParaRPr lang="zh-TW" altLang="en-US"/>
          </a:p>
        </p:txBody>
      </p:sp>
      <p:sp>
        <p:nvSpPr>
          <p:cNvPr id="8" name="Slide Number Placeholder 5">
            <a:extLst>
              <a:ext uri="{FF2B5EF4-FFF2-40B4-BE49-F238E27FC236}">
                <a16:creationId xmlns:a16="http://schemas.microsoft.com/office/drawing/2014/main" id="{645EFFA0-AB38-8FC5-1387-59EA2266C549}"/>
              </a:ext>
            </a:extLst>
          </p:cNvPr>
          <p:cNvSpPr>
            <a:spLocks noGrp="1"/>
          </p:cNvSpPr>
          <p:nvPr>
            <p:ph type="sldNum" sz="quarter" idx="12"/>
          </p:nvPr>
        </p:nvSpPr>
        <p:spPr/>
        <p:txBody>
          <a:bodyPr/>
          <a:lstStyle>
            <a:lvl1pPr>
              <a:defRPr/>
            </a:lvl1pPr>
          </a:lstStyle>
          <a:p>
            <a:fld id="{C434A377-1792-4112-B17A-D0BCBA662830}" type="slidenum">
              <a:rPr lang="zh-TW" altLang="en-US"/>
              <a:pPr/>
              <a:t>‹#›</a:t>
            </a:fld>
            <a:endParaRPr lang="zh-TW" altLang="en-US"/>
          </a:p>
        </p:txBody>
      </p:sp>
    </p:spTree>
    <p:extLst>
      <p:ext uri="{BB962C8B-B14F-4D97-AF65-F5344CB8AC3E}">
        <p14:creationId xmlns:p14="http://schemas.microsoft.com/office/powerpoint/2010/main" val="370685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762000" y="457201"/>
            <a:ext cx="3657600" cy="28254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48200" y="457201"/>
            <a:ext cx="3657600" cy="28254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3">
            <a:extLst>
              <a:ext uri="{FF2B5EF4-FFF2-40B4-BE49-F238E27FC236}">
                <a16:creationId xmlns:a16="http://schemas.microsoft.com/office/drawing/2014/main" id="{15B3041D-EE03-360E-0253-9828C1BADC8C}"/>
              </a:ext>
            </a:extLst>
          </p:cNvPr>
          <p:cNvSpPr>
            <a:spLocks noGrp="1"/>
          </p:cNvSpPr>
          <p:nvPr>
            <p:ph type="dt" sz="half" idx="10"/>
          </p:nvPr>
        </p:nvSpPr>
        <p:spPr/>
        <p:txBody>
          <a:bodyPr/>
          <a:lstStyle>
            <a:lvl1pPr>
              <a:defRPr/>
            </a:lvl1pPr>
          </a:lstStyle>
          <a:p>
            <a:pPr>
              <a:defRPr/>
            </a:pPr>
            <a:fld id="{555C6EED-578C-43D5-A6E4-03A5D88CAE85}" type="datetimeFigureOut">
              <a:rPr lang="zh-TW" altLang="en-US"/>
              <a:pPr>
                <a:defRPr/>
              </a:pPr>
              <a:t>2024/11/9</a:t>
            </a:fld>
            <a:endParaRPr lang="zh-TW" altLang="en-US"/>
          </a:p>
        </p:txBody>
      </p:sp>
      <p:sp>
        <p:nvSpPr>
          <p:cNvPr id="6" name="Footer Placeholder 4">
            <a:extLst>
              <a:ext uri="{FF2B5EF4-FFF2-40B4-BE49-F238E27FC236}">
                <a16:creationId xmlns:a16="http://schemas.microsoft.com/office/drawing/2014/main" id="{146F509A-06BB-4851-C59E-7E33B850C824}"/>
              </a:ext>
            </a:extLst>
          </p:cNvPr>
          <p:cNvSpPr>
            <a:spLocks noGrp="1"/>
          </p:cNvSpPr>
          <p:nvPr>
            <p:ph type="ftr" sz="quarter" idx="11"/>
          </p:nvPr>
        </p:nvSpPr>
        <p:spPr/>
        <p:txBody>
          <a:bodyPr/>
          <a:lstStyle>
            <a:lvl1pPr>
              <a:defRPr/>
            </a:lvl1pPr>
          </a:lstStyle>
          <a:p>
            <a:pPr>
              <a:defRPr/>
            </a:pPr>
            <a:endParaRPr lang="zh-TW" altLang="en-US"/>
          </a:p>
        </p:txBody>
      </p:sp>
      <p:sp>
        <p:nvSpPr>
          <p:cNvPr id="7" name="Slide Number Placeholder 5">
            <a:extLst>
              <a:ext uri="{FF2B5EF4-FFF2-40B4-BE49-F238E27FC236}">
                <a16:creationId xmlns:a16="http://schemas.microsoft.com/office/drawing/2014/main" id="{BD63C168-02C6-FD84-2C04-DEBE5C1C010D}"/>
              </a:ext>
            </a:extLst>
          </p:cNvPr>
          <p:cNvSpPr>
            <a:spLocks noGrp="1"/>
          </p:cNvSpPr>
          <p:nvPr>
            <p:ph type="sldNum" sz="quarter" idx="12"/>
          </p:nvPr>
        </p:nvSpPr>
        <p:spPr/>
        <p:txBody>
          <a:bodyPr/>
          <a:lstStyle>
            <a:lvl1pPr>
              <a:defRPr/>
            </a:lvl1pPr>
          </a:lstStyle>
          <a:p>
            <a:fld id="{119EF422-5F7E-4E47-9BD7-3EDBA002DD4D}" type="slidenum">
              <a:rPr lang="zh-TW" altLang="en-US"/>
              <a:pPr/>
              <a:t>‹#›</a:t>
            </a:fld>
            <a:endParaRPr lang="zh-TW" altLang="en-US"/>
          </a:p>
        </p:txBody>
      </p:sp>
    </p:spTree>
    <p:extLst>
      <p:ext uri="{BB962C8B-B14F-4D97-AF65-F5344CB8AC3E}">
        <p14:creationId xmlns:p14="http://schemas.microsoft.com/office/powerpoint/2010/main" val="2928110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cxnSp>
        <p:nvCxnSpPr>
          <p:cNvPr id="7" name="Straight Connector 10">
            <a:extLst>
              <a:ext uri="{FF2B5EF4-FFF2-40B4-BE49-F238E27FC236}">
                <a16:creationId xmlns:a16="http://schemas.microsoft.com/office/drawing/2014/main" id="{9234EA9F-41BD-54F2-043A-DD82EDEBC6E1}"/>
              </a:ext>
            </a:extLst>
          </p:cNvPr>
          <p:cNvCxnSpPr/>
          <p:nvPr/>
        </p:nvCxnSpPr>
        <p:spPr>
          <a:xfrm>
            <a:off x="758825" y="936625"/>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12">
            <a:extLst>
              <a:ext uri="{FF2B5EF4-FFF2-40B4-BE49-F238E27FC236}">
                <a16:creationId xmlns:a16="http://schemas.microsoft.com/office/drawing/2014/main" id="{67009BCF-D0B3-9256-F9A8-96A80343F26A}"/>
              </a:ext>
            </a:extLst>
          </p:cNvPr>
          <p:cNvCxnSpPr/>
          <p:nvPr/>
        </p:nvCxnSpPr>
        <p:spPr>
          <a:xfrm>
            <a:off x="4645025" y="936625"/>
            <a:ext cx="3657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758952" y="457200"/>
            <a:ext cx="3657600" cy="47982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758952" y="996948"/>
            <a:ext cx="3657600" cy="22860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45152" y="457200"/>
            <a:ext cx="3657600" cy="47982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152" y="996948"/>
            <a:ext cx="3657600" cy="22860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9" name="Date Placeholder 6">
            <a:extLst>
              <a:ext uri="{FF2B5EF4-FFF2-40B4-BE49-F238E27FC236}">
                <a16:creationId xmlns:a16="http://schemas.microsoft.com/office/drawing/2014/main" id="{C6686496-B5B9-D76A-A75B-E44EA8E7279D}"/>
              </a:ext>
            </a:extLst>
          </p:cNvPr>
          <p:cNvSpPr>
            <a:spLocks noGrp="1"/>
          </p:cNvSpPr>
          <p:nvPr>
            <p:ph type="dt" sz="half" idx="10"/>
          </p:nvPr>
        </p:nvSpPr>
        <p:spPr/>
        <p:txBody>
          <a:bodyPr/>
          <a:lstStyle>
            <a:lvl1pPr>
              <a:defRPr/>
            </a:lvl1pPr>
          </a:lstStyle>
          <a:p>
            <a:pPr>
              <a:defRPr/>
            </a:pPr>
            <a:fld id="{60429B99-502F-48A4-BBCF-3648C2E33DC4}" type="datetimeFigureOut">
              <a:rPr lang="zh-TW" altLang="en-US"/>
              <a:pPr>
                <a:defRPr/>
              </a:pPr>
              <a:t>2024/11/9</a:t>
            </a:fld>
            <a:endParaRPr lang="zh-TW" altLang="en-US"/>
          </a:p>
        </p:txBody>
      </p:sp>
      <p:sp>
        <p:nvSpPr>
          <p:cNvPr id="10" name="Footer Placeholder 7">
            <a:extLst>
              <a:ext uri="{FF2B5EF4-FFF2-40B4-BE49-F238E27FC236}">
                <a16:creationId xmlns:a16="http://schemas.microsoft.com/office/drawing/2014/main" id="{EDD8FD72-2387-5D6E-6B79-379671916BF4}"/>
              </a:ext>
            </a:extLst>
          </p:cNvPr>
          <p:cNvSpPr>
            <a:spLocks noGrp="1"/>
          </p:cNvSpPr>
          <p:nvPr>
            <p:ph type="ftr" sz="quarter" idx="11"/>
          </p:nvPr>
        </p:nvSpPr>
        <p:spPr/>
        <p:txBody>
          <a:bodyPr/>
          <a:lstStyle>
            <a:lvl1pPr>
              <a:defRPr/>
            </a:lvl1pPr>
          </a:lstStyle>
          <a:p>
            <a:pPr>
              <a:defRPr/>
            </a:pPr>
            <a:endParaRPr lang="zh-TW" altLang="en-US"/>
          </a:p>
        </p:txBody>
      </p:sp>
      <p:sp>
        <p:nvSpPr>
          <p:cNvPr id="11" name="Slide Number Placeholder 8">
            <a:extLst>
              <a:ext uri="{FF2B5EF4-FFF2-40B4-BE49-F238E27FC236}">
                <a16:creationId xmlns:a16="http://schemas.microsoft.com/office/drawing/2014/main" id="{89E77285-7E04-2770-24FF-7551C042CF9A}"/>
              </a:ext>
            </a:extLst>
          </p:cNvPr>
          <p:cNvSpPr>
            <a:spLocks noGrp="1"/>
          </p:cNvSpPr>
          <p:nvPr>
            <p:ph type="sldNum" sz="quarter" idx="12"/>
          </p:nvPr>
        </p:nvSpPr>
        <p:spPr/>
        <p:txBody>
          <a:bodyPr/>
          <a:lstStyle>
            <a:lvl1pPr>
              <a:defRPr/>
            </a:lvl1pPr>
          </a:lstStyle>
          <a:p>
            <a:fld id="{2AAB35B2-A774-4B97-9E7D-85FC4FA183AC}" type="slidenum">
              <a:rPr lang="zh-TW" altLang="en-US"/>
              <a:pPr/>
              <a:t>‹#›</a:t>
            </a:fld>
            <a:endParaRPr lang="zh-TW" altLang="en-US"/>
          </a:p>
        </p:txBody>
      </p:sp>
    </p:spTree>
    <p:extLst>
      <p:ext uri="{BB962C8B-B14F-4D97-AF65-F5344CB8AC3E}">
        <p14:creationId xmlns:p14="http://schemas.microsoft.com/office/powerpoint/2010/main" val="1882694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3">
            <a:extLst>
              <a:ext uri="{FF2B5EF4-FFF2-40B4-BE49-F238E27FC236}">
                <a16:creationId xmlns:a16="http://schemas.microsoft.com/office/drawing/2014/main" id="{63200EA6-E988-8FF2-E8F3-AB7C50C04B0D}"/>
              </a:ext>
            </a:extLst>
          </p:cNvPr>
          <p:cNvSpPr>
            <a:spLocks noGrp="1"/>
          </p:cNvSpPr>
          <p:nvPr>
            <p:ph type="dt" sz="half" idx="10"/>
          </p:nvPr>
        </p:nvSpPr>
        <p:spPr/>
        <p:txBody>
          <a:bodyPr/>
          <a:lstStyle>
            <a:lvl1pPr>
              <a:defRPr/>
            </a:lvl1pPr>
          </a:lstStyle>
          <a:p>
            <a:pPr>
              <a:defRPr/>
            </a:pPr>
            <a:fld id="{A3E4C484-F185-4FC0-AC23-CC5F1C39B6F8}" type="datetimeFigureOut">
              <a:rPr lang="zh-TW" altLang="en-US"/>
              <a:pPr>
                <a:defRPr/>
              </a:pPr>
              <a:t>2024/11/9</a:t>
            </a:fld>
            <a:endParaRPr lang="zh-TW" altLang="en-US"/>
          </a:p>
        </p:txBody>
      </p:sp>
      <p:sp>
        <p:nvSpPr>
          <p:cNvPr id="4" name="Footer Placeholder 4">
            <a:extLst>
              <a:ext uri="{FF2B5EF4-FFF2-40B4-BE49-F238E27FC236}">
                <a16:creationId xmlns:a16="http://schemas.microsoft.com/office/drawing/2014/main" id="{917987B0-2584-32ED-0E2D-0E4F3F85D037}"/>
              </a:ext>
            </a:extLst>
          </p:cNvPr>
          <p:cNvSpPr>
            <a:spLocks noGrp="1"/>
          </p:cNvSpPr>
          <p:nvPr>
            <p:ph type="ftr" sz="quarter" idx="11"/>
          </p:nvPr>
        </p:nvSpPr>
        <p:spPr/>
        <p:txBody>
          <a:bodyPr/>
          <a:lstStyle>
            <a:lvl1pPr>
              <a:defRPr/>
            </a:lvl1pPr>
          </a:lstStyle>
          <a:p>
            <a:pPr>
              <a:defRPr/>
            </a:pPr>
            <a:endParaRPr lang="zh-TW" altLang="en-US"/>
          </a:p>
        </p:txBody>
      </p:sp>
      <p:sp>
        <p:nvSpPr>
          <p:cNvPr id="5" name="Slide Number Placeholder 5">
            <a:extLst>
              <a:ext uri="{FF2B5EF4-FFF2-40B4-BE49-F238E27FC236}">
                <a16:creationId xmlns:a16="http://schemas.microsoft.com/office/drawing/2014/main" id="{2EE03B8D-0ADF-1B3D-8BF2-F7D4A6C805E2}"/>
              </a:ext>
            </a:extLst>
          </p:cNvPr>
          <p:cNvSpPr>
            <a:spLocks noGrp="1"/>
          </p:cNvSpPr>
          <p:nvPr>
            <p:ph type="sldNum" sz="quarter" idx="12"/>
          </p:nvPr>
        </p:nvSpPr>
        <p:spPr/>
        <p:txBody>
          <a:bodyPr/>
          <a:lstStyle>
            <a:lvl1pPr>
              <a:defRPr/>
            </a:lvl1pPr>
          </a:lstStyle>
          <a:p>
            <a:fld id="{5279E41B-F83C-4A79-AD2A-CBA32656D232}" type="slidenum">
              <a:rPr lang="zh-TW" altLang="en-US"/>
              <a:pPr/>
              <a:t>‹#›</a:t>
            </a:fld>
            <a:endParaRPr lang="zh-TW" altLang="en-US"/>
          </a:p>
        </p:txBody>
      </p:sp>
    </p:spTree>
    <p:extLst>
      <p:ext uri="{BB962C8B-B14F-4D97-AF65-F5344CB8AC3E}">
        <p14:creationId xmlns:p14="http://schemas.microsoft.com/office/powerpoint/2010/main" val="4052699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5019F78-B3D0-FAFE-3D7E-18E101466BB7}"/>
              </a:ext>
            </a:extLst>
          </p:cNvPr>
          <p:cNvSpPr>
            <a:spLocks noGrp="1"/>
          </p:cNvSpPr>
          <p:nvPr>
            <p:ph type="dt" sz="half" idx="10"/>
          </p:nvPr>
        </p:nvSpPr>
        <p:spPr/>
        <p:txBody>
          <a:bodyPr/>
          <a:lstStyle>
            <a:lvl1pPr>
              <a:defRPr/>
            </a:lvl1pPr>
          </a:lstStyle>
          <a:p>
            <a:pPr>
              <a:defRPr/>
            </a:pPr>
            <a:fld id="{B5B723B0-E155-4536-86AF-3B0A9A99A8EA}" type="datetimeFigureOut">
              <a:rPr lang="zh-TW" altLang="en-US"/>
              <a:pPr>
                <a:defRPr/>
              </a:pPr>
              <a:t>2024/11/9</a:t>
            </a:fld>
            <a:endParaRPr lang="zh-TW" altLang="en-US"/>
          </a:p>
        </p:txBody>
      </p:sp>
      <p:sp>
        <p:nvSpPr>
          <p:cNvPr id="3" name="Footer Placeholder 4">
            <a:extLst>
              <a:ext uri="{FF2B5EF4-FFF2-40B4-BE49-F238E27FC236}">
                <a16:creationId xmlns:a16="http://schemas.microsoft.com/office/drawing/2014/main" id="{BD61EABA-AE9C-0F8B-AFD0-1767E6FA7F90}"/>
              </a:ext>
            </a:extLst>
          </p:cNvPr>
          <p:cNvSpPr>
            <a:spLocks noGrp="1"/>
          </p:cNvSpPr>
          <p:nvPr>
            <p:ph type="ftr" sz="quarter" idx="11"/>
          </p:nvPr>
        </p:nvSpPr>
        <p:spPr/>
        <p:txBody>
          <a:bodyPr/>
          <a:lstStyle>
            <a:lvl1pPr>
              <a:defRPr/>
            </a:lvl1pPr>
          </a:lstStyle>
          <a:p>
            <a:pPr>
              <a:defRPr/>
            </a:pPr>
            <a:endParaRPr lang="zh-TW" altLang="en-US"/>
          </a:p>
        </p:txBody>
      </p:sp>
      <p:sp>
        <p:nvSpPr>
          <p:cNvPr id="4" name="Slide Number Placeholder 5">
            <a:extLst>
              <a:ext uri="{FF2B5EF4-FFF2-40B4-BE49-F238E27FC236}">
                <a16:creationId xmlns:a16="http://schemas.microsoft.com/office/drawing/2014/main" id="{6536D044-9AA4-47D5-FF60-D46CAC7A470F}"/>
              </a:ext>
            </a:extLst>
          </p:cNvPr>
          <p:cNvSpPr>
            <a:spLocks noGrp="1"/>
          </p:cNvSpPr>
          <p:nvPr>
            <p:ph type="sldNum" sz="quarter" idx="12"/>
          </p:nvPr>
        </p:nvSpPr>
        <p:spPr/>
        <p:txBody>
          <a:bodyPr/>
          <a:lstStyle>
            <a:lvl1pPr>
              <a:defRPr/>
            </a:lvl1pPr>
          </a:lstStyle>
          <a:p>
            <a:fld id="{7BFEF13E-57AE-4AE1-8EB0-94D483038E24}" type="slidenum">
              <a:rPr lang="zh-TW" altLang="en-US"/>
              <a:pPr/>
              <a:t>‹#›</a:t>
            </a:fld>
            <a:endParaRPr lang="zh-TW" altLang="en-US"/>
          </a:p>
        </p:txBody>
      </p:sp>
    </p:spTree>
    <p:extLst>
      <p:ext uri="{BB962C8B-B14F-4D97-AF65-F5344CB8AC3E}">
        <p14:creationId xmlns:p14="http://schemas.microsoft.com/office/powerpoint/2010/main" val="2120648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cxnSp>
        <p:nvCxnSpPr>
          <p:cNvPr id="5" name="Straight Connector 9">
            <a:extLst>
              <a:ext uri="{FF2B5EF4-FFF2-40B4-BE49-F238E27FC236}">
                <a16:creationId xmlns:a16="http://schemas.microsoft.com/office/drawing/2014/main" id="{9F435273-70AD-0513-F696-0D81AF550617}"/>
              </a:ext>
            </a:extLst>
          </p:cNvPr>
          <p:cNvCxnSpPr/>
          <p:nvPr/>
        </p:nvCxnSpPr>
        <p:spPr>
          <a:xfrm rot="5400000">
            <a:off x="2153444" y="1885156"/>
            <a:ext cx="28575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62000" y="3429000"/>
            <a:ext cx="6784848" cy="1200150"/>
          </a:xfrm>
        </p:spPr>
        <p:txBody>
          <a:bodyPr>
            <a:normAutofit/>
          </a:bodyPr>
          <a:lstStyle>
            <a:lvl1pPr algn="l">
              <a:defRPr sz="5400" b="0"/>
            </a:lvl1pPr>
          </a:lstStyle>
          <a:p>
            <a:r>
              <a:rPr lang="zh-TW" altLang="en-US"/>
              <a:t>按一下以編輯母片標題樣式</a:t>
            </a:r>
            <a:endParaRPr lang="en-US"/>
          </a:p>
        </p:txBody>
      </p:sp>
      <p:sp>
        <p:nvSpPr>
          <p:cNvPr id="3" name="Content Placeholder 2"/>
          <p:cNvSpPr>
            <a:spLocks noGrp="1"/>
          </p:cNvSpPr>
          <p:nvPr>
            <p:ph idx="1"/>
          </p:nvPr>
        </p:nvSpPr>
        <p:spPr>
          <a:xfrm>
            <a:off x="3710866" y="342900"/>
            <a:ext cx="4594934" cy="30860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762002" y="342900"/>
            <a:ext cx="2673657" cy="30861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6" name="Date Placeholder 4">
            <a:extLst>
              <a:ext uri="{FF2B5EF4-FFF2-40B4-BE49-F238E27FC236}">
                <a16:creationId xmlns:a16="http://schemas.microsoft.com/office/drawing/2014/main" id="{18A19E8F-FC88-0422-5DFF-2750F7CF9EA7}"/>
              </a:ext>
            </a:extLst>
          </p:cNvPr>
          <p:cNvSpPr>
            <a:spLocks noGrp="1"/>
          </p:cNvSpPr>
          <p:nvPr>
            <p:ph type="dt" sz="half" idx="10"/>
          </p:nvPr>
        </p:nvSpPr>
        <p:spPr/>
        <p:txBody>
          <a:bodyPr/>
          <a:lstStyle>
            <a:lvl1pPr>
              <a:defRPr/>
            </a:lvl1pPr>
          </a:lstStyle>
          <a:p>
            <a:pPr>
              <a:defRPr/>
            </a:pPr>
            <a:fld id="{7A582B39-11AB-41AB-AB1B-C933DEFD7334}" type="datetimeFigureOut">
              <a:rPr lang="zh-TW" altLang="en-US"/>
              <a:pPr>
                <a:defRPr/>
              </a:pPr>
              <a:t>2024/11/9</a:t>
            </a:fld>
            <a:endParaRPr lang="zh-TW" altLang="en-US"/>
          </a:p>
        </p:txBody>
      </p:sp>
      <p:sp>
        <p:nvSpPr>
          <p:cNvPr id="7" name="Footer Placeholder 5">
            <a:extLst>
              <a:ext uri="{FF2B5EF4-FFF2-40B4-BE49-F238E27FC236}">
                <a16:creationId xmlns:a16="http://schemas.microsoft.com/office/drawing/2014/main" id="{6FEDC15F-6CBE-72A3-528A-66D51D91C697}"/>
              </a:ext>
            </a:extLst>
          </p:cNvPr>
          <p:cNvSpPr>
            <a:spLocks noGrp="1"/>
          </p:cNvSpPr>
          <p:nvPr>
            <p:ph type="ftr" sz="quarter" idx="11"/>
          </p:nvPr>
        </p:nvSpPr>
        <p:spPr/>
        <p:txBody>
          <a:bodyPr/>
          <a:lstStyle>
            <a:lvl1pPr>
              <a:defRPr/>
            </a:lvl1pPr>
          </a:lstStyle>
          <a:p>
            <a:pPr>
              <a:defRPr/>
            </a:pPr>
            <a:endParaRPr lang="zh-TW" altLang="en-US"/>
          </a:p>
        </p:txBody>
      </p:sp>
      <p:sp>
        <p:nvSpPr>
          <p:cNvPr id="8" name="Slide Number Placeholder 6">
            <a:extLst>
              <a:ext uri="{FF2B5EF4-FFF2-40B4-BE49-F238E27FC236}">
                <a16:creationId xmlns:a16="http://schemas.microsoft.com/office/drawing/2014/main" id="{D10F2E67-EA56-7D36-6377-E0F4F09F89CD}"/>
              </a:ext>
            </a:extLst>
          </p:cNvPr>
          <p:cNvSpPr>
            <a:spLocks noGrp="1"/>
          </p:cNvSpPr>
          <p:nvPr>
            <p:ph type="sldNum" sz="quarter" idx="12"/>
          </p:nvPr>
        </p:nvSpPr>
        <p:spPr/>
        <p:txBody>
          <a:bodyPr/>
          <a:lstStyle>
            <a:lvl1pPr>
              <a:defRPr/>
            </a:lvl1pPr>
          </a:lstStyle>
          <a:p>
            <a:fld id="{023AE41E-9744-4ACA-BF3D-A160C047713D}" type="slidenum">
              <a:rPr lang="zh-TW" altLang="en-US"/>
              <a:pPr/>
              <a:t>‹#›</a:t>
            </a:fld>
            <a:endParaRPr lang="zh-TW" altLang="en-US"/>
          </a:p>
        </p:txBody>
      </p:sp>
    </p:spTree>
    <p:extLst>
      <p:ext uri="{BB962C8B-B14F-4D97-AF65-F5344CB8AC3E}">
        <p14:creationId xmlns:p14="http://schemas.microsoft.com/office/powerpoint/2010/main" val="344817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758952" y="3429000"/>
            <a:ext cx="6784848" cy="1200150"/>
          </a:xfrm>
        </p:spPr>
        <p:txBody>
          <a:bodyPr>
            <a:normAutofit/>
          </a:bodyPr>
          <a:lstStyle>
            <a:lvl1pPr algn="l">
              <a:defRPr sz="5400" b="0"/>
            </a:lvl1pPr>
          </a:lstStyle>
          <a:p>
            <a:r>
              <a:rPr lang="zh-TW" altLang="en-US"/>
              <a:t>按一下以編輯母片標題樣式</a:t>
            </a:r>
            <a:endParaRPr lang="en-US" dirty="0"/>
          </a:p>
        </p:txBody>
      </p:sp>
      <p:sp>
        <p:nvSpPr>
          <p:cNvPr id="3" name="Picture Placeholder 2"/>
          <p:cNvSpPr>
            <a:spLocks noGrp="1"/>
          </p:cNvSpPr>
          <p:nvPr>
            <p:ph type="pic" idx="1"/>
          </p:nvPr>
        </p:nvSpPr>
        <p:spPr>
          <a:xfrm>
            <a:off x="777240" y="342900"/>
            <a:ext cx="7543800" cy="2171700"/>
          </a:xfrm>
          <a:ln w="6350">
            <a:solidFill>
              <a:schemeClr val="tx2"/>
            </a:solidFill>
          </a:ln>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endParaRPr lang="en-US" noProof="0"/>
          </a:p>
        </p:txBody>
      </p:sp>
      <p:sp>
        <p:nvSpPr>
          <p:cNvPr id="4" name="Text Placeholder 3"/>
          <p:cNvSpPr>
            <a:spLocks noGrp="1"/>
          </p:cNvSpPr>
          <p:nvPr>
            <p:ph type="body" sz="half" idx="2"/>
          </p:nvPr>
        </p:nvSpPr>
        <p:spPr>
          <a:xfrm>
            <a:off x="850392" y="2628900"/>
            <a:ext cx="7391400" cy="603647"/>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3">
            <a:extLst>
              <a:ext uri="{FF2B5EF4-FFF2-40B4-BE49-F238E27FC236}">
                <a16:creationId xmlns:a16="http://schemas.microsoft.com/office/drawing/2014/main" id="{ACEDEBF8-2076-6542-0F82-C68243CC98A8}"/>
              </a:ext>
            </a:extLst>
          </p:cNvPr>
          <p:cNvSpPr>
            <a:spLocks noGrp="1"/>
          </p:cNvSpPr>
          <p:nvPr>
            <p:ph type="dt" sz="half" idx="10"/>
          </p:nvPr>
        </p:nvSpPr>
        <p:spPr/>
        <p:txBody>
          <a:bodyPr/>
          <a:lstStyle>
            <a:lvl1pPr>
              <a:defRPr/>
            </a:lvl1pPr>
          </a:lstStyle>
          <a:p>
            <a:pPr>
              <a:defRPr/>
            </a:pPr>
            <a:fld id="{65004680-8092-42EF-A9D6-219A4D195961}" type="datetimeFigureOut">
              <a:rPr lang="zh-TW" altLang="en-US"/>
              <a:pPr>
                <a:defRPr/>
              </a:pPr>
              <a:t>2024/11/9</a:t>
            </a:fld>
            <a:endParaRPr lang="zh-TW" altLang="en-US"/>
          </a:p>
        </p:txBody>
      </p:sp>
      <p:sp>
        <p:nvSpPr>
          <p:cNvPr id="6" name="Footer Placeholder 4">
            <a:extLst>
              <a:ext uri="{FF2B5EF4-FFF2-40B4-BE49-F238E27FC236}">
                <a16:creationId xmlns:a16="http://schemas.microsoft.com/office/drawing/2014/main" id="{9A234445-AE12-5E98-E73F-C39E667F5D6C}"/>
              </a:ext>
            </a:extLst>
          </p:cNvPr>
          <p:cNvSpPr>
            <a:spLocks noGrp="1"/>
          </p:cNvSpPr>
          <p:nvPr>
            <p:ph type="ftr" sz="quarter" idx="11"/>
          </p:nvPr>
        </p:nvSpPr>
        <p:spPr/>
        <p:txBody>
          <a:bodyPr/>
          <a:lstStyle>
            <a:lvl1pPr>
              <a:defRPr/>
            </a:lvl1pPr>
          </a:lstStyle>
          <a:p>
            <a:pPr>
              <a:defRPr/>
            </a:pPr>
            <a:endParaRPr lang="zh-TW" altLang="en-US"/>
          </a:p>
        </p:txBody>
      </p:sp>
      <p:sp>
        <p:nvSpPr>
          <p:cNvPr id="7" name="Slide Number Placeholder 5">
            <a:extLst>
              <a:ext uri="{FF2B5EF4-FFF2-40B4-BE49-F238E27FC236}">
                <a16:creationId xmlns:a16="http://schemas.microsoft.com/office/drawing/2014/main" id="{AB1BFB4B-8176-480C-70A1-12948543AC10}"/>
              </a:ext>
            </a:extLst>
          </p:cNvPr>
          <p:cNvSpPr>
            <a:spLocks noGrp="1"/>
          </p:cNvSpPr>
          <p:nvPr>
            <p:ph type="sldNum" sz="quarter" idx="12"/>
          </p:nvPr>
        </p:nvSpPr>
        <p:spPr/>
        <p:txBody>
          <a:bodyPr/>
          <a:lstStyle>
            <a:lvl1pPr>
              <a:defRPr/>
            </a:lvl1pPr>
          </a:lstStyle>
          <a:p>
            <a:fld id="{71A52A2F-1127-4FCC-A12E-3CBE6F24BED6}" type="slidenum">
              <a:rPr lang="zh-TW" altLang="en-US"/>
              <a:pPr/>
              <a:t>‹#›</a:t>
            </a:fld>
            <a:endParaRPr lang="zh-TW" altLang="en-US"/>
          </a:p>
        </p:txBody>
      </p:sp>
    </p:spTree>
    <p:extLst>
      <p:ext uri="{BB962C8B-B14F-4D97-AF65-F5344CB8AC3E}">
        <p14:creationId xmlns:p14="http://schemas.microsoft.com/office/powerpoint/2010/main" val="2649200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914400" y="514350"/>
            <a:ext cx="7239000" cy="2914650"/>
          </a:xfrm>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a:extLst>
              <a:ext uri="{FF2B5EF4-FFF2-40B4-BE49-F238E27FC236}">
                <a16:creationId xmlns:a16="http://schemas.microsoft.com/office/drawing/2014/main" id="{28A93521-D975-E905-3F35-EFC2679C05FD}"/>
              </a:ext>
            </a:extLst>
          </p:cNvPr>
          <p:cNvSpPr>
            <a:spLocks noGrp="1"/>
          </p:cNvSpPr>
          <p:nvPr>
            <p:ph type="dt" sz="half" idx="10"/>
          </p:nvPr>
        </p:nvSpPr>
        <p:spPr/>
        <p:txBody>
          <a:bodyPr/>
          <a:lstStyle>
            <a:lvl1pPr>
              <a:defRPr/>
            </a:lvl1pPr>
          </a:lstStyle>
          <a:p>
            <a:pPr>
              <a:defRPr/>
            </a:pPr>
            <a:fld id="{21E7755F-AD11-49C3-9418-864B8D098132}" type="datetimeFigureOut">
              <a:rPr lang="zh-TW" altLang="en-US"/>
              <a:pPr>
                <a:defRPr/>
              </a:pPr>
              <a:t>2024/11/9</a:t>
            </a:fld>
            <a:endParaRPr lang="zh-TW" altLang="en-US"/>
          </a:p>
        </p:txBody>
      </p:sp>
      <p:sp>
        <p:nvSpPr>
          <p:cNvPr id="5" name="Footer Placeholder 4">
            <a:extLst>
              <a:ext uri="{FF2B5EF4-FFF2-40B4-BE49-F238E27FC236}">
                <a16:creationId xmlns:a16="http://schemas.microsoft.com/office/drawing/2014/main" id="{D35F6CA6-5C74-4D63-F16F-EEC6BA89FCCB}"/>
              </a:ext>
            </a:extLst>
          </p:cNvPr>
          <p:cNvSpPr>
            <a:spLocks noGrp="1"/>
          </p:cNvSpPr>
          <p:nvPr>
            <p:ph type="ftr" sz="quarter" idx="11"/>
          </p:nvPr>
        </p:nvSpPr>
        <p:spPr/>
        <p:txBody>
          <a:bodyPr/>
          <a:lstStyle>
            <a:lvl1pPr>
              <a:defRPr/>
            </a:lvl1pPr>
          </a:lstStyle>
          <a:p>
            <a:pPr>
              <a:defRPr/>
            </a:pPr>
            <a:endParaRPr lang="zh-TW" altLang="en-US"/>
          </a:p>
        </p:txBody>
      </p:sp>
      <p:sp>
        <p:nvSpPr>
          <p:cNvPr id="6" name="Slide Number Placeholder 5">
            <a:extLst>
              <a:ext uri="{FF2B5EF4-FFF2-40B4-BE49-F238E27FC236}">
                <a16:creationId xmlns:a16="http://schemas.microsoft.com/office/drawing/2014/main" id="{7490BF05-23FB-482C-801D-5802ABD60F2F}"/>
              </a:ext>
            </a:extLst>
          </p:cNvPr>
          <p:cNvSpPr>
            <a:spLocks noGrp="1"/>
          </p:cNvSpPr>
          <p:nvPr>
            <p:ph type="sldNum" sz="quarter" idx="12"/>
          </p:nvPr>
        </p:nvSpPr>
        <p:spPr/>
        <p:txBody>
          <a:bodyPr/>
          <a:lstStyle>
            <a:lvl1pPr>
              <a:defRPr/>
            </a:lvl1pPr>
          </a:lstStyle>
          <a:p>
            <a:fld id="{5D2943B4-C9EF-4800-9BB0-C0AAC4A7A716}" type="slidenum">
              <a:rPr lang="zh-TW" altLang="en-US"/>
              <a:pPr/>
              <a:t>‹#›</a:t>
            </a:fld>
            <a:endParaRPr lang="zh-TW" altLang="en-US"/>
          </a:p>
        </p:txBody>
      </p:sp>
    </p:spTree>
    <p:extLst>
      <p:ext uri="{BB962C8B-B14F-4D97-AF65-F5344CB8AC3E}">
        <p14:creationId xmlns:p14="http://schemas.microsoft.com/office/powerpoint/2010/main" val="3555696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514351"/>
            <a:ext cx="1828800" cy="4057649"/>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590800" y="514351"/>
            <a:ext cx="5715000" cy="3657600"/>
          </a:xfrm>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a:extLst>
              <a:ext uri="{FF2B5EF4-FFF2-40B4-BE49-F238E27FC236}">
                <a16:creationId xmlns:a16="http://schemas.microsoft.com/office/drawing/2014/main" id="{9FB71F65-D689-F594-9173-56B97409E46F}"/>
              </a:ext>
            </a:extLst>
          </p:cNvPr>
          <p:cNvSpPr>
            <a:spLocks noGrp="1"/>
          </p:cNvSpPr>
          <p:nvPr>
            <p:ph type="dt" sz="half" idx="10"/>
          </p:nvPr>
        </p:nvSpPr>
        <p:spPr/>
        <p:txBody>
          <a:bodyPr/>
          <a:lstStyle>
            <a:lvl1pPr>
              <a:defRPr/>
            </a:lvl1pPr>
          </a:lstStyle>
          <a:p>
            <a:pPr>
              <a:defRPr/>
            </a:pPr>
            <a:fld id="{94662775-F6F1-43EE-B5BB-FC2CD4566DF6}" type="datetimeFigureOut">
              <a:rPr lang="zh-TW" altLang="en-US"/>
              <a:pPr>
                <a:defRPr/>
              </a:pPr>
              <a:t>2024/11/9</a:t>
            </a:fld>
            <a:endParaRPr lang="zh-TW" altLang="en-US"/>
          </a:p>
        </p:txBody>
      </p:sp>
      <p:sp>
        <p:nvSpPr>
          <p:cNvPr id="5" name="Footer Placeholder 4">
            <a:extLst>
              <a:ext uri="{FF2B5EF4-FFF2-40B4-BE49-F238E27FC236}">
                <a16:creationId xmlns:a16="http://schemas.microsoft.com/office/drawing/2014/main" id="{3763B6E6-5F83-D679-1A16-313A338409B9}"/>
              </a:ext>
            </a:extLst>
          </p:cNvPr>
          <p:cNvSpPr>
            <a:spLocks noGrp="1"/>
          </p:cNvSpPr>
          <p:nvPr>
            <p:ph type="ftr" sz="quarter" idx="11"/>
          </p:nvPr>
        </p:nvSpPr>
        <p:spPr/>
        <p:txBody>
          <a:bodyPr/>
          <a:lstStyle>
            <a:lvl1pPr>
              <a:defRPr/>
            </a:lvl1pPr>
          </a:lstStyle>
          <a:p>
            <a:pPr>
              <a:defRPr/>
            </a:pPr>
            <a:endParaRPr lang="zh-TW" altLang="en-US"/>
          </a:p>
        </p:txBody>
      </p:sp>
      <p:sp>
        <p:nvSpPr>
          <p:cNvPr id="6" name="Slide Number Placeholder 5">
            <a:extLst>
              <a:ext uri="{FF2B5EF4-FFF2-40B4-BE49-F238E27FC236}">
                <a16:creationId xmlns:a16="http://schemas.microsoft.com/office/drawing/2014/main" id="{6A654E3B-70BB-A15A-EF62-55577F87B8E3}"/>
              </a:ext>
            </a:extLst>
          </p:cNvPr>
          <p:cNvSpPr>
            <a:spLocks noGrp="1"/>
          </p:cNvSpPr>
          <p:nvPr>
            <p:ph type="sldNum" sz="quarter" idx="12"/>
          </p:nvPr>
        </p:nvSpPr>
        <p:spPr/>
        <p:txBody>
          <a:bodyPr/>
          <a:lstStyle>
            <a:lvl1pPr>
              <a:defRPr/>
            </a:lvl1pPr>
          </a:lstStyle>
          <a:p>
            <a:fld id="{E967FC99-17AA-455C-AC11-0E457CF4092E}" type="slidenum">
              <a:rPr lang="zh-TW" altLang="en-US"/>
              <a:pPr/>
              <a:t>‹#›</a:t>
            </a:fld>
            <a:endParaRPr lang="zh-TW" altLang="en-US"/>
          </a:p>
        </p:txBody>
      </p:sp>
    </p:spTree>
    <p:extLst>
      <p:ext uri="{BB962C8B-B14F-4D97-AF65-F5344CB8AC3E}">
        <p14:creationId xmlns:p14="http://schemas.microsoft.com/office/powerpoint/2010/main" val="4113964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17F0B6F-1CFC-D04A-3893-3DC7738345B0}"/>
              </a:ext>
            </a:extLst>
          </p:cNvPr>
          <p:cNvSpPr>
            <a:spLocks noGrp="1"/>
          </p:cNvSpPr>
          <p:nvPr>
            <p:ph type="title"/>
          </p:nvPr>
        </p:nvSpPr>
        <p:spPr bwMode="auto">
          <a:xfrm>
            <a:off x="762000" y="3429000"/>
            <a:ext cx="6781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endParaRPr lang="en-US" altLang="zh-CN"/>
          </a:p>
        </p:txBody>
      </p:sp>
      <p:sp>
        <p:nvSpPr>
          <p:cNvPr id="1027" name="Text Placeholder 2">
            <a:extLst>
              <a:ext uri="{FF2B5EF4-FFF2-40B4-BE49-F238E27FC236}">
                <a16:creationId xmlns:a16="http://schemas.microsoft.com/office/drawing/2014/main" id="{990CE532-9A28-8EA9-2E79-2575085807FE}"/>
              </a:ext>
            </a:extLst>
          </p:cNvPr>
          <p:cNvSpPr>
            <a:spLocks noGrp="1"/>
          </p:cNvSpPr>
          <p:nvPr>
            <p:ph type="body" idx="1"/>
          </p:nvPr>
        </p:nvSpPr>
        <p:spPr bwMode="auto">
          <a:xfrm>
            <a:off x="762000" y="514350"/>
            <a:ext cx="7543800"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ltLang="zh-CN"/>
          </a:p>
        </p:txBody>
      </p:sp>
      <p:sp>
        <p:nvSpPr>
          <p:cNvPr id="4" name="Date Placeholder 3">
            <a:extLst>
              <a:ext uri="{FF2B5EF4-FFF2-40B4-BE49-F238E27FC236}">
                <a16:creationId xmlns:a16="http://schemas.microsoft.com/office/drawing/2014/main" id="{A77D0F4A-9BE9-3FEA-635F-07DD24177333}"/>
              </a:ext>
            </a:extLst>
          </p:cNvPr>
          <p:cNvSpPr>
            <a:spLocks noGrp="1"/>
          </p:cNvSpPr>
          <p:nvPr>
            <p:ph type="dt" sz="half" idx="2"/>
          </p:nvPr>
        </p:nvSpPr>
        <p:spPr>
          <a:xfrm>
            <a:off x="6248400" y="4656138"/>
            <a:ext cx="2133600" cy="274637"/>
          </a:xfrm>
          <a:prstGeom prst="rect">
            <a:avLst/>
          </a:prstGeom>
        </p:spPr>
        <p:txBody>
          <a:bodyPr vert="horz" lIns="91440" tIns="45720" rIns="91440" bIns="45720" rtlCol="0" anchor="ctr"/>
          <a:lstStyle>
            <a:lvl1pPr algn="r" fontAlgn="auto">
              <a:spcBef>
                <a:spcPts val="0"/>
              </a:spcBef>
              <a:spcAft>
                <a:spcPts val="0"/>
              </a:spcAft>
              <a:defRPr kumimoji="0" sz="1200" b="1" smtClean="0">
                <a:solidFill>
                  <a:schemeClr val="tx2">
                    <a:lumMod val="90000"/>
                    <a:lumOff val="10000"/>
                  </a:schemeClr>
                </a:solidFill>
                <a:latin typeface="+mn-lt"/>
                <a:ea typeface="+mn-ea"/>
              </a:defRPr>
            </a:lvl1pPr>
          </a:lstStyle>
          <a:p>
            <a:pPr>
              <a:defRPr/>
            </a:pPr>
            <a:fld id="{DFFB45D9-349C-4A18-B196-2D5FD117DD5F}" type="datetimeFigureOut">
              <a:rPr lang="zh-TW" altLang="en-US"/>
              <a:pPr>
                <a:defRPr/>
              </a:pPr>
              <a:t>2024/11/9</a:t>
            </a:fld>
            <a:endParaRPr lang="zh-TW" altLang="en-US"/>
          </a:p>
        </p:txBody>
      </p:sp>
      <p:sp>
        <p:nvSpPr>
          <p:cNvPr id="5" name="Footer Placeholder 4">
            <a:extLst>
              <a:ext uri="{FF2B5EF4-FFF2-40B4-BE49-F238E27FC236}">
                <a16:creationId xmlns:a16="http://schemas.microsoft.com/office/drawing/2014/main" id="{4918B8E3-9B50-394E-16E5-49536F489D38}"/>
              </a:ext>
            </a:extLst>
          </p:cNvPr>
          <p:cNvSpPr>
            <a:spLocks noGrp="1"/>
          </p:cNvSpPr>
          <p:nvPr>
            <p:ph type="ftr" sz="quarter" idx="3"/>
          </p:nvPr>
        </p:nvSpPr>
        <p:spPr>
          <a:xfrm>
            <a:off x="762000" y="4656138"/>
            <a:ext cx="4873625" cy="274637"/>
          </a:xfrm>
          <a:prstGeom prst="rect">
            <a:avLst/>
          </a:prstGeom>
        </p:spPr>
        <p:txBody>
          <a:bodyPr vert="horz" lIns="91440" tIns="45720" rIns="91440" bIns="45720" rtlCol="0" anchor="ctr"/>
          <a:lstStyle>
            <a:lvl1pPr algn="l" fontAlgn="auto">
              <a:spcBef>
                <a:spcPts val="0"/>
              </a:spcBef>
              <a:spcAft>
                <a:spcPts val="0"/>
              </a:spcAft>
              <a:defRPr kumimoji="0" sz="1200" b="1">
                <a:solidFill>
                  <a:schemeClr val="tx2">
                    <a:lumMod val="90000"/>
                    <a:lumOff val="10000"/>
                  </a:schemeClr>
                </a:solidFill>
                <a:latin typeface="+mn-lt"/>
                <a:ea typeface="+mn-ea"/>
              </a:defRPr>
            </a:lvl1pPr>
          </a:lstStyle>
          <a:p>
            <a:pPr>
              <a:defRPr/>
            </a:pPr>
            <a:endParaRPr lang="zh-TW" altLang="en-US"/>
          </a:p>
        </p:txBody>
      </p:sp>
      <p:sp>
        <p:nvSpPr>
          <p:cNvPr id="6" name="Slide Number Placeholder 5">
            <a:extLst>
              <a:ext uri="{FF2B5EF4-FFF2-40B4-BE49-F238E27FC236}">
                <a16:creationId xmlns:a16="http://schemas.microsoft.com/office/drawing/2014/main" id="{50B75707-5423-8B03-D734-B5EEFE05BB7B}"/>
              </a:ext>
            </a:extLst>
          </p:cNvPr>
          <p:cNvSpPr>
            <a:spLocks noGrp="1"/>
          </p:cNvSpPr>
          <p:nvPr>
            <p:ph type="sldNum" sz="quarter" idx="4"/>
          </p:nvPr>
        </p:nvSpPr>
        <p:spPr>
          <a:xfrm>
            <a:off x="7620000" y="4265613"/>
            <a:ext cx="762000" cy="274637"/>
          </a:xfrm>
          <a:prstGeom prst="rect">
            <a:avLst/>
          </a:prstGeom>
        </p:spPr>
        <p:txBody>
          <a:bodyPr vert="horz" wrap="square" lIns="91440" tIns="45720" rIns="91440" bIns="45720" numCol="1" anchor="ctr" anchorCtr="0" compatLnSpc="1">
            <a:prstTxWarp prst="textNoShape">
              <a:avLst/>
            </a:prstTxWarp>
          </a:bodyPr>
          <a:lstStyle>
            <a:lvl1pPr algn="r">
              <a:defRPr kumimoji="0" sz="2400">
                <a:solidFill>
                  <a:srgbClr val="262626"/>
                </a:solidFill>
                <a:latin typeface="Impact" panose="020B0806030902050204" pitchFamily="34" charset="0"/>
              </a:defRPr>
            </a:lvl1pPr>
          </a:lstStyle>
          <a:p>
            <a:fld id="{59807E77-DE83-4884-8A90-293AC33A93E1}" type="slidenum">
              <a:rPr lang="zh-TW" altLang="en-US"/>
              <a:pPr/>
              <a:t>‹#›</a:t>
            </a:fld>
            <a:endParaRPr lang="zh-TW" altLang="en-US"/>
          </a:p>
        </p:txBody>
      </p:sp>
      <p:sp>
        <p:nvSpPr>
          <p:cNvPr id="8" name="Rectangle 7">
            <a:extLst>
              <a:ext uri="{FF2B5EF4-FFF2-40B4-BE49-F238E27FC236}">
                <a16:creationId xmlns:a16="http://schemas.microsoft.com/office/drawing/2014/main" id="{F3C0B0B9-BB79-7AA3-C992-17E8A21708E9}"/>
              </a:ext>
            </a:extLst>
          </p:cNvPr>
          <p:cNvSpPr/>
          <p:nvPr/>
        </p:nvSpPr>
        <p:spPr>
          <a:xfrm>
            <a:off x="777875" y="0"/>
            <a:ext cx="7543800" cy="285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
        <p:nvSpPr>
          <p:cNvPr id="9" name="Rectangle 8">
            <a:extLst>
              <a:ext uri="{FF2B5EF4-FFF2-40B4-BE49-F238E27FC236}">
                <a16:creationId xmlns:a16="http://schemas.microsoft.com/office/drawing/2014/main" id="{939B6C2E-7848-938C-7152-4686610C0F6A}"/>
              </a:ext>
            </a:extLst>
          </p:cNvPr>
          <p:cNvSpPr/>
          <p:nvPr/>
        </p:nvSpPr>
        <p:spPr>
          <a:xfrm>
            <a:off x="777875" y="4629150"/>
            <a:ext cx="7543800" cy="20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en-US"/>
          </a:p>
        </p:txBody>
      </p:sp>
    </p:spTree>
  </p:cSld>
  <p:clrMap bg1="lt1" tx1="dk1" bg2="lt2" tx2="dk2" accent1="accent1" accent2="accent2" accent3="accent3" accent4="accent4" accent5="accent5" accent6="accent6" hlink="hlink" folHlink="folHlink"/>
  <p:sldLayoutIdLst>
    <p:sldLayoutId id="2147483911" r:id="rId1"/>
    <p:sldLayoutId id="2147483904" r:id="rId2"/>
    <p:sldLayoutId id="2147483912" r:id="rId3"/>
    <p:sldLayoutId id="2147483905" r:id="rId4"/>
    <p:sldLayoutId id="2147483913" r:id="rId5"/>
    <p:sldLayoutId id="2147483906" r:id="rId6"/>
    <p:sldLayoutId id="2147483907" r:id="rId7"/>
    <p:sldLayoutId id="2147483914" r:id="rId8"/>
    <p:sldLayoutId id="2147483908" r:id="rId9"/>
    <p:sldLayoutId id="2147483909" r:id="rId10"/>
    <p:sldLayoutId id="2147483910" r:id="rId11"/>
  </p:sldLayoutIdLst>
  <p:txStyles>
    <p:titleStyle>
      <a:lvl1pPr algn="l" rtl="0" fontAlgn="base">
        <a:spcBef>
          <a:spcPct val="0"/>
        </a:spcBef>
        <a:spcAft>
          <a:spcPct val="0"/>
        </a:spcAft>
        <a:defRPr sz="5400" kern="1200">
          <a:solidFill>
            <a:srgbClr val="262626"/>
          </a:solidFill>
          <a:latin typeface="+mj-lt"/>
          <a:ea typeface="+mj-ea"/>
          <a:cs typeface="+mj-cs"/>
        </a:defRPr>
      </a:lvl1pPr>
      <a:lvl2pPr algn="l" rtl="0" fontAlgn="base">
        <a:spcBef>
          <a:spcPct val="0"/>
        </a:spcBef>
        <a:spcAft>
          <a:spcPct val="0"/>
        </a:spcAft>
        <a:defRPr sz="5400">
          <a:solidFill>
            <a:srgbClr val="262626"/>
          </a:solidFill>
          <a:latin typeface="Impact" panose="020B0806030902050204" pitchFamily="34" charset="0"/>
          <a:ea typeface="微軟正黑體" panose="020B0604030504040204" pitchFamily="34" charset="-120"/>
        </a:defRPr>
      </a:lvl2pPr>
      <a:lvl3pPr algn="l" rtl="0" fontAlgn="base">
        <a:spcBef>
          <a:spcPct val="0"/>
        </a:spcBef>
        <a:spcAft>
          <a:spcPct val="0"/>
        </a:spcAft>
        <a:defRPr sz="5400">
          <a:solidFill>
            <a:srgbClr val="262626"/>
          </a:solidFill>
          <a:latin typeface="Impact" panose="020B0806030902050204" pitchFamily="34" charset="0"/>
          <a:ea typeface="微軟正黑體" panose="020B0604030504040204" pitchFamily="34" charset="-120"/>
        </a:defRPr>
      </a:lvl3pPr>
      <a:lvl4pPr algn="l" rtl="0" fontAlgn="base">
        <a:spcBef>
          <a:spcPct val="0"/>
        </a:spcBef>
        <a:spcAft>
          <a:spcPct val="0"/>
        </a:spcAft>
        <a:defRPr sz="5400">
          <a:solidFill>
            <a:srgbClr val="262626"/>
          </a:solidFill>
          <a:latin typeface="Impact" panose="020B0806030902050204" pitchFamily="34" charset="0"/>
          <a:ea typeface="微軟正黑體" panose="020B0604030504040204" pitchFamily="34" charset="-120"/>
        </a:defRPr>
      </a:lvl4pPr>
      <a:lvl5pPr algn="l" rtl="0" fontAlgn="base">
        <a:spcBef>
          <a:spcPct val="0"/>
        </a:spcBef>
        <a:spcAft>
          <a:spcPct val="0"/>
        </a:spcAft>
        <a:defRPr sz="5400">
          <a:solidFill>
            <a:srgbClr val="262626"/>
          </a:solidFill>
          <a:latin typeface="Impact" panose="020B0806030902050204" pitchFamily="34" charset="0"/>
          <a:ea typeface="微軟正黑體" panose="020B0604030504040204" pitchFamily="34" charset="-12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fontAlgn="base">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593725" indent="-273050" algn="l" rtl="0" fontAlgn="base">
        <a:spcBef>
          <a:spcPct val="20000"/>
        </a:spcBef>
        <a:spcAft>
          <a:spcPct val="0"/>
        </a:spcAft>
        <a:buClr>
          <a:schemeClr val="accent1"/>
        </a:buClr>
        <a:buFont typeface="Arial" panose="020B0604020202020204" pitchFamily="34" charset="0"/>
        <a:buChar char="•"/>
        <a:defRPr sz="2200" kern="1200">
          <a:solidFill>
            <a:schemeClr val="tx2"/>
          </a:solidFill>
          <a:latin typeface="+mn-lt"/>
          <a:ea typeface="+mn-ea"/>
          <a:cs typeface="+mn-cs"/>
        </a:defRPr>
      </a:lvl2pPr>
      <a:lvl3pPr marL="868363" indent="-228600" algn="l" rtl="0" fontAlgn="base">
        <a:spcBef>
          <a:spcPct val="20000"/>
        </a:spcBef>
        <a:spcAft>
          <a:spcPct val="0"/>
        </a:spcAft>
        <a:buClr>
          <a:schemeClr val="accent1"/>
        </a:buClr>
        <a:buFont typeface="Arial" panose="020B0604020202020204" pitchFamily="34" charset="0"/>
        <a:buChar char="•"/>
        <a:defRPr sz="2000" kern="1200">
          <a:solidFill>
            <a:schemeClr val="tx2"/>
          </a:solidFill>
          <a:latin typeface="+mn-lt"/>
          <a:ea typeface="+mn-ea"/>
          <a:cs typeface="+mn-cs"/>
        </a:defRPr>
      </a:lvl3pPr>
      <a:lvl4pPr marL="1143000" indent="-228600" algn="l" rtl="0" fontAlgn="base">
        <a:spcBef>
          <a:spcPct val="20000"/>
        </a:spcBef>
        <a:spcAft>
          <a:spcPct val="0"/>
        </a:spcAft>
        <a:buClr>
          <a:schemeClr val="accent1"/>
        </a:buClr>
        <a:buFont typeface="Arial" panose="020B0604020202020204" pitchFamily="34" charset="0"/>
        <a:buChar char="•"/>
        <a:defRPr kern="1200">
          <a:solidFill>
            <a:schemeClr val="tx2"/>
          </a:solidFill>
          <a:latin typeface="+mn-lt"/>
          <a:ea typeface="+mn-ea"/>
          <a:cs typeface="+mn-cs"/>
        </a:defRPr>
      </a:lvl4pPr>
      <a:lvl5pPr marL="1371600" indent="-228600" algn="l" rtl="0" fontAlgn="base">
        <a:spcBef>
          <a:spcPct val="20000"/>
        </a:spcBef>
        <a:spcAft>
          <a:spcPct val="0"/>
        </a:spcAft>
        <a:buClr>
          <a:schemeClr val="accent1"/>
        </a:buClr>
        <a:buFont typeface="Arial" panose="020B0604020202020204" pitchFamily="34" charset="0"/>
        <a:buChar char="•"/>
        <a:defRPr kern="120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D67073-9546-ED78-E65E-4D3D123DEBF2}"/>
              </a:ext>
            </a:extLst>
          </p:cNvPr>
          <p:cNvSpPr>
            <a:spLocks noGrp="1"/>
          </p:cNvSpPr>
          <p:nvPr>
            <p:ph type="ctrTitle"/>
          </p:nvPr>
        </p:nvSpPr>
        <p:spPr>
          <a:xfrm>
            <a:off x="762000" y="3266732"/>
            <a:ext cx="8192529" cy="1168743"/>
          </a:xfrm>
        </p:spPr>
        <p:txBody>
          <a:bodyPr rtlCol="0" anchor="t"/>
          <a:lstStyle/>
          <a:p>
            <a:pPr fontAlgn="auto">
              <a:spcAft>
                <a:spcPts val="0"/>
              </a:spcAft>
              <a:defRPr/>
            </a:pPr>
            <a:r>
              <a:rPr lang="zh-TW" altLang="en-US" sz="5400" b="1" dirty="0">
                <a:solidFill>
                  <a:schemeClr val="tx1">
                    <a:lumMod val="85000"/>
                    <a:lumOff val="15000"/>
                  </a:schemeClr>
                </a:solidFill>
              </a:rPr>
              <a:t>如何引導</a:t>
            </a:r>
            <a:r>
              <a:rPr lang="en-US" altLang="zh-TW" sz="5400" b="1" dirty="0">
                <a:solidFill>
                  <a:schemeClr val="tx1">
                    <a:lumMod val="85000"/>
                    <a:lumOff val="15000"/>
                  </a:schemeClr>
                </a:solidFill>
                <a:latin typeface="+mj-ea"/>
              </a:rPr>
              <a:t>BEST</a:t>
            </a:r>
            <a:r>
              <a:rPr lang="zh-TW" altLang="en-US" sz="5400" b="1" dirty="0">
                <a:solidFill>
                  <a:schemeClr val="tx1">
                    <a:lumMod val="85000"/>
                    <a:lumOff val="15000"/>
                  </a:schemeClr>
                </a:solidFill>
              </a:rPr>
              <a:t>受洗？</a:t>
            </a:r>
            <a:r>
              <a:rPr lang="zh-TW" altLang="en-US" sz="3600" b="1" dirty="0">
                <a:solidFill>
                  <a:schemeClr val="tx1">
                    <a:lumMod val="85000"/>
                    <a:lumOff val="15000"/>
                  </a:schemeClr>
                </a:solidFill>
              </a:rPr>
              <a:t>（上）</a:t>
            </a:r>
          </a:p>
        </p:txBody>
      </p:sp>
      <p:sp>
        <p:nvSpPr>
          <p:cNvPr id="3" name="副標題 2">
            <a:extLst>
              <a:ext uri="{FF2B5EF4-FFF2-40B4-BE49-F238E27FC236}">
                <a16:creationId xmlns:a16="http://schemas.microsoft.com/office/drawing/2014/main" id="{ACADBF8A-5404-7339-4F3A-5D43AC96EA12}"/>
              </a:ext>
            </a:extLst>
          </p:cNvPr>
          <p:cNvSpPr>
            <a:spLocks noGrp="1"/>
          </p:cNvSpPr>
          <p:nvPr>
            <p:ph type="subTitle" idx="1"/>
          </p:nvPr>
        </p:nvSpPr>
        <p:spPr>
          <a:xfrm>
            <a:off x="762000" y="2500313"/>
            <a:ext cx="6858000" cy="742950"/>
          </a:xfrm>
        </p:spPr>
        <p:txBody>
          <a:bodyPr rtlCol="0" anchor="b"/>
          <a:lstStyle/>
          <a:p>
            <a:pPr fontAlgn="auto">
              <a:spcAft>
                <a:spcPts val="0"/>
              </a:spcAft>
              <a:defRPr/>
            </a:pPr>
            <a:r>
              <a:rPr lang="zh-TW" altLang="en-US" sz="3600" b="1" dirty="0">
                <a:latin typeface="+mj-ea"/>
                <a:ea typeface="+mj-ea"/>
              </a:rPr>
              <a:t>第三課</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60AECE-3759-1E57-DD7E-D3E5DF59212D}"/>
              </a:ext>
            </a:extLst>
          </p:cNvPr>
          <p:cNvSpPr>
            <a:spLocks noGrp="1"/>
          </p:cNvSpPr>
          <p:nvPr>
            <p:ph type="title"/>
          </p:nvPr>
        </p:nvSpPr>
        <p:spPr>
          <a:xfrm>
            <a:off x="762000" y="484188"/>
            <a:ext cx="6781800" cy="574675"/>
          </a:xfrm>
        </p:spPr>
        <p:txBody>
          <a:bodyPr rtlCol="0" anchor="t">
            <a:normAutofit/>
          </a:bodyPr>
          <a:lstStyle/>
          <a:p>
            <a:pPr fontAlgn="auto">
              <a:spcAft>
                <a:spcPts val="0"/>
              </a:spcAft>
              <a:defRPr/>
            </a:pPr>
            <a:r>
              <a:rPr lang="zh-TW" altLang="en-US" sz="2800" b="1" dirty="0">
                <a:solidFill>
                  <a:schemeClr val="accent1">
                    <a:lumMod val="75000"/>
                  </a:schemeClr>
                </a:solidFill>
                <a:latin typeface="+mn-lt"/>
                <a:ea typeface="標楷體" panose="03000509000000000000" pitchFamily="65" charset="-120"/>
              </a:rPr>
              <a:t>馬可福音十六</a:t>
            </a:r>
            <a:r>
              <a:rPr lang="en-US" altLang="zh-TW" sz="2800" b="1" dirty="0">
                <a:solidFill>
                  <a:schemeClr val="accent1">
                    <a:lumMod val="75000"/>
                  </a:schemeClr>
                </a:solidFill>
                <a:latin typeface="+mn-lt"/>
                <a:ea typeface="標楷體" panose="03000509000000000000" pitchFamily="65" charset="-120"/>
              </a:rPr>
              <a:t>16</a:t>
            </a:r>
            <a:endParaRPr lang="zh-TW" altLang="en-US" sz="2800" b="1" dirty="0">
              <a:solidFill>
                <a:schemeClr val="accent1">
                  <a:lumMod val="75000"/>
                </a:schemeClr>
              </a:solidFill>
              <a:latin typeface="+mn-lt"/>
              <a:ea typeface="標楷體" panose="03000509000000000000" pitchFamily="65" charset="-120"/>
            </a:endParaRPr>
          </a:p>
        </p:txBody>
      </p:sp>
      <p:sp>
        <p:nvSpPr>
          <p:cNvPr id="7171" name="內容版面配置區 2">
            <a:extLst>
              <a:ext uri="{FF2B5EF4-FFF2-40B4-BE49-F238E27FC236}">
                <a16:creationId xmlns:a16="http://schemas.microsoft.com/office/drawing/2014/main" id="{3C1EC2FA-BE37-77B8-3B29-1D90A1455FDF}"/>
              </a:ext>
            </a:extLst>
          </p:cNvPr>
          <p:cNvSpPr>
            <a:spLocks noGrp="1"/>
          </p:cNvSpPr>
          <p:nvPr>
            <p:ph idx="1"/>
          </p:nvPr>
        </p:nvSpPr>
        <p:spPr>
          <a:xfrm>
            <a:off x="762000" y="1131888"/>
            <a:ext cx="7543800" cy="3201987"/>
          </a:xfrm>
        </p:spPr>
        <p:txBody>
          <a:bodyPr anchor="t"/>
          <a:lstStyle/>
          <a:p>
            <a:pPr marL="0" indent="0">
              <a:buFont typeface="Arial" panose="020B0604020202020204" pitchFamily="34" charset="0"/>
              <a:buNone/>
            </a:pPr>
            <a:r>
              <a:rPr lang="zh-TW" altLang="en-US" sz="2800" b="1">
                <a:solidFill>
                  <a:srgbClr val="000099"/>
                </a:solidFill>
                <a:latin typeface="標楷體" pitchFamily="65" charset="-120"/>
                <a:ea typeface="標楷體" pitchFamily="65" charset="-120"/>
              </a:rPr>
              <a:t>信而受洗的，必然得救；不信的，必被定罪。</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B0C07A-B466-F605-0F4F-8F724F7083DD}"/>
              </a:ext>
            </a:extLst>
          </p:cNvPr>
          <p:cNvSpPr>
            <a:spLocks noGrp="1"/>
          </p:cNvSpPr>
          <p:nvPr>
            <p:ph type="title"/>
          </p:nvPr>
        </p:nvSpPr>
        <p:spPr>
          <a:xfrm>
            <a:off x="762000" y="484188"/>
            <a:ext cx="8058150" cy="719137"/>
          </a:xfrm>
        </p:spPr>
        <p:txBody>
          <a:bodyPr rtlCol="0" anchor="t">
            <a:noAutofit/>
          </a:bodyPr>
          <a:lstStyle/>
          <a:p>
            <a:pPr fontAlgn="auto">
              <a:spcAft>
                <a:spcPts val="0"/>
              </a:spcAft>
              <a:defRPr/>
            </a:pPr>
            <a:r>
              <a:rPr lang="zh-TW" altLang="en-US" sz="3600" b="1" dirty="0">
                <a:solidFill>
                  <a:srgbClr val="000099"/>
                </a:solidFill>
                <a:latin typeface="+mj-ea"/>
              </a:rPr>
              <a:t>一、門徒不主動引導</a:t>
            </a:r>
            <a:r>
              <a:rPr lang="en-US" altLang="zh-TW" sz="3600" b="1" dirty="0">
                <a:solidFill>
                  <a:srgbClr val="000099"/>
                </a:solidFill>
                <a:latin typeface="+mj-ea"/>
              </a:rPr>
              <a:t>BEST</a:t>
            </a:r>
            <a:r>
              <a:rPr lang="zh-TW" altLang="en-US" sz="3600" b="1" dirty="0">
                <a:solidFill>
                  <a:srgbClr val="000099"/>
                </a:solidFill>
                <a:latin typeface="+mj-ea"/>
              </a:rPr>
              <a:t>受洗的原因</a:t>
            </a:r>
            <a:endParaRPr lang="zh-TW" altLang="en-US" sz="3600" b="1" dirty="0">
              <a:solidFill>
                <a:schemeClr val="bg1">
                  <a:lumMod val="95000"/>
                </a:schemeClr>
              </a:solidFill>
              <a:latin typeface="+mj-ea"/>
            </a:endParaRPr>
          </a:p>
        </p:txBody>
      </p:sp>
      <p:sp>
        <p:nvSpPr>
          <p:cNvPr id="3" name="內容版面配置區 2">
            <a:extLst>
              <a:ext uri="{FF2B5EF4-FFF2-40B4-BE49-F238E27FC236}">
                <a16:creationId xmlns:a16="http://schemas.microsoft.com/office/drawing/2014/main" id="{498316C1-4177-1922-5C82-6B631AC28EDA}"/>
              </a:ext>
            </a:extLst>
          </p:cNvPr>
          <p:cNvSpPr>
            <a:spLocks noGrp="1"/>
          </p:cNvSpPr>
          <p:nvPr>
            <p:ph idx="1"/>
          </p:nvPr>
        </p:nvSpPr>
        <p:spPr>
          <a:xfrm>
            <a:off x="762000" y="1276350"/>
            <a:ext cx="7986713" cy="3057525"/>
          </a:xfrm>
        </p:spPr>
        <p:txBody>
          <a:bodyPr rtlCol="0" anchor="t">
            <a:noAutofit/>
          </a:bodyPr>
          <a:lstStyle/>
          <a:p>
            <a:pPr marL="0" indent="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1.</a:t>
            </a:r>
            <a:r>
              <a:rPr lang="zh-TW" altLang="en-US" sz="3200" b="1" dirty="0">
                <a:solidFill>
                  <a:schemeClr val="tx1">
                    <a:lumMod val="85000"/>
                    <a:lumOff val="15000"/>
                  </a:schemeClr>
                </a:solidFill>
                <a:latin typeface="+mj-ea"/>
                <a:ea typeface="+mj-ea"/>
              </a:rPr>
              <a:t>認為引導人受洗是</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的責任</a:t>
            </a:r>
          </a:p>
          <a:p>
            <a:pPr marL="0" indent="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2.</a:t>
            </a:r>
            <a:r>
              <a:rPr lang="zh-TW" altLang="en-US" sz="3200" b="1" dirty="0">
                <a:solidFill>
                  <a:schemeClr val="tx1">
                    <a:lumMod val="85000"/>
                    <a:lumOff val="15000"/>
                  </a:schemeClr>
                </a:solidFill>
                <a:latin typeface="+mj-ea"/>
                <a:ea typeface="+mj-ea"/>
              </a:rPr>
              <a:t>害怕被</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，不敢開口</a:t>
            </a:r>
          </a:p>
          <a:p>
            <a:pPr marL="0" indent="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3.</a:t>
            </a:r>
            <a:r>
              <a:rPr lang="zh-TW" altLang="en-US" sz="3200" b="1" dirty="0">
                <a:solidFill>
                  <a:schemeClr val="tx1">
                    <a:lumMod val="85000"/>
                    <a:lumOff val="15000"/>
                  </a:schemeClr>
                </a:solidFill>
                <a:latin typeface="+mj-ea"/>
                <a:ea typeface="+mj-ea"/>
              </a:rPr>
              <a:t>擔心</a:t>
            </a:r>
            <a:r>
              <a:rPr lang="zh-TW" altLang="en-US" sz="3200" b="1" u="sng" dirty="0">
                <a:solidFill>
                  <a:schemeClr val="tx1">
                    <a:lumMod val="85000"/>
                    <a:lumOff val="15000"/>
                  </a:schemeClr>
                </a:solidFill>
                <a:latin typeface="+mj-ea"/>
                <a:ea typeface="+mj-ea"/>
              </a:rPr>
              <a:t>　　　　　　</a:t>
            </a:r>
            <a:r>
              <a:rPr lang="en-US" altLang="zh-TW" sz="3200" b="1" dirty="0">
                <a:solidFill>
                  <a:schemeClr val="tx1">
                    <a:lumMod val="85000"/>
                    <a:lumOff val="15000"/>
                  </a:schemeClr>
                </a:solidFill>
                <a:latin typeface="+mj-ea"/>
                <a:ea typeface="+mj-ea"/>
              </a:rPr>
              <a:t>BEST</a:t>
            </a:r>
            <a:r>
              <a:rPr lang="zh-TW" altLang="en-US" sz="3200" b="1" dirty="0">
                <a:solidFill>
                  <a:schemeClr val="tx1">
                    <a:lumMod val="85000"/>
                    <a:lumOff val="15000"/>
                  </a:schemeClr>
                </a:solidFill>
                <a:latin typeface="+mj-ea"/>
                <a:ea typeface="+mj-ea"/>
              </a:rPr>
              <a:t>的信仰問題</a:t>
            </a:r>
            <a:endParaRPr lang="en-US" altLang="zh-TW" sz="3200" b="1" dirty="0">
              <a:solidFill>
                <a:schemeClr val="bg1">
                  <a:lumMod val="85000"/>
                </a:schemeClr>
              </a:solidFill>
              <a:latin typeface="+mj-ea"/>
              <a:ea typeface="+mj-ea"/>
            </a:endParaRPr>
          </a:p>
        </p:txBody>
      </p:sp>
      <p:sp>
        <p:nvSpPr>
          <p:cNvPr id="4" name="內容版面配置區 2">
            <a:extLst>
              <a:ext uri="{FF2B5EF4-FFF2-40B4-BE49-F238E27FC236}">
                <a16:creationId xmlns:a16="http://schemas.microsoft.com/office/drawing/2014/main" id="{7EFAA5BE-1E35-79E8-9D3A-5A10F997B964}"/>
              </a:ext>
            </a:extLst>
          </p:cNvPr>
          <p:cNvSpPr txBox="1">
            <a:spLocks/>
          </p:cNvSpPr>
          <p:nvPr/>
        </p:nvSpPr>
        <p:spPr>
          <a:xfrm>
            <a:off x="2339975" y="1276350"/>
            <a:ext cx="6119813" cy="3057525"/>
          </a:xfrm>
          <a:prstGeom prst="rect">
            <a:avLst/>
          </a:prstGeom>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pPr>
              <a:spcAft>
                <a:spcPts val="2400"/>
              </a:spcAft>
              <a:buClr>
                <a:schemeClr val="accent1"/>
              </a:buClr>
              <a:buFont typeface="Arial" panose="020B0604020202020204" pitchFamily="34" charset="0"/>
              <a:buNone/>
            </a:pPr>
            <a:r>
              <a:rPr kumimoji="0" lang="zh-TW" altLang="en-US" sz="3200" b="1">
                <a:solidFill>
                  <a:srgbClr val="A50021"/>
                </a:solidFill>
                <a:latin typeface="微軟正黑體" panose="020B0604030504040204" pitchFamily="34" charset="-120"/>
                <a:ea typeface="微軟正黑體" panose="020B0604030504040204" pitchFamily="34" charset="-120"/>
              </a:rPr>
              <a:t>　　　　　　牧者</a:t>
            </a:r>
          </a:p>
          <a:p>
            <a:pPr>
              <a:spcAft>
                <a:spcPts val="2400"/>
              </a:spcAft>
              <a:buClr>
                <a:schemeClr val="accent1"/>
              </a:buClr>
              <a:buFont typeface="Arial" panose="020B0604020202020204" pitchFamily="34" charset="0"/>
              <a:buNone/>
            </a:pPr>
            <a:r>
              <a:rPr kumimoji="0" lang="zh-TW" altLang="en-US" sz="3200" b="1">
                <a:solidFill>
                  <a:srgbClr val="A50021"/>
                </a:solidFill>
                <a:latin typeface="微軟正黑體" panose="020B0604030504040204" pitchFamily="34" charset="-120"/>
                <a:ea typeface="微軟正黑體" panose="020B0604030504040204" pitchFamily="34" charset="-120"/>
              </a:rPr>
              <a:t>　拒絕</a:t>
            </a:r>
            <a:endParaRPr kumimoji="0" lang="en-US" altLang="zh-TW" sz="3200" b="1">
              <a:solidFill>
                <a:srgbClr val="A50021"/>
              </a:solidFill>
              <a:latin typeface="微軟正黑體" panose="020B0604030504040204" pitchFamily="34" charset="-120"/>
              <a:ea typeface="微軟正黑體" panose="020B0604030504040204" pitchFamily="34" charset="-120"/>
            </a:endParaRPr>
          </a:p>
          <a:p>
            <a:pPr>
              <a:spcAft>
                <a:spcPts val="2400"/>
              </a:spcAft>
              <a:buClr>
                <a:schemeClr val="accent1"/>
              </a:buClr>
              <a:buFont typeface="Arial" panose="020B0604020202020204" pitchFamily="34" charset="0"/>
              <a:buNone/>
            </a:pPr>
            <a:r>
              <a:rPr kumimoji="0" lang="zh-TW" altLang="en-US" sz="3200" b="1">
                <a:solidFill>
                  <a:srgbClr val="A50021"/>
                </a:solidFill>
                <a:latin typeface="微軟正黑體" panose="020B0604030504040204" pitchFamily="34" charset="-120"/>
                <a:ea typeface="微軟正黑體" panose="020B0604030504040204" pitchFamily="34" charset="-120"/>
              </a:rPr>
              <a:t>不會回答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50AA53-6F96-065E-AE99-D8FBD7C37C8A}"/>
              </a:ext>
            </a:extLst>
          </p:cNvPr>
          <p:cNvSpPr>
            <a:spLocks noGrp="1"/>
          </p:cNvSpPr>
          <p:nvPr>
            <p:ph type="title"/>
          </p:nvPr>
        </p:nvSpPr>
        <p:spPr>
          <a:xfrm>
            <a:off x="762000" y="484188"/>
            <a:ext cx="8058150" cy="719137"/>
          </a:xfrm>
        </p:spPr>
        <p:txBody>
          <a:bodyPr rtlCol="0" anchor="t">
            <a:noAutofit/>
          </a:bodyPr>
          <a:lstStyle/>
          <a:p>
            <a:pPr fontAlgn="auto">
              <a:spcAft>
                <a:spcPts val="0"/>
              </a:spcAft>
              <a:defRPr/>
            </a:pPr>
            <a:endParaRPr lang="zh-TW" altLang="en-US" sz="3600" b="1" dirty="0">
              <a:solidFill>
                <a:schemeClr val="bg1">
                  <a:lumMod val="95000"/>
                </a:schemeClr>
              </a:solidFill>
              <a:latin typeface="+mj-ea"/>
            </a:endParaRPr>
          </a:p>
        </p:txBody>
      </p:sp>
      <p:sp>
        <p:nvSpPr>
          <p:cNvPr id="3" name="內容版面配置區 2">
            <a:extLst>
              <a:ext uri="{FF2B5EF4-FFF2-40B4-BE49-F238E27FC236}">
                <a16:creationId xmlns:a16="http://schemas.microsoft.com/office/drawing/2014/main" id="{DA82BFF3-5251-3752-408C-11F54B91BC88}"/>
              </a:ext>
            </a:extLst>
          </p:cNvPr>
          <p:cNvSpPr>
            <a:spLocks noGrp="1"/>
          </p:cNvSpPr>
          <p:nvPr>
            <p:ph idx="1"/>
          </p:nvPr>
        </p:nvSpPr>
        <p:spPr>
          <a:xfrm>
            <a:off x="762000" y="1276350"/>
            <a:ext cx="8382000" cy="3057525"/>
          </a:xfrm>
        </p:spPr>
        <p:txBody>
          <a:bodyPr rtlCol="0" anchor="t">
            <a:noAutofit/>
          </a:bodyPr>
          <a:lstStyle/>
          <a:p>
            <a:pPr marL="0" indent="0" fontAlgn="auto">
              <a:spcBef>
                <a:spcPts val="0"/>
              </a:spcBef>
              <a:spcAft>
                <a:spcPts val="600"/>
              </a:spcAft>
              <a:buFont typeface="Arial" panose="020B0604020202020204" pitchFamily="34" charset="0"/>
              <a:buNone/>
              <a:defRPr/>
            </a:pPr>
            <a:r>
              <a:rPr lang="en-US" altLang="zh-TW" sz="3200" b="1" dirty="0">
                <a:solidFill>
                  <a:schemeClr val="tx1">
                    <a:lumMod val="85000"/>
                    <a:lumOff val="15000"/>
                  </a:schemeClr>
                </a:solidFill>
                <a:latin typeface="+mj-ea"/>
                <a:ea typeface="+mj-ea"/>
              </a:rPr>
              <a:t>4.</a:t>
            </a:r>
            <a:r>
              <a:rPr lang="zh-TW" altLang="en-US" sz="3200" b="1" dirty="0">
                <a:solidFill>
                  <a:schemeClr val="tx1">
                    <a:lumMod val="85000"/>
                    <a:lumOff val="15000"/>
                  </a:schemeClr>
                </a:solidFill>
                <a:latin typeface="+mj-ea"/>
                <a:ea typeface="+mj-ea"/>
              </a:rPr>
              <a:t>對引導人受洗抱持</a:t>
            </a:r>
            <a:r>
              <a:rPr lang="zh-TW" altLang="en-US" sz="3200" b="1" u="sng" dirty="0">
                <a:solidFill>
                  <a:schemeClr val="tx1">
                    <a:lumMod val="85000"/>
                    <a:lumOff val="15000"/>
                  </a:schemeClr>
                </a:solidFill>
                <a:latin typeface="+mj-ea"/>
                <a:ea typeface="+mj-ea"/>
              </a:rPr>
              <a:t>　　　　　　　</a:t>
            </a:r>
            <a:r>
              <a:rPr lang="en-US" altLang="zh-TW" sz="3200" b="1" dirty="0">
                <a:solidFill>
                  <a:schemeClr val="bg1">
                    <a:lumMod val="95000"/>
                  </a:schemeClr>
                </a:solidFill>
                <a:latin typeface="+mj-ea"/>
                <a:ea typeface="+mj-ea"/>
              </a:rPr>
              <a:t>.</a:t>
            </a:r>
          </a:p>
          <a:p>
            <a:pPr marL="0" indent="0" fontAlgn="auto">
              <a:spcBef>
                <a:spcPts val="0"/>
              </a:spcBef>
              <a:spcAft>
                <a:spcPts val="600"/>
              </a:spcAft>
              <a:buFont typeface="Arial" panose="020B0604020202020204" pitchFamily="34" charset="0"/>
              <a:buNone/>
              <a:defRPr/>
            </a:pPr>
            <a:r>
              <a:rPr lang="en-US" altLang="zh-TW" sz="3200" b="1" dirty="0">
                <a:solidFill>
                  <a:schemeClr val="tx1">
                    <a:lumMod val="85000"/>
                    <a:lumOff val="15000"/>
                  </a:schemeClr>
                </a:solidFill>
                <a:latin typeface="標楷體" panose="03000509000000000000" pitchFamily="65" charset="-120"/>
                <a:ea typeface="標楷體" panose="03000509000000000000" pitchFamily="65" charset="-120"/>
              </a:rPr>
              <a:t>‧</a:t>
            </a:r>
            <a:r>
              <a:rPr lang="zh-TW" altLang="en-US" sz="3200" b="1" dirty="0">
                <a:solidFill>
                  <a:schemeClr val="tx1">
                    <a:lumMod val="85000"/>
                    <a:lumOff val="15000"/>
                  </a:schemeClr>
                </a:solidFill>
                <a:latin typeface="+mj-ea"/>
                <a:ea typeface="+mj-ea"/>
              </a:rPr>
              <a:t>認為人信主受洗需要</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的時間</a:t>
            </a:r>
          </a:p>
          <a:p>
            <a:pPr marL="0" indent="0" fontAlgn="auto">
              <a:spcBef>
                <a:spcPts val="0"/>
              </a:spcBef>
              <a:spcAft>
                <a:spcPts val="600"/>
              </a:spcAft>
              <a:buFont typeface="Arial" panose="020B0604020202020204" pitchFamily="34" charset="0"/>
              <a:buNone/>
              <a:defRPr/>
            </a:pPr>
            <a:r>
              <a:rPr lang="en-US" altLang="zh-TW" sz="3200" b="1" dirty="0">
                <a:solidFill>
                  <a:schemeClr val="tx1">
                    <a:lumMod val="85000"/>
                    <a:lumOff val="15000"/>
                  </a:schemeClr>
                </a:solidFill>
                <a:latin typeface="標楷體" panose="03000509000000000000" pitchFamily="65" charset="-120"/>
                <a:ea typeface="標楷體" panose="03000509000000000000" pitchFamily="65" charset="-120"/>
              </a:rPr>
              <a:t>‧</a:t>
            </a:r>
            <a:r>
              <a:rPr lang="zh-TW" altLang="en-US" sz="3200" b="1" dirty="0">
                <a:solidFill>
                  <a:schemeClr val="tx1">
                    <a:lumMod val="85000"/>
                    <a:lumOff val="15000"/>
                  </a:schemeClr>
                </a:solidFill>
                <a:latin typeface="+mj-ea"/>
                <a:ea typeface="+mj-ea"/>
              </a:rPr>
              <a:t>不需要</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人受洗，</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就好</a:t>
            </a:r>
          </a:p>
          <a:p>
            <a:pPr marL="0" indent="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標楷體" panose="03000509000000000000" pitchFamily="65" charset="-120"/>
                <a:ea typeface="標楷體" panose="03000509000000000000" pitchFamily="65" charset="-120"/>
              </a:rPr>
              <a:t>‧</a:t>
            </a:r>
            <a:r>
              <a:rPr lang="zh-TW" altLang="en-US" sz="3200" b="1" dirty="0">
                <a:solidFill>
                  <a:schemeClr val="tx1">
                    <a:lumMod val="85000"/>
                    <a:lumOff val="15000"/>
                  </a:schemeClr>
                </a:solidFill>
                <a:latin typeface="+mj-ea"/>
                <a:ea typeface="+mj-ea"/>
              </a:rPr>
              <a:t>上帝若要他得救，自然會</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他</a:t>
            </a:r>
          </a:p>
          <a:p>
            <a:pPr marL="0" indent="0" fontAlgn="auto">
              <a:spcBef>
                <a:spcPts val="0"/>
              </a:spcBef>
              <a:spcAft>
                <a:spcPts val="1200"/>
              </a:spcAft>
              <a:buFont typeface="Arial" panose="020B0604020202020204" pitchFamily="34" charset="0"/>
              <a:buNone/>
              <a:defRPr/>
            </a:pPr>
            <a:r>
              <a:rPr lang="en-US" altLang="zh-TW" sz="3200" b="1" dirty="0">
                <a:solidFill>
                  <a:schemeClr val="tx1">
                    <a:lumMod val="85000"/>
                    <a:lumOff val="15000"/>
                  </a:schemeClr>
                </a:solidFill>
                <a:latin typeface="+mj-ea"/>
                <a:ea typeface="+mj-ea"/>
              </a:rPr>
              <a:t>5.</a:t>
            </a:r>
            <a:r>
              <a:rPr lang="zh-TW" altLang="en-US" sz="3200" b="1" dirty="0">
                <a:solidFill>
                  <a:schemeClr val="tx1">
                    <a:lumMod val="85000"/>
                    <a:lumOff val="15000"/>
                  </a:schemeClr>
                </a:solidFill>
                <a:latin typeface="+mj-ea"/>
                <a:ea typeface="+mj-ea"/>
              </a:rPr>
              <a:t>對人的靈魂得救與否沒有</a:t>
            </a:r>
            <a:r>
              <a:rPr lang="zh-TW" altLang="en-US" sz="3200" b="1" u="sng" dirty="0">
                <a:solidFill>
                  <a:schemeClr val="tx1">
                    <a:lumMod val="85000"/>
                    <a:lumOff val="15000"/>
                  </a:schemeClr>
                </a:solidFill>
                <a:latin typeface="+mj-ea"/>
                <a:ea typeface="+mj-ea"/>
              </a:rPr>
              <a:t>　　　　　</a:t>
            </a:r>
            <a:r>
              <a:rPr lang="en-US" altLang="zh-TW" sz="3200" b="1" dirty="0">
                <a:solidFill>
                  <a:schemeClr val="bg1">
                    <a:lumMod val="85000"/>
                  </a:schemeClr>
                </a:solidFill>
                <a:latin typeface="+mj-ea"/>
                <a:ea typeface="+mj-ea"/>
              </a:rPr>
              <a:t>.</a:t>
            </a:r>
          </a:p>
        </p:txBody>
      </p:sp>
      <p:sp>
        <p:nvSpPr>
          <p:cNvPr id="4" name="內容版面配置區 2">
            <a:extLst>
              <a:ext uri="{FF2B5EF4-FFF2-40B4-BE49-F238E27FC236}">
                <a16:creationId xmlns:a16="http://schemas.microsoft.com/office/drawing/2014/main" id="{A8ACEBD9-7390-50E2-0381-38772DF41210}"/>
              </a:ext>
            </a:extLst>
          </p:cNvPr>
          <p:cNvSpPr txBox="1">
            <a:spLocks/>
          </p:cNvSpPr>
          <p:nvPr/>
        </p:nvSpPr>
        <p:spPr>
          <a:xfrm>
            <a:off x="2771775" y="1276350"/>
            <a:ext cx="5761038" cy="3057525"/>
          </a:xfrm>
          <a:prstGeom prst="rect">
            <a:avLst/>
          </a:prstGeom>
        </p:spPr>
        <p:txBody>
          <a:bodyPr/>
          <a:lst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fontAlgn="auto">
              <a:spcBef>
                <a:spcPts val="0"/>
              </a:spcBef>
              <a:spcAft>
                <a:spcPts val="600"/>
              </a:spcAft>
              <a:buFont typeface="Arial" pitchFamily="34" charset="0"/>
              <a:buNone/>
              <a:defRPr/>
            </a:pPr>
            <a:r>
              <a:rPr kumimoji="0" lang="zh-TW" altLang="en-US" sz="3200" b="1" dirty="0">
                <a:solidFill>
                  <a:srgbClr val="A50021"/>
                </a:solidFill>
                <a:latin typeface="+mj-ea"/>
                <a:ea typeface="+mj-ea"/>
              </a:rPr>
              <a:t>　　　　　錯誤的觀念</a:t>
            </a:r>
            <a:endParaRPr kumimoji="0" lang="en-US" altLang="zh-TW" sz="3200" b="1" dirty="0">
              <a:solidFill>
                <a:srgbClr val="A50021"/>
              </a:solidFill>
              <a:latin typeface="+mj-ea"/>
              <a:ea typeface="+mj-ea"/>
            </a:endParaRPr>
          </a:p>
          <a:p>
            <a:pPr marL="0" indent="0" fontAlgn="auto">
              <a:spcBef>
                <a:spcPts val="0"/>
              </a:spcBef>
              <a:spcAft>
                <a:spcPts val="600"/>
              </a:spcAft>
              <a:buFont typeface="Arial" pitchFamily="34" charset="0"/>
              <a:buNone/>
              <a:defRPr/>
            </a:pPr>
            <a:r>
              <a:rPr kumimoji="0" lang="zh-TW" altLang="en-US" sz="3200" b="1" dirty="0">
                <a:solidFill>
                  <a:srgbClr val="A50021"/>
                </a:solidFill>
                <a:latin typeface="+mj-ea"/>
                <a:ea typeface="+mj-ea"/>
              </a:rPr>
              <a:t>　　　　　　很長</a:t>
            </a:r>
          </a:p>
          <a:p>
            <a:pPr marL="0" indent="0" fontAlgn="auto">
              <a:spcBef>
                <a:spcPts val="0"/>
              </a:spcBef>
              <a:spcAft>
                <a:spcPts val="600"/>
              </a:spcAft>
              <a:buFont typeface="Arial" pitchFamily="34" charset="0"/>
              <a:buNone/>
              <a:defRPr/>
            </a:pPr>
            <a:r>
              <a:rPr kumimoji="0" lang="zh-TW" altLang="en-US" sz="3200" b="1" dirty="0">
                <a:solidFill>
                  <a:srgbClr val="A50021"/>
                </a:solidFill>
                <a:latin typeface="+mj-ea"/>
                <a:ea typeface="+mj-ea"/>
              </a:rPr>
              <a:t>勉強　　　　　   順其自然</a:t>
            </a:r>
          </a:p>
          <a:p>
            <a:pPr marL="0" indent="0" fontAlgn="auto">
              <a:spcBef>
                <a:spcPts val="0"/>
              </a:spcBef>
              <a:spcAft>
                <a:spcPts val="2400"/>
              </a:spcAft>
              <a:buFont typeface="Arial" pitchFamily="34" charset="0"/>
              <a:buNone/>
              <a:defRPr/>
            </a:pPr>
            <a:r>
              <a:rPr kumimoji="0" lang="zh-TW" altLang="en-US" sz="3200" b="1" dirty="0">
                <a:solidFill>
                  <a:srgbClr val="A50021"/>
                </a:solidFill>
                <a:latin typeface="+mj-ea"/>
                <a:ea typeface="+mj-ea"/>
              </a:rPr>
              <a:t>　　　　　　　　感動</a:t>
            </a:r>
          </a:p>
          <a:p>
            <a:pPr marL="0" indent="0" fontAlgn="auto">
              <a:spcBef>
                <a:spcPts val="0"/>
              </a:spcBef>
              <a:spcAft>
                <a:spcPts val="1200"/>
              </a:spcAft>
              <a:buFont typeface="Arial" pitchFamily="34" charset="0"/>
              <a:buNone/>
              <a:defRPr/>
            </a:pPr>
            <a:r>
              <a:rPr kumimoji="0" lang="zh-TW" altLang="en-US" sz="3200" b="1" dirty="0">
                <a:solidFill>
                  <a:srgbClr val="A50021"/>
                </a:solidFill>
                <a:latin typeface="+mj-ea"/>
                <a:ea typeface="+mj-ea"/>
              </a:rPr>
              <a:t>　　　　　　　　急迫感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10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10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1000"/>
                                        <p:tgtEl>
                                          <p:spTgt spid="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BF12A1-95D6-AF6C-F023-8F952B495147}"/>
              </a:ext>
            </a:extLst>
          </p:cNvPr>
          <p:cNvSpPr>
            <a:spLocks noGrp="1"/>
          </p:cNvSpPr>
          <p:nvPr>
            <p:ph type="title"/>
          </p:nvPr>
        </p:nvSpPr>
        <p:spPr>
          <a:xfrm>
            <a:off x="762000" y="484188"/>
            <a:ext cx="8058150" cy="719137"/>
          </a:xfrm>
        </p:spPr>
        <p:txBody>
          <a:bodyPr anchor="t">
            <a:noAutofit/>
          </a:bodyPr>
          <a:lstStyle/>
          <a:p>
            <a:r>
              <a:rPr lang="zh-TW" altLang="en-US" sz="3600" b="1">
                <a:solidFill>
                  <a:srgbClr val="000099"/>
                </a:solidFill>
                <a:latin typeface="微軟正黑體" panose="020B0604030504040204" pitchFamily="34" charset="-120"/>
              </a:rPr>
              <a:t>二、如何和</a:t>
            </a:r>
            <a:r>
              <a:rPr lang="en-US" altLang="zh-TW" sz="3600" b="1">
                <a:solidFill>
                  <a:srgbClr val="000099"/>
                </a:solidFill>
                <a:latin typeface="微軟正黑體" panose="020B0604030504040204" pitchFamily="34" charset="-120"/>
              </a:rPr>
              <a:t>BEST</a:t>
            </a:r>
            <a:r>
              <a:rPr lang="zh-TW" altLang="en-US" sz="3600" b="1">
                <a:solidFill>
                  <a:srgbClr val="000099"/>
                </a:solidFill>
                <a:latin typeface="微軟正黑體" panose="020B0604030504040204" pitchFamily="34" charset="-120"/>
              </a:rPr>
              <a:t>說明洗禮的意義？</a:t>
            </a:r>
            <a:endParaRPr lang="zh-TW" altLang="en-US" sz="3600" b="1">
              <a:solidFill>
                <a:srgbClr val="F2F2F2"/>
              </a:solidFill>
              <a:latin typeface="微軟正黑體" panose="020B0604030504040204" pitchFamily="34" charset="-120"/>
            </a:endParaRPr>
          </a:p>
        </p:txBody>
      </p:sp>
      <p:sp>
        <p:nvSpPr>
          <p:cNvPr id="3" name="內容版面配置區 2">
            <a:extLst>
              <a:ext uri="{FF2B5EF4-FFF2-40B4-BE49-F238E27FC236}">
                <a16:creationId xmlns:a16="http://schemas.microsoft.com/office/drawing/2014/main" id="{2A996630-9FBD-756D-FEB5-B4E3466E0727}"/>
              </a:ext>
            </a:extLst>
          </p:cNvPr>
          <p:cNvSpPr>
            <a:spLocks noGrp="1"/>
          </p:cNvSpPr>
          <p:nvPr>
            <p:ph idx="1"/>
          </p:nvPr>
        </p:nvSpPr>
        <p:spPr>
          <a:xfrm>
            <a:off x="762000" y="1276350"/>
            <a:ext cx="8382000" cy="3057525"/>
          </a:xfrm>
        </p:spPr>
        <p:txBody>
          <a:bodyPr rtlCol="0" anchor="t">
            <a:noAutofit/>
          </a:bodyPr>
          <a:lstStyle/>
          <a:p>
            <a:pPr marL="0" indent="0" fontAlgn="auto">
              <a:spcBef>
                <a:spcPts val="0"/>
              </a:spcBef>
              <a:spcAft>
                <a:spcPts val="2400"/>
              </a:spcAft>
              <a:buFont typeface="Arial" panose="020B0604020202020204" pitchFamily="34" charset="0"/>
              <a:buNone/>
              <a:defRPr/>
            </a:pPr>
            <a:r>
              <a:rPr lang="en-US" altLang="zh-TW" sz="3000" b="1" dirty="0">
                <a:solidFill>
                  <a:schemeClr val="tx1">
                    <a:lumMod val="85000"/>
                    <a:lumOff val="15000"/>
                  </a:schemeClr>
                </a:solidFill>
                <a:latin typeface="+mj-ea"/>
                <a:ea typeface="+mj-ea"/>
              </a:rPr>
              <a:t>1.</a:t>
            </a:r>
            <a:r>
              <a:rPr lang="zh-TW" altLang="en-US" sz="3000" b="1" dirty="0">
                <a:solidFill>
                  <a:schemeClr val="tx1">
                    <a:lumMod val="85000"/>
                    <a:lumOff val="15000"/>
                  </a:schemeClr>
                </a:solidFill>
                <a:latin typeface="+mj-ea"/>
                <a:ea typeface="+mj-ea"/>
              </a:rPr>
              <a:t>國籍轉移：從黑暗的國度遷移至</a:t>
            </a:r>
            <a:r>
              <a:rPr lang="zh-TW" altLang="en-US" sz="3000" b="1" u="sng" dirty="0">
                <a:solidFill>
                  <a:schemeClr val="tx1">
                    <a:lumMod val="85000"/>
                    <a:lumOff val="15000"/>
                  </a:schemeClr>
                </a:solidFill>
                <a:latin typeface="+mj-ea"/>
                <a:ea typeface="+mj-ea"/>
              </a:rPr>
              <a:t>　　　　　　</a:t>
            </a:r>
            <a:r>
              <a:rPr lang="en-US" altLang="zh-TW" sz="3000" b="1" dirty="0">
                <a:solidFill>
                  <a:schemeClr val="bg1">
                    <a:lumMod val="95000"/>
                  </a:schemeClr>
                </a:solidFill>
                <a:latin typeface="+mj-ea"/>
                <a:ea typeface="+mj-ea"/>
              </a:rPr>
              <a:t>.</a:t>
            </a:r>
          </a:p>
          <a:p>
            <a:pPr marL="0" indent="0" fontAlgn="auto">
              <a:spcBef>
                <a:spcPts val="0"/>
              </a:spcBef>
              <a:spcAft>
                <a:spcPts val="2400"/>
              </a:spcAft>
              <a:buFont typeface="Arial" panose="020B0604020202020204" pitchFamily="34" charset="0"/>
              <a:buNone/>
              <a:defRPr/>
            </a:pPr>
            <a:r>
              <a:rPr lang="en-US" altLang="zh-TW" sz="3000" b="1" dirty="0">
                <a:solidFill>
                  <a:schemeClr val="tx1">
                    <a:lumMod val="85000"/>
                    <a:lumOff val="15000"/>
                  </a:schemeClr>
                </a:solidFill>
                <a:latin typeface="+mj-ea"/>
                <a:ea typeface="+mj-ea"/>
              </a:rPr>
              <a:t>2.</a:t>
            </a:r>
            <a:r>
              <a:rPr lang="zh-TW" altLang="en-US" sz="3000" b="1" dirty="0">
                <a:solidFill>
                  <a:schemeClr val="tx1">
                    <a:lumMod val="85000"/>
                    <a:lumOff val="15000"/>
                  </a:schemeClr>
                </a:solidFill>
                <a:latin typeface="+mj-ea"/>
                <a:ea typeface="+mj-ea"/>
              </a:rPr>
              <a:t>身分的轉換：從屬靈的孤兒變成</a:t>
            </a:r>
            <a:r>
              <a:rPr lang="zh-TW" altLang="en-US" sz="3000" b="1" u="sng" dirty="0">
                <a:solidFill>
                  <a:schemeClr val="tx1">
                    <a:lumMod val="85000"/>
                    <a:lumOff val="15000"/>
                  </a:schemeClr>
                </a:solidFill>
                <a:latin typeface="+mj-ea"/>
              </a:rPr>
              <a:t>　　　　　　</a:t>
            </a:r>
            <a:r>
              <a:rPr lang="en-US" altLang="zh-TW" sz="3000" b="1" dirty="0">
                <a:solidFill>
                  <a:schemeClr val="bg1">
                    <a:lumMod val="95000"/>
                  </a:schemeClr>
                </a:solidFill>
                <a:latin typeface="+mj-ea"/>
              </a:rPr>
              <a:t>.</a:t>
            </a:r>
          </a:p>
          <a:p>
            <a:pPr marL="0" indent="0" fontAlgn="auto">
              <a:spcBef>
                <a:spcPts val="0"/>
              </a:spcBef>
              <a:spcAft>
                <a:spcPts val="2400"/>
              </a:spcAft>
              <a:buFont typeface="Arial" panose="020B0604020202020204" pitchFamily="34" charset="0"/>
              <a:buNone/>
              <a:defRPr/>
            </a:pPr>
            <a:r>
              <a:rPr lang="en-US" altLang="zh-TW" sz="3000" b="1" dirty="0">
                <a:solidFill>
                  <a:schemeClr val="tx1">
                    <a:lumMod val="85000"/>
                    <a:lumOff val="15000"/>
                  </a:schemeClr>
                </a:solidFill>
                <a:latin typeface="+mj-ea"/>
                <a:ea typeface="+mj-ea"/>
              </a:rPr>
              <a:t>3.</a:t>
            </a:r>
            <a:r>
              <a:rPr lang="zh-TW" altLang="en-US" sz="3000" b="1" dirty="0">
                <a:solidFill>
                  <a:schemeClr val="tx1">
                    <a:lumMod val="85000"/>
                    <a:lumOff val="15000"/>
                  </a:schemeClr>
                </a:solidFill>
                <a:latin typeface="+mj-ea"/>
                <a:ea typeface="+mj-ea"/>
              </a:rPr>
              <a:t>領受祝福：從恐懼憂慮到</a:t>
            </a:r>
            <a:r>
              <a:rPr lang="zh-TW" altLang="en-US" sz="3000" b="1" u="sng" dirty="0">
                <a:solidFill>
                  <a:schemeClr val="tx1">
                    <a:lumMod val="85000"/>
                    <a:lumOff val="15000"/>
                  </a:schemeClr>
                </a:solidFill>
                <a:latin typeface="+mj-ea"/>
              </a:rPr>
              <a:t>　　　　　　</a:t>
            </a:r>
            <a:r>
              <a:rPr lang="en-US" altLang="zh-TW" sz="3000" b="1" dirty="0">
                <a:solidFill>
                  <a:schemeClr val="bg1">
                    <a:lumMod val="95000"/>
                  </a:schemeClr>
                </a:solidFill>
                <a:latin typeface="+mj-ea"/>
              </a:rPr>
              <a:t>.</a:t>
            </a:r>
          </a:p>
          <a:p>
            <a:pPr marL="0" indent="0" fontAlgn="auto">
              <a:spcBef>
                <a:spcPts val="0"/>
              </a:spcBef>
              <a:spcAft>
                <a:spcPts val="2400"/>
              </a:spcAft>
              <a:buFont typeface="Arial" panose="020B0604020202020204" pitchFamily="34" charset="0"/>
              <a:buNone/>
              <a:defRPr/>
            </a:pPr>
            <a:r>
              <a:rPr lang="en-US" altLang="zh-TW" sz="3000" b="1" dirty="0">
                <a:solidFill>
                  <a:schemeClr val="tx1">
                    <a:lumMod val="85000"/>
                    <a:lumOff val="15000"/>
                  </a:schemeClr>
                </a:solidFill>
                <a:latin typeface="+mj-ea"/>
                <a:ea typeface="+mj-ea"/>
              </a:rPr>
              <a:t>4.</a:t>
            </a:r>
            <a:r>
              <a:rPr lang="zh-TW" altLang="en-US" sz="3000" b="1" dirty="0">
                <a:solidFill>
                  <a:schemeClr val="tx1">
                    <a:lumMod val="85000"/>
                    <a:lumOff val="15000"/>
                  </a:schemeClr>
                </a:solidFill>
                <a:latin typeface="+mj-ea"/>
                <a:ea typeface="+mj-ea"/>
              </a:rPr>
              <a:t>公開的宣告、</a:t>
            </a:r>
            <a:r>
              <a:rPr lang="zh-TW" altLang="en-US" sz="3000" b="1" u="sng" dirty="0">
                <a:solidFill>
                  <a:schemeClr val="tx1">
                    <a:lumMod val="85000"/>
                    <a:lumOff val="15000"/>
                  </a:schemeClr>
                </a:solidFill>
                <a:latin typeface="+mj-ea"/>
                <a:ea typeface="+mj-ea"/>
              </a:rPr>
              <a:t>　　　　　</a:t>
            </a:r>
            <a:r>
              <a:rPr lang="zh-TW" altLang="en-US" sz="3000" b="1" dirty="0">
                <a:solidFill>
                  <a:schemeClr val="tx1">
                    <a:lumMod val="85000"/>
                    <a:lumOff val="15000"/>
                  </a:schemeClr>
                </a:solidFill>
                <a:latin typeface="+mj-ea"/>
                <a:ea typeface="+mj-ea"/>
              </a:rPr>
              <a:t>的表達</a:t>
            </a:r>
            <a:endParaRPr lang="en-US" altLang="zh-TW" sz="3000" b="1" dirty="0">
              <a:solidFill>
                <a:schemeClr val="bg1">
                  <a:lumMod val="85000"/>
                </a:schemeClr>
              </a:solidFill>
              <a:latin typeface="+mj-ea"/>
              <a:ea typeface="+mj-ea"/>
            </a:endParaRPr>
          </a:p>
        </p:txBody>
      </p:sp>
      <p:sp>
        <p:nvSpPr>
          <p:cNvPr id="4" name="內容版面配置區 2">
            <a:extLst>
              <a:ext uri="{FF2B5EF4-FFF2-40B4-BE49-F238E27FC236}">
                <a16:creationId xmlns:a16="http://schemas.microsoft.com/office/drawing/2014/main" id="{0FD9F95F-1529-BE95-3866-B1DBC73279B2}"/>
              </a:ext>
            </a:extLst>
          </p:cNvPr>
          <p:cNvSpPr txBox="1">
            <a:spLocks/>
          </p:cNvSpPr>
          <p:nvPr/>
        </p:nvSpPr>
        <p:spPr>
          <a:xfrm>
            <a:off x="3492500" y="1276350"/>
            <a:ext cx="5651500" cy="3057525"/>
          </a:xfrm>
          <a:prstGeom prst="rect">
            <a:avLst/>
          </a:prstGeom>
        </p:spPr>
        <p:txBody>
          <a:bodyPr/>
          <a:lst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fontAlgn="auto">
              <a:spcBef>
                <a:spcPts val="0"/>
              </a:spcBef>
              <a:spcAft>
                <a:spcPts val="2400"/>
              </a:spcAft>
              <a:buFont typeface="Arial" pitchFamily="34" charset="0"/>
              <a:buNone/>
              <a:defRPr/>
            </a:pPr>
            <a:r>
              <a:rPr kumimoji="0" lang="zh-TW" altLang="en-US" sz="3000" b="1" dirty="0">
                <a:solidFill>
                  <a:srgbClr val="A50021"/>
                </a:solidFill>
                <a:latin typeface="+mj-ea"/>
                <a:ea typeface="+mj-ea"/>
              </a:rPr>
              <a:t>　　　　　　　　上帝的國度</a:t>
            </a:r>
            <a:endParaRPr kumimoji="0" lang="en-US" altLang="zh-TW" sz="3000" b="1" dirty="0">
              <a:solidFill>
                <a:srgbClr val="A50021"/>
              </a:solidFill>
              <a:latin typeface="+mj-ea"/>
              <a:ea typeface="+mj-ea"/>
            </a:endParaRPr>
          </a:p>
          <a:p>
            <a:pPr marL="0" indent="0" fontAlgn="auto">
              <a:spcBef>
                <a:spcPts val="0"/>
              </a:spcBef>
              <a:spcAft>
                <a:spcPts val="2400"/>
              </a:spcAft>
              <a:buFont typeface="Arial" pitchFamily="34" charset="0"/>
              <a:buNone/>
              <a:defRPr/>
            </a:pPr>
            <a:r>
              <a:rPr kumimoji="0" lang="zh-TW" altLang="en-US" sz="3000" b="1" dirty="0">
                <a:solidFill>
                  <a:srgbClr val="A50021"/>
                </a:solidFill>
                <a:latin typeface="+mj-ea"/>
                <a:ea typeface="+mj-ea"/>
              </a:rPr>
              <a:t>　　　　　　　　上帝的兒女</a:t>
            </a:r>
            <a:endParaRPr kumimoji="0" lang="en-US" altLang="zh-TW" sz="3000" b="1" dirty="0">
              <a:solidFill>
                <a:srgbClr val="A50021"/>
              </a:solidFill>
              <a:latin typeface="+mj-ea"/>
              <a:ea typeface="+mj-ea"/>
            </a:endParaRPr>
          </a:p>
          <a:p>
            <a:pPr marL="0" indent="0" fontAlgn="auto">
              <a:spcBef>
                <a:spcPts val="0"/>
              </a:spcBef>
              <a:spcAft>
                <a:spcPts val="2400"/>
              </a:spcAft>
              <a:buFont typeface="Arial" pitchFamily="34" charset="0"/>
              <a:buNone/>
              <a:defRPr/>
            </a:pPr>
            <a:r>
              <a:rPr kumimoji="0" lang="zh-TW" altLang="en-US" sz="3000" b="1" dirty="0">
                <a:solidFill>
                  <a:srgbClr val="A50021"/>
                </a:solidFill>
                <a:latin typeface="+mj-ea"/>
                <a:ea typeface="+mj-ea"/>
              </a:rPr>
              <a:t>　　　　　　喜樂豐盛</a:t>
            </a:r>
            <a:endParaRPr kumimoji="0" lang="en-US" altLang="zh-TW" sz="3000" b="1" dirty="0">
              <a:solidFill>
                <a:srgbClr val="A50021"/>
              </a:solidFill>
              <a:latin typeface="+mj-ea"/>
              <a:ea typeface="+mj-ea"/>
            </a:endParaRPr>
          </a:p>
          <a:p>
            <a:pPr marL="0" indent="0" fontAlgn="auto">
              <a:spcBef>
                <a:spcPts val="0"/>
              </a:spcBef>
              <a:spcAft>
                <a:spcPts val="2400"/>
              </a:spcAft>
              <a:buFont typeface="Arial" pitchFamily="34" charset="0"/>
              <a:buNone/>
              <a:defRPr/>
            </a:pPr>
            <a:r>
              <a:rPr kumimoji="0" lang="zh-TW" altLang="en-US" sz="3000" b="1" dirty="0">
                <a:solidFill>
                  <a:srgbClr val="A50021"/>
                </a:solidFill>
                <a:latin typeface="+mj-ea"/>
                <a:ea typeface="+mj-ea"/>
              </a:rPr>
              <a:t>　信心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1000"/>
                                        <p:tgtEl>
                                          <p:spTgt spid="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1000"/>
                                        <p:tgtEl>
                                          <p:spTgt spid="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C6CACC-6683-EBB2-0085-2C0BCE1D8063}"/>
              </a:ext>
            </a:extLst>
          </p:cNvPr>
          <p:cNvSpPr>
            <a:spLocks noGrp="1"/>
          </p:cNvSpPr>
          <p:nvPr>
            <p:ph type="title"/>
          </p:nvPr>
        </p:nvSpPr>
        <p:spPr>
          <a:xfrm>
            <a:off x="762000" y="484188"/>
            <a:ext cx="8058150" cy="719137"/>
          </a:xfrm>
        </p:spPr>
        <p:txBody>
          <a:bodyPr rtlCol="0" anchor="t">
            <a:noAutofit/>
          </a:bodyPr>
          <a:lstStyle/>
          <a:p>
            <a:pPr fontAlgn="auto">
              <a:spcAft>
                <a:spcPts val="0"/>
              </a:spcAft>
              <a:defRPr/>
            </a:pPr>
            <a:r>
              <a:rPr lang="zh-TW" altLang="en-US" sz="3600" b="1" dirty="0">
                <a:solidFill>
                  <a:srgbClr val="000099"/>
                </a:solidFill>
                <a:latin typeface="+mj-ea"/>
              </a:rPr>
              <a:t>三、引導</a:t>
            </a:r>
            <a:r>
              <a:rPr lang="en-US" altLang="zh-TW" sz="3600" b="1" dirty="0">
                <a:solidFill>
                  <a:srgbClr val="000099"/>
                </a:solidFill>
                <a:latin typeface="+mj-ea"/>
              </a:rPr>
              <a:t>BEST</a:t>
            </a:r>
            <a:r>
              <a:rPr lang="zh-TW" altLang="en-US" sz="3600" b="1" dirty="0">
                <a:solidFill>
                  <a:srgbClr val="000099"/>
                </a:solidFill>
                <a:latin typeface="+mj-ea"/>
              </a:rPr>
              <a:t>受洗的技巧</a:t>
            </a:r>
            <a:endParaRPr lang="zh-TW" altLang="en-US" sz="3600" b="1" dirty="0">
              <a:solidFill>
                <a:schemeClr val="bg1">
                  <a:lumMod val="95000"/>
                </a:schemeClr>
              </a:solidFill>
              <a:latin typeface="+mj-ea"/>
            </a:endParaRPr>
          </a:p>
        </p:txBody>
      </p:sp>
      <p:sp>
        <p:nvSpPr>
          <p:cNvPr id="3" name="內容版面配置區 2">
            <a:extLst>
              <a:ext uri="{FF2B5EF4-FFF2-40B4-BE49-F238E27FC236}">
                <a16:creationId xmlns:a16="http://schemas.microsoft.com/office/drawing/2014/main" id="{23AFF43B-3C56-6A50-418C-A2481E276C5C}"/>
              </a:ext>
            </a:extLst>
          </p:cNvPr>
          <p:cNvSpPr>
            <a:spLocks noGrp="1"/>
          </p:cNvSpPr>
          <p:nvPr>
            <p:ph idx="1"/>
          </p:nvPr>
        </p:nvSpPr>
        <p:spPr>
          <a:xfrm>
            <a:off x="762000" y="1276350"/>
            <a:ext cx="7986713" cy="3057525"/>
          </a:xfrm>
        </p:spPr>
        <p:txBody>
          <a:bodyPr rtlCol="0" anchor="t">
            <a:noAutofit/>
          </a:bodyPr>
          <a:lstStyle/>
          <a:p>
            <a:pPr marL="360000" indent="-36000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1.</a:t>
            </a:r>
            <a:r>
              <a:rPr lang="zh-TW" altLang="en-US" sz="3200" b="1" dirty="0">
                <a:solidFill>
                  <a:schemeClr val="tx1">
                    <a:lumMod val="85000"/>
                    <a:lumOff val="15000"/>
                  </a:schemeClr>
                </a:solidFill>
                <a:latin typeface="+mj-ea"/>
                <a:ea typeface="+mj-ea"/>
              </a:rPr>
              <a:t>迫切為</a:t>
            </a:r>
            <a:r>
              <a:rPr lang="en-US" altLang="zh-TW" sz="3200" b="1" dirty="0">
                <a:solidFill>
                  <a:schemeClr val="tx1">
                    <a:lumMod val="85000"/>
                    <a:lumOff val="15000"/>
                  </a:schemeClr>
                </a:solidFill>
                <a:latin typeface="+mj-ea"/>
                <a:ea typeface="+mj-ea"/>
              </a:rPr>
              <a:t>BEST</a:t>
            </a:r>
            <a:r>
              <a:rPr lang="zh-TW" altLang="en-US" sz="3200" b="1" u="sng" dirty="0">
                <a:solidFill>
                  <a:schemeClr val="tx1">
                    <a:lumMod val="85000"/>
                    <a:lumOff val="15000"/>
                  </a:schemeClr>
                </a:solidFill>
                <a:latin typeface="+mj-ea"/>
                <a:ea typeface="+mj-ea"/>
              </a:rPr>
              <a:t>　　　　</a:t>
            </a:r>
            <a:r>
              <a:rPr lang="en-US" altLang="zh-TW" sz="3200" b="1" dirty="0">
                <a:solidFill>
                  <a:schemeClr val="bg1">
                    <a:lumMod val="95000"/>
                  </a:schemeClr>
                </a:solidFill>
                <a:latin typeface="+mj-ea"/>
                <a:ea typeface="+mj-ea"/>
              </a:rPr>
              <a:t>.</a:t>
            </a:r>
            <a:endParaRPr lang="en-US" altLang="zh-TW" sz="3200" b="1" dirty="0">
              <a:solidFill>
                <a:schemeClr val="tx1">
                  <a:lumMod val="85000"/>
                  <a:lumOff val="15000"/>
                </a:schemeClr>
              </a:solidFill>
              <a:latin typeface="+mj-ea"/>
              <a:ea typeface="+mj-ea"/>
            </a:endParaRPr>
          </a:p>
          <a:p>
            <a:pPr marL="360000" indent="-36000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2.</a:t>
            </a:r>
            <a:r>
              <a:rPr lang="zh-TW" altLang="en-US" sz="3200" b="1" dirty="0">
                <a:solidFill>
                  <a:schemeClr val="tx1">
                    <a:lumMod val="85000"/>
                    <a:lumOff val="15000"/>
                  </a:schemeClr>
                </a:solidFill>
                <a:latin typeface="+mj-ea"/>
                <a:ea typeface="+mj-ea"/>
              </a:rPr>
              <a:t>選擇恰當的談話時機和地點</a:t>
            </a:r>
          </a:p>
          <a:p>
            <a:pPr marL="360000" indent="-360000" fontAlgn="auto">
              <a:spcBef>
                <a:spcPts val="0"/>
              </a:spcBef>
              <a:spcAft>
                <a:spcPts val="2400"/>
              </a:spcAft>
              <a:buFont typeface="Arial" panose="020B0604020202020204" pitchFamily="34" charset="0"/>
              <a:buNone/>
              <a:defRPr/>
            </a:pPr>
            <a:r>
              <a:rPr lang="en-US" altLang="zh-TW" sz="3200" b="1" dirty="0">
                <a:solidFill>
                  <a:schemeClr val="tx1">
                    <a:lumMod val="85000"/>
                    <a:lumOff val="15000"/>
                  </a:schemeClr>
                </a:solidFill>
                <a:latin typeface="+mj-ea"/>
                <a:ea typeface="+mj-ea"/>
              </a:rPr>
              <a:t>3.</a:t>
            </a:r>
            <a:r>
              <a:rPr lang="zh-TW" altLang="en-US" sz="3200" b="1" u="sng" dirty="0">
                <a:solidFill>
                  <a:schemeClr val="tx1">
                    <a:lumMod val="85000"/>
                    <a:lumOff val="15000"/>
                  </a:schemeClr>
                </a:solidFill>
                <a:latin typeface="+mj-ea"/>
                <a:ea typeface="+mj-ea"/>
              </a:rPr>
              <a:t>　　　　</a:t>
            </a:r>
            <a:r>
              <a:rPr lang="zh-TW" altLang="en-US" sz="3200" b="1" dirty="0">
                <a:solidFill>
                  <a:schemeClr val="tx1">
                    <a:lumMod val="85000"/>
                    <a:lumOff val="15000"/>
                  </a:schemeClr>
                </a:solidFill>
                <a:latin typeface="+mj-ea"/>
                <a:ea typeface="+mj-ea"/>
              </a:rPr>
              <a:t>的態度－讓</a:t>
            </a:r>
            <a:r>
              <a:rPr lang="en-US" altLang="zh-TW" sz="3200" b="1" dirty="0">
                <a:solidFill>
                  <a:schemeClr val="tx1">
                    <a:lumMod val="85000"/>
                    <a:lumOff val="15000"/>
                  </a:schemeClr>
                </a:solidFill>
                <a:latin typeface="+mj-ea"/>
                <a:ea typeface="+mj-ea"/>
              </a:rPr>
              <a:t>BEST</a:t>
            </a:r>
            <a:r>
              <a:rPr lang="zh-TW" altLang="en-US" sz="3200" b="1" dirty="0">
                <a:solidFill>
                  <a:schemeClr val="tx1">
                    <a:lumMod val="85000"/>
                    <a:lumOff val="15000"/>
                  </a:schemeClr>
                </a:solidFill>
                <a:latin typeface="+mj-ea"/>
                <a:ea typeface="+mj-ea"/>
              </a:rPr>
              <a:t>感受到是為他能得著福音的好處</a:t>
            </a:r>
          </a:p>
        </p:txBody>
      </p:sp>
      <p:sp>
        <p:nvSpPr>
          <p:cNvPr id="4" name="內容版面配置區 2">
            <a:extLst>
              <a:ext uri="{FF2B5EF4-FFF2-40B4-BE49-F238E27FC236}">
                <a16:creationId xmlns:a16="http://schemas.microsoft.com/office/drawing/2014/main" id="{2D37434D-1343-E57A-CC50-F6F494D25BCD}"/>
              </a:ext>
            </a:extLst>
          </p:cNvPr>
          <p:cNvSpPr txBox="1">
            <a:spLocks/>
          </p:cNvSpPr>
          <p:nvPr/>
        </p:nvSpPr>
        <p:spPr>
          <a:xfrm>
            <a:off x="1331913" y="1276350"/>
            <a:ext cx="4679950" cy="3057525"/>
          </a:xfrm>
          <a:prstGeom prst="rect">
            <a:avLst/>
          </a:prstGeom>
        </p:spPr>
        <p:txBody>
          <a:bodyPr/>
          <a:lstStyle>
            <a:lvl1pPr>
              <a:defRPr>
                <a:solidFill>
                  <a:schemeClr val="tx1"/>
                </a:solidFill>
                <a:latin typeface="Times New Roman" panose="02020603050405020304" pitchFamily="18" charset="0"/>
                <a:ea typeface="新細明體" panose="02020500000000000000" pitchFamily="18" charset="-120"/>
              </a:defRPr>
            </a:lvl1pPr>
            <a:lvl2pPr marL="742950" indent="-285750">
              <a:defRPr>
                <a:solidFill>
                  <a:schemeClr val="tx1"/>
                </a:solidFill>
                <a:latin typeface="Times New Roman" panose="02020603050405020304" pitchFamily="18" charset="0"/>
                <a:ea typeface="新細明體" panose="02020500000000000000" pitchFamily="18" charset="-120"/>
              </a:defRPr>
            </a:lvl2pPr>
            <a:lvl3pPr marL="1143000" indent="-228600">
              <a:defRPr>
                <a:solidFill>
                  <a:schemeClr val="tx1"/>
                </a:solidFill>
                <a:latin typeface="Times New Roman" panose="02020603050405020304" pitchFamily="18" charset="0"/>
                <a:ea typeface="新細明體" panose="02020500000000000000" pitchFamily="18" charset="-120"/>
              </a:defRPr>
            </a:lvl3pPr>
            <a:lvl4pPr marL="1600200" indent="-228600">
              <a:defRPr>
                <a:solidFill>
                  <a:schemeClr val="tx1"/>
                </a:solidFill>
                <a:latin typeface="Times New Roman" panose="02020603050405020304" pitchFamily="18" charset="0"/>
                <a:ea typeface="新細明體" panose="02020500000000000000" pitchFamily="18" charset="-120"/>
              </a:defRPr>
            </a:lvl4pPr>
            <a:lvl5pPr marL="2057400" indent="-228600">
              <a:defRPr>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a:solidFill>
                  <a:schemeClr val="tx1"/>
                </a:solidFill>
                <a:latin typeface="Times New Roman" panose="02020603050405020304" pitchFamily="18" charset="0"/>
                <a:ea typeface="新細明體" panose="02020500000000000000" pitchFamily="18" charset="-120"/>
              </a:defRPr>
            </a:lvl9pPr>
          </a:lstStyle>
          <a:p>
            <a:pPr>
              <a:spcAft>
                <a:spcPts val="2400"/>
              </a:spcAft>
              <a:buClr>
                <a:schemeClr val="accent1"/>
              </a:buClr>
              <a:buFont typeface="Arial" panose="020B0604020202020204" pitchFamily="34" charset="0"/>
              <a:buNone/>
            </a:pPr>
            <a:r>
              <a:rPr kumimoji="0" lang="zh-TW" altLang="en-US" sz="3200" b="1">
                <a:solidFill>
                  <a:srgbClr val="A50021"/>
                </a:solidFill>
                <a:latin typeface="微軟正黑體" panose="020B0604030504040204" pitchFamily="34" charset="-120"/>
                <a:ea typeface="微軟正黑體" panose="020B0604030504040204" pitchFamily="34" charset="-120"/>
              </a:rPr>
              <a:t>　　　　　　禱告</a:t>
            </a:r>
            <a:endParaRPr kumimoji="0" lang="en-US" altLang="zh-TW" sz="3200" b="1">
              <a:solidFill>
                <a:srgbClr val="A50021"/>
              </a:solidFill>
              <a:latin typeface="微軟正黑體" panose="020B0604030504040204" pitchFamily="34" charset="-120"/>
              <a:ea typeface="微軟正黑體" panose="020B0604030504040204" pitchFamily="34" charset="-120"/>
            </a:endParaRPr>
          </a:p>
          <a:p>
            <a:pPr>
              <a:spcAft>
                <a:spcPts val="2400"/>
              </a:spcAft>
              <a:buClr>
                <a:schemeClr val="accent1"/>
              </a:buClr>
              <a:buFont typeface="Arial" panose="020B0604020202020204" pitchFamily="34" charset="0"/>
              <a:buNone/>
            </a:pPr>
            <a:endParaRPr kumimoji="0" lang="en-US" altLang="zh-TW" sz="3200" b="1">
              <a:solidFill>
                <a:srgbClr val="A50021"/>
              </a:solidFill>
              <a:latin typeface="微軟正黑體" panose="020B0604030504040204" pitchFamily="34" charset="-120"/>
              <a:ea typeface="微軟正黑體" panose="020B0604030504040204" pitchFamily="34" charset="-120"/>
            </a:endParaRPr>
          </a:p>
          <a:p>
            <a:pPr>
              <a:spcAft>
                <a:spcPts val="2400"/>
              </a:spcAft>
              <a:buClr>
                <a:schemeClr val="accent1"/>
              </a:buClr>
              <a:buFont typeface="Arial" panose="020B0604020202020204" pitchFamily="34" charset="0"/>
              <a:buNone/>
            </a:pPr>
            <a:r>
              <a:rPr kumimoji="0" lang="zh-TW" altLang="en-US" sz="3200" b="1">
                <a:solidFill>
                  <a:srgbClr val="A50021"/>
                </a:solidFill>
                <a:latin typeface="微軟正黑體" panose="020B0604030504040204" pitchFamily="34" charset="-120"/>
                <a:ea typeface="微軟正黑體" panose="020B0604030504040204" pitchFamily="34" charset="-120"/>
              </a:rPr>
              <a:t> 合宜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10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814D58-1CEB-B3E6-50AC-B9230FE56D3B}"/>
              </a:ext>
            </a:extLst>
          </p:cNvPr>
          <p:cNvSpPr>
            <a:spLocks noGrp="1"/>
          </p:cNvSpPr>
          <p:nvPr>
            <p:ph type="title"/>
          </p:nvPr>
        </p:nvSpPr>
        <p:spPr>
          <a:xfrm>
            <a:off x="762000" y="484188"/>
            <a:ext cx="8058150" cy="719137"/>
          </a:xfrm>
        </p:spPr>
        <p:txBody>
          <a:bodyPr rtlCol="0" anchor="t">
            <a:noAutofit/>
          </a:bodyPr>
          <a:lstStyle/>
          <a:p>
            <a:pPr fontAlgn="auto">
              <a:spcAft>
                <a:spcPts val="0"/>
              </a:spcAft>
              <a:defRPr/>
            </a:pPr>
            <a:endParaRPr lang="zh-TW" altLang="en-US" sz="3600" b="1" dirty="0">
              <a:solidFill>
                <a:schemeClr val="bg1">
                  <a:lumMod val="95000"/>
                </a:schemeClr>
              </a:solidFill>
              <a:latin typeface="+mj-ea"/>
            </a:endParaRPr>
          </a:p>
        </p:txBody>
      </p:sp>
      <p:sp>
        <p:nvSpPr>
          <p:cNvPr id="3" name="內容版面配置區 2">
            <a:extLst>
              <a:ext uri="{FF2B5EF4-FFF2-40B4-BE49-F238E27FC236}">
                <a16:creationId xmlns:a16="http://schemas.microsoft.com/office/drawing/2014/main" id="{1C2F50B4-B789-D94F-7B11-AACA357F0AFD}"/>
              </a:ext>
            </a:extLst>
          </p:cNvPr>
          <p:cNvSpPr>
            <a:spLocks noGrp="1"/>
          </p:cNvSpPr>
          <p:nvPr>
            <p:ph idx="1"/>
          </p:nvPr>
        </p:nvSpPr>
        <p:spPr>
          <a:xfrm>
            <a:off x="762000" y="771525"/>
            <a:ext cx="8382000" cy="3562350"/>
          </a:xfrm>
        </p:spPr>
        <p:txBody>
          <a:bodyPr anchor="t">
            <a:noAutofit/>
          </a:bodyPr>
          <a:lstStyle/>
          <a:p>
            <a:pPr marL="0" indent="0">
              <a:spcBef>
                <a:spcPct val="0"/>
              </a:spcBef>
              <a:buFont typeface="Arial" panose="020B0604020202020204" pitchFamily="34" charset="0"/>
              <a:buNone/>
            </a:pPr>
            <a:r>
              <a:rPr lang="en-US" altLang="zh-TW" sz="3200" b="1">
                <a:solidFill>
                  <a:srgbClr val="262626"/>
                </a:solidFill>
                <a:latin typeface="微軟正黑體" panose="020B0604030504040204" pitchFamily="34" charset="-120"/>
                <a:ea typeface="微軟正黑體" panose="020B0604030504040204" pitchFamily="34" charset="-120"/>
              </a:rPr>
              <a:t>4.</a:t>
            </a:r>
            <a:r>
              <a:rPr lang="zh-TW" altLang="en-US" sz="3200" b="1">
                <a:solidFill>
                  <a:srgbClr val="262626"/>
                </a:solidFill>
                <a:latin typeface="微軟正黑體" panose="020B0604030504040204" pitchFamily="34" charset="-120"/>
                <a:ea typeface="微軟正黑體" panose="020B0604030504040204" pitchFamily="34" charset="-120"/>
              </a:rPr>
              <a:t>創造切入點</a:t>
            </a:r>
          </a:p>
          <a:p>
            <a:pPr marL="0" indent="0">
              <a:spcBef>
                <a:spcPct val="0"/>
              </a:spcBef>
              <a:buFont typeface="Arial" panose="020B0604020202020204" pitchFamily="34" charset="0"/>
              <a:buNone/>
            </a:pPr>
            <a:r>
              <a:rPr lang="en-US" altLang="zh-TW" sz="3200" b="1">
                <a:solidFill>
                  <a:srgbClr val="262626"/>
                </a:solidFill>
                <a:latin typeface="標楷體" pitchFamily="65" charset="-120"/>
                <a:ea typeface="標楷體" pitchFamily="65" charset="-120"/>
              </a:rPr>
              <a:t>‧</a:t>
            </a:r>
            <a:r>
              <a:rPr lang="zh-TW" altLang="en-US" sz="3200" b="1" u="sng">
                <a:solidFill>
                  <a:srgbClr val="262626"/>
                </a:solidFill>
                <a:latin typeface="標楷體" pitchFamily="65" charset="-120"/>
                <a:ea typeface="標楷體" pitchFamily="65" charset="-120"/>
              </a:rPr>
              <a:t>　　　</a:t>
            </a:r>
            <a:r>
              <a:rPr lang="zh-TW" altLang="en-US" sz="3200" b="1">
                <a:solidFill>
                  <a:srgbClr val="262626"/>
                </a:solidFill>
                <a:latin typeface="微軟正黑體" panose="020B0604030504040204" pitchFamily="34" charset="-120"/>
                <a:ea typeface="微軟正黑體" panose="020B0604030504040204" pitchFamily="34" charset="-120"/>
              </a:rPr>
              <a:t>引導話題</a:t>
            </a:r>
          </a:p>
          <a:p>
            <a:pPr marL="0" indent="0">
              <a:spcBef>
                <a:spcPct val="0"/>
              </a:spcBef>
              <a:buFont typeface="Arial" panose="020B0604020202020204" pitchFamily="34" charset="0"/>
              <a:buNone/>
            </a:pPr>
            <a:r>
              <a:rPr lang="en-US" altLang="zh-TW" sz="3200" b="1">
                <a:solidFill>
                  <a:srgbClr val="262626"/>
                </a:solidFill>
                <a:latin typeface="標楷體" pitchFamily="65" charset="-120"/>
                <a:ea typeface="標楷體" pitchFamily="65" charset="-120"/>
              </a:rPr>
              <a:t>‧</a:t>
            </a:r>
            <a:r>
              <a:rPr lang="zh-TW" altLang="en-US" sz="3200" b="1">
                <a:solidFill>
                  <a:srgbClr val="262626"/>
                </a:solidFill>
                <a:latin typeface="微軟正黑體" panose="020B0604030504040204" pitchFamily="34" charset="-120"/>
                <a:ea typeface="微軟正黑體" panose="020B0604030504040204" pitchFamily="34" charset="-120"/>
              </a:rPr>
              <a:t>找到</a:t>
            </a:r>
            <a:r>
              <a:rPr lang="en-US" altLang="zh-TW" sz="3200" b="1">
                <a:solidFill>
                  <a:srgbClr val="262626"/>
                </a:solidFill>
                <a:latin typeface="微軟正黑體" panose="020B0604030504040204" pitchFamily="34" charset="-120"/>
                <a:ea typeface="微軟正黑體" panose="020B0604030504040204" pitchFamily="34" charset="-120"/>
              </a:rPr>
              <a:t>BEST</a:t>
            </a:r>
            <a:r>
              <a:rPr lang="zh-TW" altLang="en-US" sz="3200" b="1">
                <a:solidFill>
                  <a:srgbClr val="262626"/>
                </a:solidFill>
                <a:latin typeface="微軟正黑體" panose="020B0604030504040204" pitchFamily="34" charset="-120"/>
                <a:ea typeface="微軟正黑體" panose="020B0604030504040204" pitchFamily="34" charset="-120"/>
              </a:rPr>
              <a:t>的生命問題</a:t>
            </a:r>
          </a:p>
          <a:p>
            <a:pPr marL="0" indent="0">
              <a:spcBef>
                <a:spcPct val="0"/>
              </a:spcBef>
              <a:buFont typeface="Arial" panose="020B0604020202020204" pitchFamily="34" charset="0"/>
              <a:buNone/>
            </a:pPr>
            <a:r>
              <a:rPr lang="en-US" altLang="zh-TW" sz="3200" b="1">
                <a:solidFill>
                  <a:srgbClr val="262626"/>
                </a:solidFill>
                <a:latin typeface="標楷體" pitchFamily="65" charset="-120"/>
                <a:ea typeface="標楷體" pitchFamily="65" charset="-120"/>
              </a:rPr>
              <a:t>‧</a:t>
            </a:r>
            <a:r>
              <a:rPr lang="zh-TW" altLang="en-US" sz="3200" b="1">
                <a:solidFill>
                  <a:srgbClr val="262626"/>
                </a:solidFill>
                <a:latin typeface="微軟正黑體" panose="020B0604030504040204" pitchFamily="34" charset="-120"/>
                <a:ea typeface="微軟正黑體" panose="020B0604030504040204" pitchFamily="34" charset="-120"/>
              </a:rPr>
              <a:t>提出受洗的</a:t>
            </a:r>
            <a:r>
              <a:rPr lang="zh-TW" altLang="en-US" sz="3200" b="1" u="sng">
                <a:solidFill>
                  <a:srgbClr val="262626"/>
                </a:solidFill>
                <a:latin typeface="微軟正黑體" panose="020B0604030504040204" pitchFamily="34" charset="-120"/>
                <a:ea typeface="微軟正黑體" panose="020B0604030504040204" pitchFamily="34" charset="-120"/>
              </a:rPr>
              <a:t>　　　　</a:t>
            </a:r>
            <a:r>
              <a:rPr lang="en-US" altLang="zh-TW" sz="3200" b="1">
                <a:solidFill>
                  <a:srgbClr val="F2F2F2"/>
                </a:solidFill>
                <a:latin typeface="微軟正黑體" panose="020B0604030504040204" pitchFamily="34" charset="-120"/>
                <a:ea typeface="微軟正黑體" panose="020B0604030504040204" pitchFamily="34" charset="-120"/>
              </a:rPr>
              <a:t>.</a:t>
            </a:r>
          </a:p>
          <a:p>
            <a:pPr marL="0" indent="0">
              <a:spcBef>
                <a:spcPct val="0"/>
              </a:spcBef>
              <a:buFont typeface="Arial" panose="020B0604020202020204" pitchFamily="34" charset="0"/>
              <a:buNone/>
            </a:pPr>
            <a:r>
              <a:rPr lang="en-US" altLang="zh-TW" sz="3200" b="1">
                <a:solidFill>
                  <a:srgbClr val="262626"/>
                </a:solidFill>
                <a:latin typeface="標楷體" pitchFamily="65" charset="-120"/>
                <a:ea typeface="標楷體" pitchFamily="65" charset="-120"/>
              </a:rPr>
              <a:t>‧</a:t>
            </a:r>
            <a:r>
              <a:rPr lang="zh-TW" altLang="en-US" sz="3200" b="1">
                <a:solidFill>
                  <a:srgbClr val="262626"/>
                </a:solidFill>
                <a:latin typeface="微軟正黑體" panose="020B0604030504040204" pitchFamily="34" charset="-120"/>
                <a:ea typeface="微軟正黑體" panose="020B0604030504040204" pitchFamily="34" charset="-120"/>
              </a:rPr>
              <a:t>說明受洗的意義和好處</a:t>
            </a:r>
          </a:p>
          <a:p>
            <a:pPr marL="0" indent="0">
              <a:spcBef>
                <a:spcPct val="0"/>
              </a:spcBef>
              <a:spcAft>
                <a:spcPts val="1800"/>
              </a:spcAft>
              <a:buFont typeface="Arial" panose="020B0604020202020204" pitchFamily="34" charset="0"/>
              <a:buNone/>
            </a:pPr>
            <a:r>
              <a:rPr lang="en-US" altLang="zh-TW" sz="3200" b="1">
                <a:solidFill>
                  <a:srgbClr val="262626"/>
                </a:solidFill>
                <a:latin typeface="標楷體" pitchFamily="65" charset="-120"/>
                <a:ea typeface="標楷體" pitchFamily="65" charset="-120"/>
              </a:rPr>
              <a:t>‧</a:t>
            </a:r>
            <a:r>
              <a:rPr lang="zh-TW" altLang="en-US" sz="3200" b="1">
                <a:solidFill>
                  <a:srgbClr val="262626"/>
                </a:solidFill>
                <a:latin typeface="微軟正黑體" panose="020B0604030504040204" pitchFamily="34" charset="-120"/>
                <a:ea typeface="微軟正黑體" panose="020B0604030504040204" pitchFamily="34" charset="-120"/>
              </a:rPr>
              <a:t>適時回應</a:t>
            </a:r>
            <a:r>
              <a:rPr lang="en-US" altLang="zh-TW" sz="3200" b="1">
                <a:solidFill>
                  <a:srgbClr val="262626"/>
                </a:solidFill>
                <a:latin typeface="微軟正黑體" panose="020B0604030504040204" pitchFamily="34" charset="-120"/>
                <a:ea typeface="微軟正黑體" panose="020B0604030504040204" pitchFamily="34" charset="-120"/>
              </a:rPr>
              <a:t>BEST</a:t>
            </a:r>
            <a:r>
              <a:rPr lang="zh-TW" altLang="en-US" sz="3200" b="1">
                <a:solidFill>
                  <a:srgbClr val="262626"/>
                </a:solidFill>
                <a:latin typeface="微軟正黑體" panose="020B0604030504040204" pitchFamily="34" charset="-120"/>
                <a:ea typeface="微軟正黑體" panose="020B0604030504040204" pitchFamily="34" charset="-120"/>
              </a:rPr>
              <a:t>不願受洗的理由</a:t>
            </a:r>
          </a:p>
          <a:p>
            <a:pPr marL="0" indent="0">
              <a:spcBef>
                <a:spcPct val="0"/>
              </a:spcBef>
              <a:spcAft>
                <a:spcPts val="600"/>
              </a:spcAft>
              <a:buFont typeface="Arial" panose="020B0604020202020204" pitchFamily="34" charset="0"/>
              <a:buNone/>
            </a:pPr>
            <a:r>
              <a:rPr lang="en-US" altLang="zh-TW" sz="3200" b="1">
                <a:solidFill>
                  <a:srgbClr val="262626"/>
                </a:solidFill>
                <a:latin typeface="微軟正黑體" panose="020B0604030504040204" pitchFamily="34" charset="-120"/>
                <a:ea typeface="微軟正黑體" panose="020B0604030504040204" pitchFamily="34" charset="-120"/>
              </a:rPr>
              <a:t>5.</a:t>
            </a:r>
            <a:r>
              <a:rPr lang="zh-TW" altLang="en-US" sz="3200" b="1">
                <a:solidFill>
                  <a:srgbClr val="262626"/>
                </a:solidFill>
                <a:latin typeface="微軟正黑體" panose="020B0604030504040204" pitchFamily="34" charset="-120"/>
                <a:ea typeface="微軟正黑體" panose="020B0604030504040204" pitchFamily="34" charset="-120"/>
              </a:rPr>
              <a:t>滿懷愛與憐憫、耐心等候</a:t>
            </a:r>
            <a:endParaRPr lang="en-US" altLang="zh-TW" sz="3200" b="1">
              <a:solidFill>
                <a:srgbClr val="D9D9D9"/>
              </a:solidFill>
              <a:latin typeface="微軟正黑體" panose="020B0604030504040204" pitchFamily="34" charset="-120"/>
              <a:ea typeface="微軟正黑體" panose="020B0604030504040204" pitchFamily="34" charset="-120"/>
            </a:endParaRPr>
          </a:p>
        </p:txBody>
      </p:sp>
      <p:sp>
        <p:nvSpPr>
          <p:cNvPr id="4" name="內容版面配置區 2">
            <a:extLst>
              <a:ext uri="{FF2B5EF4-FFF2-40B4-BE49-F238E27FC236}">
                <a16:creationId xmlns:a16="http://schemas.microsoft.com/office/drawing/2014/main" id="{2FB07DBD-1A44-594C-79B7-770036CAAE40}"/>
              </a:ext>
            </a:extLst>
          </p:cNvPr>
          <p:cNvSpPr txBox="1">
            <a:spLocks/>
          </p:cNvSpPr>
          <p:nvPr/>
        </p:nvSpPr>
        <p:spPr>
          <a:xfrm>
            <a:off x="1403350" y="771525"/>
            <a:ext cx="10656888" cy="3562350"/>
          </a:xfrm>
          <a:prstGeom prst="rect">
            <a:avLst/>
          </a:prstGeom>
        </p:spPr>
        <p:txBody>
          <a:bodyPr/>
          <a:lst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a:lstStyle>
          <a:p>
            <a:pPr marL="0" indent="0" fontAlgn="auto">
              <a:spcBef>
                <a:spcPts val="0"/>
              </a:spcBef>
              <a:spcAft>
                <a:spcPts val="0"/>
              </a:spcAft>
              <a:buFont typeface="Arial" pitchFamily="34" charset="0"/>
              <a:buNone/>
              <a:defRPr/>
            </a:pPr>
            <a:endParaRPr kumimoji="0" lang="en-US" altLang="zh-TW" sz="3200" b="1" dirty="0">
              <a:solidFill>
                <a:srgbClr val="A50021"/>
              </a:solidFill>
              <a:latin typeface="+mj-ea"/>
              <a:ea typeface="+mj-ea"/>
            </a:endParaRPr>
          </a:p>
          <a:p>
            <a:pPr marL="0" indent="0" fontAlgn="auto">
              <a:spcBef>
                <a:spcPts val="0"/>
              </a:spcBef>
              <a:spcAft>
                <a:spcPts val="0"/>
              </a:spcAft>
              <a:buFont typeface="Arial" pitchFamily="34" charset="0"/>
              <a:buNone/>
              <a:defRPr/>
            </a:pPr>
            <a:r>
              <a:rPr kumimoji="0" lang="zh-TW" altLang="en-US" sz="3200" b="1" dirty="0">
                <a:solidFill>
                  <a:srgbClr val="A50021"/>
                </a:solidFill>
                <a:latin typeface="+mj-ea"/>
                <a:ea typeface="+mj-ea"/>
              </a:rPr>
              <a:t>主動</a:t>
            </a:r>
            <a:endParaRPr kumimoji="0" lang="en-US" altLang="zh-TW" sz="3200" b="1" dirty="0">
              <a:solidFill>
                <a:srgbClr val="A50021"/>
              </a:solidFill>
              <a:latin typeface="+mj-ea"/>
              <a:ea typeface="+mj-ea"/>
            </a:endParaRPr>
          </a:p>
          <a:p>
            <a:pPr marL="0" indent="0" fontAlgn="auto">
              <a:spcBef>
                <a:spcPts val="0"/>
              </a:spcBef>
              <a:spcAft>
                <a:spcPts val="0"/>
              </a:spcAft>
              <a:buFont typeface="Arial" pitchFamily="34" charset="0"/>
              <a:buNone/>
              <a:defRPr/>
            </a:pPr>
            <a:endParaRPr kumimoji="0" lang="en-US" altLang="zh-TW" sz="3200" b="1" dirty="0">
              <a:solidFill>
                <a:srgbClr val="A50021"/>
              </a:solidFill>
              <a:latin typeface="+mj-ea"/>
              <a:ea typeface="+mj-ea"/>
            </a:endParaRPr>
          </a:p>
          <a:p>
            <a:pPr marL="0" indent="0" fontAlgn="auto">
              <a:spcBef>
                <a:spcPts val="0"/>
              </a:spcBef>
              <a:spcAft>
                <a:spcPts val="0"/>
              </a:spcAft>
              <a:buFont typeface="Arial" pitchFamily="34" charset="0"/>
              <a:buNone/>
              <a:defRPr/>
            </a:pPr>
            <a:r>
              <a:rPr kumimoji="0" lang="zh-TW" altLang="en-US" sz="3200" b="1" dirty="0">
                <a:solidFill>
                  <a:srgbClr val="A50021"/>
                </a:solidFill>
                <a:latin typeface="+mj-ea"/>
                <a:ea typeface="+mj-ea"/>
              </a:rPr>
              <a:t>　　　　　  邀請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10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546D38-0B11-E1A2-64AF-3DA4935B364A}"/>
              </a:ext>
            </a:extLst>
          </p:cNvPr>
          <p:cNvSpPr>
            <a:spLocks noGrp="1"/>
          </p:cNvSpPr>
          <p:nvPr>
            <p:ph type="title"/>
          </p:nvPr>
        </p:nvSpPr>
        <p:spPr>
          <a:xfrm>
            <a:off x="762000" y="484188"/>
            <a:ext cx="8274050" cy="719137"/>
          </a:xfrm>
        </p:spPr>
        <p:txBody>
          <a:bodyPr rtlCol="0" anchor="t">
            <a:noAutofit/>
          </a:bodyPr>
          <a:lstStyle/>
          <a:p>
            <a:pPr fontAlgn="auto">
              <a:spcAft>
                <a:spcPts val="0"/>
              </a:spcAft>
              <a:defRPr/>
            </a:pPr>
            <a:r>
              <a:rPr lang="zh-TW" altLang="en-US" sz="3600" b="1" dirty="0">
                <a:solidFill>
                  <a:srgbClr val="000099"/>
                </a:solidFill>
                <a:latin typeface="+mj-ea"/>
              </a:rPr>
              <a:t>四，討論與操作</a:t>
            </a:r>
          </a:p>
        </p:txBody>
      </p:sp>
      <p:sp>
        <p:nvSpPr>
          <p:cNvPr id="3" name="內容版面配置區 2">
            <a:extLst>
              <a:ext uri="{FF2B5EF4-FFF2-40B4-BE49-F238E27FC236}">
                <a16:creationId xmlns:a16="http://schemas.microsoft.com/office/drawing/2014/main" id="{900ACFE5-9CDA-53D4-BE90-ED8AED657056}"/>
              </a:ext>
            </a:extLst>
          </p:cNvPr>
          <p:cNvSpPr>
            <a:spLocks noGrp="1"/>
          </p:cNvSpPr>
          <p:nvPr>
            <p:ph idx="1"/>
          </p:nvPr>
        </p:nvSpPr>
        <p:spPr>
          <a:xfrm>
            <a:off x="762000" y="1276350"/>
            <a:ext cx="7986713" cy="2808288"/>
          </a:xfrm>
        </p:spPr>
        <p:txBody>
          <a:bodyPr anchor="t">
            <a:noAutofit/>
          </a:bodyPr>
          <a:lstStyle/>
          <a:p>
            <a:pPr>
              <a:spcBef>
                <a:spcPct val="0"/>
              </a:spcBef>
              <a:spcAft>
                <a:spcPts val="4800"/>
              </a:spcAft>
            </a:pPr>
            <a:r>
              <a:rPr lang="zh-TW" altLang="en-US" sz="2800" b="1">
                <a:solidFill>
                  <a:srgbClr val="000099"/>
                </a:solidFill>
                <a:latin typeface="微軟正黑體" panose="020B0604030504040204" pitchFamily="34" charset="-120"/>
                <a:ea typeface="微軟正黑體" panose="020B0604030504040204" pitchFamily="34" charset="-120"/>
              </a:rPr>
              <a:t>我被邀約受洗時的經驗和感受如何？請分享之。</a:t>
            </a:r>
          </a:p>
          <a:p>
            <a:pPr>
              <a:spcBef>
                <a:spcPct val="0"/>
              </a:spcBef>
              <a:spcAft>
                <a:spcPts val="4800"/>
              </a:spcAft>
            </a:pPr>
            <a:r>
              <a:rPr lang="zh-TW" altLang="en-US" sz="2800" b="1">
                <a:solidFill>
                  <a:srgbClr val="000099"/>
                </a:solidFill>
                <a:latin typeface="微軟正黑體" panose="020B0604030504040204" pitchFamily="34" charset="-120"/>
                <a:ea typeface="微軟正黑體" panose="020B0604030504040204" pitchFamily="34" charset="-120"/>
              </a:rPr>
              <a:t>請為自己幸福小組的</a:t>
            </a:r>
            <a:r>
              <a:rPr lang="en-US" altLang="zh-TW" sz="2800" b="1">
                <a:solidFill>
                  <a:srgbClr val="000099"/>
                </a:solidFill>
                <a:latin typeface="微軟正黑體" panose="020B0604030504040204" pitchFamily="34" charset="-120"/>
                <a:ea typeface="微軟正黑體" panose="020B0604030504040204" pitchFamily="34" charset="-120"/>
              </a:rPr>
              <a:t>BEST</a:t>
            </a:r>
            <a:r>
              <a:rPr lang="zh-TW" altLang="en-US" sz="2800" b="1">
                <a:solidFill>
                  <a:srgbClr val="000099"/>
                </a:solidFill>
                <a:latin typeface="微軟正黑體" panose="020B0604030504040204" pitchFamily="34" charset="-120"/>
                <a:ea typeface="微軟正黑體" panose="020B0604030504040204" pitchFamily="34" charset="-120"/>
              </a:rPr>
              <a:t>能順利受洗禱告。</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都會">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734</TotalTime>
  <Words>2408</Words>
  <Application>Microsoft Office PowerPoint</Application>
  <PresentationFormat>如螢幕大小 (16:9)</PresentationFormat>
  <Paragraphs>118</Paragraphs>
  <Slides>8</Slides>
  <Notes>7</Notes>
  <HiddenSlides>0</HiddenSlides>
  <MMClips>0</MMClips>
  <ScaleCrop>false</ScaleCrop>
  <HeadingPairs>
    <vt:vector size="4" baseType="variant">
      <vt:variant>
        <vt:lpstr>佈景主題</vt:lpstr>
      </vt:variant>
      <vt:variant>
        <vt:i4>1</vt:i4>
      </vt:variant>
      <vt:variant>
        <vt:lpstr>投影片標題</vt:lpstr>
      </vt:variant>
      <vt:variant>
        <vt:i4>8</vt:i4>
      </vt:variant>
    </vt:vector>
  </HeadingPairs>
  <TitlesOfParts>
    <vt:vector size="9" baseType="lpstr">
      <vt:lpstr>NewsPrint</vt:lpstr>
      <vt:lpstr>如何引導BEST受洗？（上）</vt:lpstr>
      <vt:lpstr>馬可福音十六16</vt:lpstr>
      <vt:lpstr>一、門徒不主動引導BEST受洗的原因</vt:lpstr>
      <vt:lpstr>PowerPoint 簡報</vt:lpstr>
      <vt:lpstr>二、如何和BEST說明洗禮的意義？</vt:lpstr>
      <vt:lpstr>三、引導BEST受洗的技巧</vt:lpstr>
      <vt:lpstr>PowerPoint 簡報</vt:lpstr>
      <vt:lpstr>四，討論與操作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幸福小組的領袖</dc:title>
  <dc:creator>APPLE</dc:creator>
  <cp:lastModifiedBy>asus</cp:lastModifiedBy>
  <cp:revision>49</cp:revision>
  <cp:lastPrinted>2020-09-18T07:57:58Z</cp:lastPrinted>
  <dcterms:created xsi:type="dcterms:W3CDTF">2019-09-19T02:01:59Z</dcterms:created>
  <dcterms:modified xsi:type="dcterms:W3CDTF">2024-11-10T01:31:16Z</dcterms:modified>
</cp:coreProperties>
</file>