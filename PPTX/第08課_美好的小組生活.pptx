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44" r:id="rId1"/>
  </p:sldMasterIdLst>
  <p:sldIdLst>
    <p:sldId id="256" r:id="rId2"/>
    <p:sldId id="257" r:id="rId3"/>
    <p:sldId id="503" r:id="rId4"/>
    <p:sldId id="450" r:id="rId5"/>
    <p:sldId id="495" r:id="rId6"/>
    <p:sldId id="496" r:id="rId7"/>
    <p:sldId id="497" r:id="rId8"/>
    <p:sldId id="498" r:id="rId9"/>
    <p:sldId id="499" r:id="rId10"/>
    <p:sldId id="471" r:id="rId11"/>
    <p:sldId id="470" r:id="rId12"/>
    <p:sldId id="500" r:id="rId13"/>
    <p:sldId id="472" r:id="rId14"/>
    <p:sldId id="487" r:id="rId15"/>
    <p:sldId id="490" r:id="rId16"/>
    <p:sldId id="491" r:id="rId17"/>
    <p:sldId id="501" r:id="rId18"/>
    <p:sldId id="462" r:id="rId19"/>
    <p:sldId id="447" r:id="rId20"/>
    <p:sldId id="456" r:id="rId21"/>
    <p:sldId id="449" r:id="rId22"/>
    <p:sldId id="502" r:id="rId23"/>
    <p:sldId id="288" r:id="rId24"/>
    <p:sldId id="505" r:id="rId25"/>
  </p:sldIdLst>
  <p:sldSz cx="9144000" cy="5143500" type="screen16x9"/>
  <p:notesSz cx="6858000" cy="9144000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B11C66-1863-4AD8-96D8-05A8A3C6E318}" v="12" dt="2024-12-27T05:46:14.7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09" autoAdjust="0"/>
    <p:restoredTop sz="94694"/>
  </p:normalViewPr>
  <p:slideViewPr>
    <p:cSldViewPr>
      <p:cViewPr varScale="1">
        <p:scale>
          <a:sx n="152" d="100"/>
          <a:sy n="152" d="100"/>
        </p:scale>
        <p:origin x="352" y="33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lter Lu" userId="6e55fa501f30df28" providerId="LiveId" clId="{A4732CA3-4B7A-7F4A-9581-E663DA2C729D}"/>
    <pc:docChg chg="undo custSel addSld delSld modSld">
      <pc:chgData name="Walter Lu" userId="6e55fa501f30df28" providerId="LiveId" clId="{A4732CA3-4B7A-7F4A-9581-E663DA2C729D}" dt="2024-11-24T05:37:23.457" v="247" actId="27636"/>
      <pc:docMkLst>
        <pc:docMk/>
      </pc:docMkLst>
      <pc:sldChg chg="addSp modSp mod">
        <pc:chgData name="Walter Lu" userId="6e55fa501f30df28" providerId="LiveId" clId="{A4732CA3-4B7A-7F4A-9581-E663DA2C729D}" dt="2024-11-24T05:37:23.457" v="247" actId="27636"/>
        <pc:sldMkLst>
          <pc:docMk/>
          <pc:sldMk cId="0" sldId="256"/>
        </pc:sldMkLst>
        <pc:spChg chg="add mod">
          <ac:chgData name="Walter Lu" userId="6e55fa501f30df28" providerId="LiveId" clId="{A4732CA3-4B7A-7F4A-9581-E663DA2C729D}" dt="2024-11-24T05:37:23.457" v="247" actId="27636"/>
          <ac:spMkLst>
            <pc:docMk/>
            <pc:sldMk cId="0" sldId="256"/>
            <ac:spMk id="4" creationId="{889374E5-C2F9-DF06-1933-577CAA8CAE37}"/>
          </ac:spMkLst>
        </pc:spChg>
      </pc:sldChg>
      <pc:sldChg chg="addSp delSp modSp del mod">
        <pc:chgData name="Walter Lu" userId="6e55fa501f30df28" providerId="LiveId" clId="{A4732CA3-4B7A-7F4A-9581-E663DA2C729D}" dt="2024-11-24T01:01:45.233" v="10" actId="2696"/>
        <pc:sldMkLst>
          <pc:docMk/>
          <pc:sldMk cId="0" sldId="445"/>
        </pc:sldMkLst>
        <pc:spChg chg="del">
          <ac:chgData name="Walter Lu" userId="6e55fa501f30df28" providerId="LiveId" clId="{A4732CA3-4B7A-7F4A-9581-E663DA2C729D}" dt="2024-11-24T01:01:21.594" v="1" actId="21"/>
          <ac:spMkLst>
            <pc:docMk/>
            <pc:sldMk cId="0" sldId="445"/>
            <ac:spMk id="3" creationId="{53F0B77A-6A0C-EB19-0C36-A9FCBE283944}"/>
          </ac:spMkLst>
        </pc:spChg>
        <pc:spChg chg="add mod">
          <ac:chgData name="Walter Lu" userId="6e55fa501f30df28" providerId="LiveId" clId="{A4732CA3-4B7A-7F4A-9581-E663DA2C729D}" dt="2024-11-24T01:01:21.594" v="1" actId="21"/>
          <ac:spMkLst>
            <pc:docMk/>
            <pc:sldMk cId="0" sldId="445"/>
            <ac:spMk id="4" creationId="{470B356F-A01D-CC87-08DF-AA165C41DBDD}"/>
          </ac:spMkLst>
        </pc:spChg>
      </pc:sldChg>
      <pc:sldChg chg="addSp modSp mod">
        <pc:chgData name="Walter Lu" userId="6e55fa501f30df28" providerId="LiveId" clId="{A4732CA3-4B7A-7F4A-9581-E663DA2C729D}" dt="2024-11-24T01:01:42.680" v="9" actId="1076"/>
        <pc:sldMkLst>
          <pc:docMk/>
          <pc:sldMk cId="0" sldId="450"/>
        </pc:sldMkLst>
        <pc:spChg chg="add mod">
          <ac:chgData name="Walter Lu" userId="6e55fa501f30df28" providerId="LiveId" clId="{A4732CA3-4B7A-7F4A-9581-E663DA2C729D}" dt="2024-11-24T01:01:42.680" v="9" actId="1076"/>
          <ac:spMkLst>
            <pc:docMk/>
            <pc:sldMk cId="0" sldId="450"/>
            <ac:spMk id="2" creationId="{66964B62-5380-A2EE-1652-1D85449F3B13}"/>
          </ac:spMkLst>
        </pc:spChg>
        <pc:spChg chg="mod">
          <ac:chgData name="Walter Lu" userId="6e55fa501f30df28" providerId="LiveId" clId="{A4732CA3-4B7A-7F4A-9581-E663DA2C729D}" dt="2024-11-24T01:01:33.603" v="6" actId="1076"/>
          <ac:spMkLst>
            <pc:docMk/>
            <pc:sldMk cId="0" sldId="450"/>
            <ac:spMk id="3" creationId="{31529922-2F50-579E-7671-20C746DCF5DC}"/>
          </ac:spMkLst>
        </pc:spChg>
        <pc:spChg chg="mod">
          <ac:chgData name="Walter Lu" userId="6e55fa501f30df28" providerId="LiveId" clId="{A4732CA3-4B7A-7F4A-9581-E663DA2C729D}" dt="2024-11-24T01:01:40.170" v="8" actId="1076"/>
          <ac:spMkLst>
            <pc:docMk/>
            <pc:sldMk cId="0" sldId="450"/>
            <ac:spMk id="5" creationId="{09F5543A-8813-1F7D-0935-20C17382DF6E}"/>
          </ac:spMkLst>
        </pc:spChg>
        <pc:spChg chg="mod">
          <ac:chgData name="Walter Lu" userId="6e55fa501f30df28" providerId="LiveId" clId="{A4732CA3-4B7A-7F4A-9581-E663DA2C729D}" dt="2024-11-24T01:01:32.050" v="5" actId="1076"/>
          <ac:spMkLst>
            <pc:docMk/>
            <pc:sldMk cId="0" sldId="450"/>
            <ac:spMk id="12290" creationId="{C7BA334D-76FE-1092-3488-940288ABAEB2}"/>
          </ac:spMkLst>
        </pc:spChg>
      </pc:sldChg>
      <pc:sldChg chg="addSp delSp modSp new mod chgLayout">
        <pc:chgData name="Walter Lu" userId="6e55fa501f30df28" providerId="LiveId" clId="{A4732CA3-4B7A-7F4A-9581-E663DA2C729D}" dt="2024-11-24T01:06:27.576" v="25" actId="14100"/>
        <pc:sldMkLst>
          <pc:docMk/>
          <pc:sldMk cId="2092437590" sldId="503"/>
        </pc:sldMkLst>
        <pc:spChg chg="del">
          <ac:chgData name="Walter Lu" userId="6e55fa501f30df28" providerId="LiveId" clId="{A4732CA3-4B7A-7F4A-9581-E663DA2C729D}" dt="2024-11-24T01:05:48.694" v="11" actId="478"/>
          <ac:spMkLst>
            <pc:docMk/>
            <pc:sldMk cId="2092437590" sldId="503"/>
            <ac:spMk id="2" creationId="{11D3B24A-87E3-D1C6-E89E-519B4A0DC0C2}"/>
          </ac:spMkLst>
        </pc:spChg>
        <pc:spChg chg="add del">
          <ac:chgData name="Walter Lu" userId="6e55fa501f30df28" providerId="LiveId" clId="{A4732CA3-4B7A-7F4A-9581-E663DA2C729D}" dt="2024-11-24T01:06:09.040" v="17" actId="478"/>
          <ac:spMkLst>
            <pc:docMk/>
            <pc:sldMk cId="2092437590" sldId="503"/>
            <ac:spMk id="3" creationId="{10A5F59C-3AF5-9DC5-5223-C5D717794530}"/>
          </ac:spMkLst>
        </pc:spChg>
        <pc:spChg chg="add del mod">
          <ac:chgData name="Walter Lu" userId="6e55fa501f30df28" providerId="LiveId" clId="{A4732CA3-4B7A-7F4A-9581-E663DA2C729D}" dt="2024-11-24T01:06:01.345" v="14" actId="26606"/>
          <ac:spMkLst>
            <pc:docMk/>
            <pc:sldMk cId="2092437590" sldId="503"/>
            <ac:spMk id="9" creationId="{082372FC-2822-AE49-0E38-51743B83F24D}"/>
          </ac:spMkLst>
        </pc:spChg>
        <pc:spChg chg="add del mod">
          <ac:chgData name="Walter Lu" userId="6e55fa501f30df28" providerId="LiveId" clId="{A4732CA3-4B7A-7F4A-9581-E663DA2C729D}" dt="2024-11-24T01:06:01.345" v="14" actId="26606"/>
          <ac:spMkLst>
            <pc:docMk/>
            <pc:sldMk cId="2092437590" sldId="503"/>
            <ac:spMk id="11" creationId="{2BA4B5E5-7CA0-22A6-5889-EC63E955767D}"/>
          </ac:spMkLst>
        </pc:spChg>
        <pc:picChg chg="add mod">
          <ac:chgData name="Walter Lu" userId="6e55fa501f30df28" providerId="LiveId" clId="{A4732CA3-4B7A-7F4A-9581-E663DA2C729D}" dt="2024-11-24T01:06:27.576" v="25" actId="14100"/>
          <ac:picMkLst>
            <pc:docMk/>
            <pc:sldMk cId="2092437590" sldId="503"/>
            <ac:picMk id="4" creationId="{FD12BFB1-6FEB-D352-3D3D-0E0456760AB4}"/>
          </ac:picMkLst>
        </pc:picChg>
      </pc:sldChg>
      <pc:sldChg chg="delSp new del mod">
        <pc:chgData name="Walter Lu" userId="6e55fa501f30df28" providerId="LiveId" clId="{A4732CA3-4B7A-7F4A-9581-E663DA2C729D}" dt="2024-11-24T01:08:14.520" v="30" actId="2696"/>
        <pc:sldMkLst>
          <pc:docMk/>
          <pc:sldMk cId="1587709997" sldId="504"/>
        </pc:sldMkLst>
        <pc:spChg chg="del">
          <ac:chgData name="Walter Lu" userId="6e55fa501f30df28" providerId="LiveId" clId="{A4732CA3-4B7A-7F4A-9581-E663DA2C729D}" dt="2024-11-24T01:07:09.168" v="28" actId="478"/>
          <ac:spMkLst>
            <pc:docMk/>
            <pc:sldMk cId="1587709997" sldId="504"/>
            <ac:spMk id="2" creationId="{73A72E21-0A52-4BA9-F9EF-14223F6D36A6}"/>
          </ac:spMkLst>
        </pc:spChg>
        <pc:spChg chg="del">
          <ac:chgData name="Walter Lu" userId="6e55fa501f30df28" providerId="LiveId" clId="{A4732CA3-4B7A-7F4A-9581-E663DA2C729D}" dt="2024-11-24T01:07:04.329" v="27" actId="478"/>
          <ac:spMkLst>
            <pc:docMk/>
            <pc:sldMk cId="1587709997" sldId="504"/>
            <ac:spMk id="3" creationId="{37E800B2-E043-FE73-C271-A017358ADA06}"/>
          </ac:spMkLst>
        </pc:spChg>
      </pc:sldChg>
      <pc:sldChg chg="addSp delSp modSp new mod modAnim">
        <pc:chgData name="Walter Lu" userId="6e55fa501f30df28" providerId="LiveId" clId="{A4732CA3-4B7A-7F4A-9581-E663DA2C729D}" dt="2024-11-24T01:13:57.531" v="245" actId="1076"/>
        <pc:sldMkLst>
          <pc:docMk/>
          <pc:sldMk cId="907936868" sldId="505"/>
        </pc:sldMkLst>
        <pc:spChg chg="mod">
          <ac:chgData name="Walter Lu" userId="6e55fa501f30df28" providerId="LiveId" clId="{A4732CA3-4B7A-7F4A-9581-E663DA2C729D}" dt="2024-11-24T01:13:43.899" v="242" actId="113"/>
          <ac:spMkLst>
            <pc:docMk/>
            <pc:sldMk cId="907936868" sldId="505"/>
            <ac:spMk id="2" creationId="{49D27A05-4D9B-A9B9-2C3C-54AB45090244}"/>
          </ac:spMkLst>
        </pc:spChg>
        <pc:spChg chg="add del mod">
          <ac:chgData name="Walter Lu" userId="6e55fa501f30df28" providerId="LiveId" clId="{A4732CA3-4B7A-7F4A-9581-E663DA2C729D}" dt="2024-11-24T01:13:19.663" v="236" actId="14100"/>
          <ac:spMkLst>
            <pc:docMk/>
            <pc:sldMk cId="907936868" sldId="505"/>
            <ac:spMk id="3" creationId="{DE0F1CF8-1CE1-A043-F367-0310A9B3694D}"/>
          </ac:spMkLst>
        </pc:spChg>
        <pc:spChg chg="add mod">
          <ac:chgData name="Walter Lu" userId="6e55fa501f30df28" providerId="LiveId" clId="{A4732CA3-4B7A-7F4A-9581-E663DA2C729D}" dt="2024-11-24T01:13:57.531" v="245" actId="1076"/>
          <ac:spMkLst>
            <pc:docMk/>
            <pc:sldMk cId="907936868" sldId="505"/>
            <ac:spMk id="4" creationId="{18765BEE-4ABA-0F58-3293-7917DE438E61}"/>
          </ac:spMkLst>
        </pc:spChg>
        <pc:spChg chg="add mod">
          <ac:chgData name="Walter Lu" userId="6e55fa501f30df28" providerId="LiveId" clId="{A4732CA3-4B7A-7F4A-9581-E663DA2C729D}" dt="2024-11-24T01:13:09.853" v="235" actId="1076"/>
          <ac:spMkLst>
            <pc:docMk/>
            <pc:sldMk cId="907936868" sldId="505"/>
            <ac:spMk id="5" creationId="{9EC00D0D-79ED-9286-B8BC-ADF7B6F843D1}"/>
          </ac:spMkLst>
        </pc:spChg>
      </pc:sldChg>
    </pc:docChg>
  </pc:docChgLst>
  <pc:docChgLst>
    <pc:chgData name="Lu Walter" userId="6e55fa501f30df28" providerId="Windows Live" clId="Web-{FFB11C66-1863-4AD8-96D8-05A8A3C6E318}"/>
    <pc:docChg chg="modSld">
      <pc:chgData name="Lu Walter" userId="6e55fa501f30df28" providerId="Windows Live" clId="Web-{FFB11C66-1863-4AD8-96D8-05A8A3C6E318}" dt="2024-12-27T05:46:14.716" v="11" actId="20577"/>
      <pc:docMkLst>
        <pc:docMk/>
      </pc:docMkLst>
      <pc:sldChg chg="modSp">
        <pc:chgData name="Lu Walter" userId="6e55fa501f30df28" providerId="Windows Live" clId="Web-{FFB11C66-1863-4AD8-96D8-05A8A3C6E318}" dt="2024-12-27T05:46:14.716" v="11" actId="20577"/>
        <pc:sldMkLst>
          <pc:docMk/>
          <pc:sldMk cId="907936868" sldId="505"/>
        </pc:sldMkLst>
        <pc:spChg chg="mod">
          <ac:chgData name="Lu Walter" userId="6e55fa501f30df28" providerId="Windows Live" clId="Web-{FFB11C66-1863-4AD8-96D8-05A8A3C6E318}" dt="2024-12-27T05:46:14.716" v="11" actId="20577"/>
          <ac:spMkLst>
            <pc:docMk/>
            <pc:sldMk cId="907936868" sldId="505"/>
            <ac:spMk id="3" creationId="{DE0F1CF8-1CE1-A043-F367-0310A9B3694D}"/>
          </ac:spMkLst>
        </pc:spChg>
      </pc:sldChg>
    </pc:docChg>
  </pc:docChgLst>
  <pc:docChgLst>
    <pc:chgData name="Walter Lu" userId="6e55fa501f30df28" providerId="LiveId" clId="{C761859B-6CBA-494D-8270-7C60ABD7A4EA}"/>
    <pc:docChg chg="delSld modSld">
      <pc:chgData name="Walter Lu" userId="6e55fa501f30df28" providerId="LiveId" clId="{C761859B-6CBA-494D-8270-7C60ABD7A4EA}" dt="2024-03-01T06:27:23.774" v="44" actId="1076"/>
      <pc:docMkLst>
        <pc:docMk/>
      </pc:docMkLst>
      <pc:sldChg chg="modSp">
        <pc:chgData name="Walter Lu" userId="6e55fa501f30df28" providerId="LiveId" clId="{C761859B-6CBA-494D-8270-7C60ABD7A4EA}" dt="2024-03-01T06:24:06.950" v="0" actId="1076"/>
        <pc:sldMkLst>
          <pc:docMk/>
          <pc:sldMk cId="0" sldId="257"/>
        </pc:sldMkLst>
      </pc:sldChg>
      <pc:sldChg chg="modSp mod">
        <pc:chgData name="Walter Lu" userId="6e55fa501f30df28" providerId="LiveId" clId="{C761859B-6CBA-494D-8270-7C60ABD7A4EA}" dt="2024-03-01T06:24:25.531" v="11" actId="1076"/>
        <pc:sldMkLst>
          <pc:docMk/>
          <pc:sldMk cId="0" sldId="450"/>
        </pc:sldMkLst>
      </pc:sldChg>
      <pc:sldChg chg="modSp mod">
        <pc:chgData name="Walter Lu" userId="6e55fa501f30df28" providerId="LiveId" clId="{C761859B-6CBA-494D-8270-7C60ABD7A4EA}" dt="2024-03-01T06:25:35.727" v="39" actId="1076"/>
        <pc:sldMkLst>
          <pc:docMk/>
          <pc:sldMk cId="0" sldId="472"/>
        </pc:sldMkLst>
      </pc:sldChg>
      <pc:sldChg chg="modSp mod">
        <pc:chgData name="Walter Lu" userId="6e55fa501f30df28" providerId="LiveId" clId="{C761859B-6CBA-494D-8270-7C60ABD7A4EA}" dt="2024-03-01T06:24:59.319" v="21" actId="1076"/>
        <pc:sldMkLst>
          <pc:docMk/>
          <pc:sldMk cId="0" sldId="499"/>
        </pc:sldMkLst>
      </pc:sldChg>
      <pc:sldChg chg="modSp mod">
        <pc:chgData name="Walter Lu" userId="6e55fa501f30df28" providerId="LiveId" clId="{C761859B-6CBA-494D-8270-7C60ABD7A4EA}" dt="2024-03-01T06:25:08.648" v="27" actId="20577"/>
        <pc:sldMkLst>
          <pc:docMk/>
          <pc:sldMk cId="0" sldId="500"/>
        </pc:sldMkLst>
      </pc:sldChg>
      <pc:sldChg chg="modSp">
        <pc:chgData name="Walter Lu" userId="6e55fa501f30df28" providerId="LiveId" clId="{C761859B-6CBA-494D-8270-7C60ABD7A4EA}" dt="2024-03-01T06:27:08.177" v="42" actId="1076"/>
        <pc:sldMkLst>
          <pc:docMk/>
          <pc:sldMk cId="0" sldId="501"/>
        </pc:sldMkLst>
      </pc:sldChg>
      <pc:sldChg chg="modSp">
        <pc:chgData name="Walter Lu" userId="6e55fa501f30df28" providerId="LiveId" clId="{C761859B-6CBA-494D-8270-7C60ABD7A4EA}" dt="2024-03-01T06:27:23.774" v="44" actId="1076"/>
        <pc:sldMkLst>
          <pc:docMk/>
          <pc:sldMk cId="0" sldId="502"/>
        </pc:sldMkLst>
      </pc:sldChg>
      <pc:sldChg chg="del">
        <pc:chgData name="Walter Lu" userId="6e55fa501f30df28" providerId="LiveId" clId="{C761859B-6CBA-494D-8270-7C60ABD7A4EA}" dt="2024-03-01T06:27:15.660" v="43" actId="47"/>
        <pc:sldMkLst>
          <pc:docMk/>
          <pc:sldMk cId="32256361" sldId="503"/>
        </pc:sldMkLst>
      </pc:sldChg>
    </pc:docChg>
  </pc:docChgLst>
  <pc:docChgLst>
    <pc:chgData name="Lu Walter" userId="6e55fa501f30df28" providerId="Windows Live" clId="Web-{8ABD17FE-CCAD-42CA-8B6A-5357F3A46A8F}"/>
    <pc:docChg chg="modSld">
      <pc:chgData name="Lu Walter" userId="6e55fa501f30df28" providerId="Windows Live" clId="Web-{8ABD17FE-CCAD-42CA-8B6A-5357F3A46A8F}" dt="2023-06-17T06:22:56.354" v="0" actId="1076"/>
      <pc:docMkLst>
        <pc:docMk/>
      </pc:docMkLst>
      <pc:sldChg chg="modSp">
        <pc:chgData name="Lu Walter" userId="6e55fa501f30df28" providerId="Windows Live" clId="Web-{8ABD17FE-CCAD-42CA-8B6A-5357F3A46A8F}" dt="2023-06-17T06:22:56.354" v="0" actId="1076"/>
        <pc:sldMkLst>
          <pc:docMk/>
          <pc:sldMk cId="0" sldId="445"/>
        </pc:sldMkLst>
      </pc:sldChg>
    </pc:docChg>
  </pc:docChgLst>
  <pc:docChgLst>
    <pc:chgData name="Walter Lu" userId="6e55fa501f30df28" providerId="LiveId" clId="{2FDC9509-A37B-6640-8AB5-4F80B01CF300}"/>
    <pc:docChg chg="custSel addSld modSld">
      <pc:chgData name="Walter Lu" userId="6e55fa501f30df28" providerId="LiveId" clId="{2FDC9509-A37B-6640-8AB5-4F80B01CF300}" dt="2023-11-19T01:32:14.666" v="5" actId="680"/>
      <pc:docMkLst>
        <pc:docMk/>
      </pc:docMkLst>
      <pc:sldChg chg="addSp modSp mod">
        <pc:chgData name="Walter Lu" userId="6e55fa501f30df28" providerId="LiveId" clId="{2FDC9509-A37B-6640-8AB5-4F80B01CF300}" dt="2023-11-19T01:31:51.133" v="4" actId="27636"/>
        <pc:sldMkLst>
          <pc:docMk/>
          <pc:sldMk cId="0" sldId="256"/>
        </pc:sldMkLst>
      </pc:sldChg>
      <pc:sldChg chg="delSp">
        <pc:chgData name="Walter Lu" userId="6e55fa501f30df28" providerId="LiveId" clId="{2FDC9509-A37B-6640-8AB5-4F80B01CF300}" dt="2023-11-19T01:23:40.640" v="0" actId="478"/>
        <pc:sldMkLst>
          <pc:docMk/>
          <pc:sldMk cId="0" sldId="445"/>
        </pc:sldMkLst>
      </pc:sldChg>
      <pc:sldChg chg="delSp">
        <pc:chgData name="Walter Lu" userId="6e55fa501f30df28" providerId="LiveId" clId="{2FDC9509-A37B-6640-8AB5-4F80B01CF300}" dt="2023-11-19T01:24:10.430" v="2" actId="478"/>
        <pc:sldMkLst>
          <pc:docMk/>
          <pc:sldMk cId="0" sldId="462"/>
        </pc:sldMkLst>
      </pc:sldChg>
      <pc:sldChg chg="delSp">
        <pc:chgData name="Walter Lu" userId="6e55fa501f30df28" providerId="LiveId" clId="{2FDC9509-A37B-6640-8AB5-4F80B01CF300}" dt="2023-11-19T01:23:52.361" v="1" actId="478"/>
        <pc:sldMkLst>
          <pc:docMk/>
          <pc:sldMk cId="0" sldId="471"/>
        </pc:sldMkLst>
      </pc:sldChg>
      <pc:sldChg chg="new">
        <pc:chgData name="Walter Lu" userId="6e55fa501f30df28" providerId="LiveId" clId="{2FDC9509-A37B-6640-8AB5-4F80B01CF300}" dt="2023-11-19T01:32:14.666" v="5" actId="680"/>
        <pc:sldMkLst>
          <pc:docMk/>
          <pc:sldMk cId="32256361" sldId="50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4.xml"/><Relationship Id="rId4" Type="http://schemas.openxmlformats.org/officeDocument/2006/relationships/image" Target="../media/image1.jpe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角三角形 1">
            <a:extLst>
              <a:ext uri="{FF2B5EF4-FFF2-40B4-BE49-F238E27FC236}">
                <a16:creationId xmlns:a16="http://schemas.microsoft.com/office/drawing/2014/main" id="{63A4721F-C58F-673D-C19E-49169699756D}"/>
              </a:ext>
            </a:extLst>
          </p:cNvPr>
          <p:cNvSpPr/>
          <p:nvPr/>
        </p:nvSpPr>
        <p:spPr>
          <a:xfrm>
            <a:off x="0" y="3498850"/>
            <a:ext cx="9150350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en-US"/>
          </a:p>
        </p:txBody>
      </p:sp>
      <p:grpSp>
        <p:nvGrpSpPr>
          <p:cNvPr id="3" name="群組 15">
            <a:extLst>
              <a:ext uri="{FF2B5EF4-FFF2-40B4-BE49-F238E27FC236}">
                <a16:creationId xmlns:a16="http://schemas.microsoft.com/office/drawing/2014/main" id="{7475B37B-8C8E-1B98-8DE0-9670B3AECE63}"/>
              </a:ext>
            </a:extLst>
          </p:cNvPr>
          <p:cNvGrpSpPr>
            <a:grpSpLocks/>
          </p:cNvGrpSpPr>
          <p:nvPr/>
        </p:nvGrpSpPr>
        <p:grpSpPr bwMode="auto">
          <a:xfrm>
            <a:off x="-3175" y="3714750"/>
            <a:ext cx="9147175" cy="1433513"/>
            <a:chOff x="-3765" y="4832896"/>
            <a:chExt cx="9147765" cy="2032192"/>
          </a:xfrm>
        </p:grpSpPr>
        <p:sp>
          <p:nvSpPr>
            <p:cNvPr id="4" name="手繪多邊形 16">
              <a:extLst>
                <a:ext uri="{FF2B5EF4-FFF2-40B4-BE49-F238E27FC236}">
                  <a16:creationId xmlns:a16="http://schemas.microsoft.com/office/drawing/2014/main" id="{E4C15992-D403-E279-3CAA-EA4D49D62DB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7032" y="4832896"/>
              <a:ext cx="7456968" cy="51986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en-US">
                <a:latin typeface="+mn-lt"/>
                <a:ea typeface="+mn-ea"/>
              </a:endParaRPr>
            </a:p>
          </p:txBody>
        </p:sp>
        <p:sp>
          <p:nvSpPr>
            <p:cNvPr id="5" name="手繪多邊形 18">
              <a:extLst>
                <a:ext uri="{FF2B5EF4-FFF2-40B4-BE49-F238E27FC236}">
                  <a16:creationId xmlns:a16="http://schemas.microsoft.com/office/drawing/2014/main" id="{B4416826-56F1-026F-FD1A-9964DCD11B72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26" y="5134461"/>
              <a:ext cx="9108074" cy="839433"/>
            </a:xfrm>
            <a:custGeom>
              <a:avLst/>
              <a:gdLst>
                <a:gd name="T0" fmla="*/ 0 w 5760"/>
                <a:gd name="T1" fmla="*/ 0 h 528"/>
                <a:gd name="T2" fmla="*/ 5760 w 5760"/>
                <a:gd name="T3" fmla="*/ 0 h 528"/>
                <a:gd name="T4" fmla="*/ 5760 w 5760"/>
                <a:gd name="T5" fmla="*/ 528 h 528"/>
                <a:gd name="T6" fmla="*/ 48 w 5760"/>
                <a:gd name="T7" fmla="*/ 0 h 5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0"/>
                <a:gd name="T13" fmla="*/ 0 h 528"/>
                <a:gd name="T14" fmla="*/ 5760 w 5760"/>
                <a:gd name="T15" fmla="*/ 528 h 5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手繪多邊形 19">
              <a:extLst>
                <a:ext uri="{FF2B5EF4-FFF2-40B4-BE49-F238E27FC236}">
                  <a16:creationId xmlns:a16="http://schemas.microsoft.com/office/drawing/2014/main" id="{5C87D9AA-DFA7-669B-23BD-A98D02E6C10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en-US"/>
            </a:p>
          </p:txBody>
        </p:sp>
        <p:cxnSp>
          <p:nvCxnSpPr>
            <p:cNvPr id="7" name="直線接點 6">
              <a:extLst>
                <a:ext uri="{FF2B5EF4-FFF2-40B4-BE49-F238E27FC236}">
                  <a16:creationId xmlns:a16="http://schemas.microsoft.com/office/drawing/2014/main" id="{56575AD5-E3BF-1BAA-2838-7227F4126F85}"/>
                </a:ext>
              </a:extLst>
            </p:cNvPr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標題 8"/>
          <p:cNvSpPr>
            <a:spLocks noGrp="1"/>
          </p:cNvSpPr>
          <p:nvPr>
            <p:ph type="ctrTitle"/>
          </p:nvPr>
        </p:nvSpPr>
        <p:spPr>
          <a:xfrm>
            <a:off x="685800" y="1314451"/>
            <a:ext cx="7772400" cy="1372321"/>
          </a:xfrm>
        </p:spPr>
        <p:txBody>
          <a:bodyPr anchor="b"/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17" name="副標題 16"/>
          <p:cNvSpPr>
            <a:spLocks noGrp="1"/>
          </p:cNvSpPr>
          <p:nvPr>
            <p:ph type="subTitle" idx="1"/>
          </p:nvPr>
        </p:nvSpPr>
        <p:spPr>
          <a:xfrm>
            <a:off x="685800" y="2708705"/>
            <a:ext cx="7772400" cy="899778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zh-TW" altLang="en-US"/>
              <a:t>按一下以編輯母片副標題樣式</a:t>
            </a:r>
            <a:endParaRPr lang="en-US"/>
          </a:p>
        </p:txBody>
      </p:sp>
      <p:sp>
        <p:nvSpPr>
          <p:cNvPr id="8" name="日期版面配置區 29">
            <a:extLst>
              <a:ext uri="{FF2B5EF4-FFF2-40B4-BE49-F238E27FC236}">
                <a16:creationId xmlns:a16="http://schemas.microsoft.com/office/drawing/2014/main" id="{62EEBE74-44AE-EAB4-32A5-F2BC1D3E5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pPr>
              <a:defRPr/>
            </a:pPr>
            <a:fld id="{0E02BE9C-6DA1-44EA-A881-C5CAACC25EA6}" type="datetimeFigureOut">
              <a:rPr lang="zh-TW" altLang="en-US"/>
              <a:pPr>
                <a:defRPr/>
              </a:pPr>
              <a:t>2024/12/26</a:t>
            </a:fld>
            <a:endParaRPr lang="zh-TW" altLang="en-US"/>
          </a:p>
        </p:txBody>
      </p:sp>
      <p:sp>
        <p:nvSpPr>
          <p:cNvPr id="10" name="頁尾版面配置區 18">
            <a:extLst>
              <a:ext uri="{FF2B5EF4-FFF2-40B4-BE49-F238E27FC236}">
                <a16:creationId xmlns:a16="http://schemas.microsoft.com/office/drawing/2014/main" id="{EA4AFA53-249E-1B5B-AC08-665F485E2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zh-TW" altLang="en-US"/>
          </a:p>
        </p:txBody>
      </p:sp>
      <p:sp>
        <p:nvSpPr>
          <p:cNvPr id="11" name="投影片編號版面配置區 26">
            <a:extLst>
              <a:ext uri="{FF2B5EF4-FFF2-40B4-BE49-F238E27FC236}">
                <a16:creationId xmlns:a16="http://schemas.microsoft.com/office/drawing/2014/main" id="{A0730434-4739-3FE0-5370-A705459BC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41F0D786-107E-4F52-A0BF-EA3E9872D9F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1299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標題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2" name="日期版面配置區 9">
            <a:extLst>
              <a:ext uri="{FF2B5EF4-FFF2-40B4-BE49-F238E27FC236}">
                <a16:creationId xmlns:a16="http://schemas.microsoft.com/office/drawing/2014/main" id="{63EC657B-F592-7D2E-C32D-76EC6F274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25C756-F38C-47FA-9666-203B43B0EAB6}" type="datetimeFigureOut">
              <a:rPr lang="zh-TW" altLang="en-US"/>
              <a:pPr>
                <a:defRPr/>
              </a:pPr>
              <a:t>2024/12/26</a:t>
            </a:fld>
            <a:endParaRPr lang="zh-TW" altLang="en-US"/>
          </a:p>
        </p:txBody>
      </p:sp>
      <p:sp>
        <p:nvSpPr>
          <p:cNvPr id="4" name="頁尾版面配置區 21">
            <a:extLst>
              <a:ext uri="{FF2B5EF4-FFF2-40B4-BE49-F238E27FC236}">
                <a16:creationId xmlns:a16="http://schemas.microsoft.com/office/drawing/2014/main" id="{747B4330-1303-50B5-5C8D-61982ED19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17">
            <a:extLst>
              <a:ext uri="{FF2B5EF4-FFF2-40B4-BE49-F238E27FC236}">
                <a16:creationId xmlns:a16="http://schemas.microsoft.com/office/drawing/2014/main" id="{F3B3A77C-A314-7247-DBFB-97017D08A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C28517-241C-4F30-B822-30BFF6CD359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9761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＞形箭號 10">
            <a:extLst>
              <a:ext uri="{FF2B5EF4-FFF2-40B4-BE49-F238E27FC236}">
                <a16:creationId xmlns:a16="http://schemas.microsoft.com/office/drawing/2014/main" id="{5F66B440-93B1-0BA5-9033-8CA147E03B70}"/>
              </a:ext>
            </a:extLst>
          </p:cNvPr>
          <p:cNvSpPr/>
          <p:nvPr/>
        </p:nvSpPr>
        <p:spPr>
          <a:xfrm>
            <a:off x="3636963" y="2254250"/>
            <a:ext cx="182562" cy="17145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en-US"/>
          </a:p>
        </p:txBody>
      </p:sp>
      <p:sp>
        <p:nvSpPr>
          <p:cNvPr id="5" name="＞形箭號 15">
            <a:extLst>
              <a:ext uri="{FF2B5EF4-FFF2-40B4-BE49-F238E27FC236}">
                <a16:creationId xmlns:a16="http://schemas.microsoft.com/office/drawing/2014/main" id="{2D840AF6-C6B5-76B0-280F-DB2F4F4EB031}"/>
              </a:ext>
            </a:extLst>
          </p:cNvPr>
          <p:cNvSpPr/>
          <p:nvPr/>
        </p:nvSpPr>
        <p:spPr>
          <a:xfrm>
            <a:off x="3449638" y="2254250"/>
            <a:ext cx="184150" cy="17145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76" y="794784"/>
            <a:ext cx="7772400" cy="1371600"/>
          </a:xfrm>
        </p:spPr>
        <p:txBody>
          <a:bodyPr anchor="b"/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922713" y="2198784"/>
            <a:ext cx="4572000" cy="1091166"/>
          </a:xfrm>
        </p:spPr>
        <p:txBody>
          <a:bodyPr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日期版面配置區 3">
            <a:extLst>
              <a:ext uri="{FF2B5EF4-FFF2-40B4-BE49-F238E27FC236}">
                <a16:creationId xmlns:a16="http://schemas.microsoft.com/office/drawing/2014/main" id="{267B8AE0-28B2-A50E-19ED-6DE223867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52923D-0103-4B38-8D2E-AD35A680ABF6}" type="datetimeFigureOut">
              <a:rPr lang="zh-TW" altLang="en-US"/>
              <a:pPr>
                <a:defRPr/>
              </a:pPr>
              <a:t>2024/12/26</a:t>
            </a:fld>
            <a:endParaRPr lang="zh-TW" altLang="en-US"/>
          </a:p>
        </p:txBody>
      </p:sp>
      <p:sp>
        <p:nvSpPr>
          <p:cNvPr id="7" name="頁尾版面配置區 4">
            <a:extLst>
              <a:ext uri="{FF2B5EF4-FFF2-40B4-BE49-F238E27FC236}">
                <a16:creationId xmlns:a16="http://schemas.microsoft.com/office/drawing/2014/main" id="{191B905E-32BD-373A-0C48-3BEE1CBAE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E0DEF26D-E902-E363-DC6D-94F262115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5E73325-5582-470C-9599-B75FA726CEB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05557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110997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110997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8" name="標題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2" name="日期版面配置區 4">
            <a:extLst>
              <a:ext uri="{FF2B5EF4-FFF2-40B4-BE49-F238E27FC236}">
                <a16:creationId xmlns:a16="http://schemas.microsoft.com/office/drawing/2014/main" id="{602354EF-4EB7-06C1-DD56-29C173754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A821B8-DC2D-4931-8558-0291CFBD9458}" type="datetimeFigureOut">
              <a:rPr lang="zh-TW" altLang="en-US"/>
              <a:pPr>
                <a:defRPr/>
              </a:pPr>
              <a:t>2024/12/26</a:t>
            </a:fld>
            <a:endParaRPr lang="zh-TW" altLang="en-US"/>
          </a:p>
        </p:txBody>
      </p:sp>
      <p:sp>
        <p:nvSpPr>
          <p:cNvPr id="5" name="頁尾版面配置區 5">
            <a:extLst>
              <a:ext uri="{FF2B5EF4-FFF2-40B4-BE49-F238E27FC236}">
                <a16:creationId xmlns:a16="http://schemas.microsoft.com/office/drawing/2014/main" id="{AD831EAF-04FF-7C2F-7FC4-4BD712303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6">
            <a:extLst>
              <a:ext uri="{FF2B5EF4-FFF2-40B4-BE49-F238E27FC236}">
                <a16:creationId xmlns:a16="http://schemas.microsoft.com/office/drawing/2014/main" id="{64168342-40B7-8C44-3FF8-5374199B5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EE37BAD-7D8E-457F-B182-8A2452551E1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29585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對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8229600" cy="857250"/>
          </a:xfrm>
        </p:spPr>
        <p:txBody>
          <a:bodyPr/>
          <a:lstStyle>
            <a:lvl1pPr>
              <a:defRPr/>
            </a:lvl1pPr>
            <a:extLst/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4057650"/>
            <a:ext cx="4040188" cy="5715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645027" y="4057650"/>
            <a:ext cx="4041775" cy="5715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457200" y="1083221"/>
            <a:ext cx="4040188" cy="2956322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083221"/>
            <a:ext cx="4041775" cy="2956322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3E5C50BA-93DB-C786-0818-B84D0BDB3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E9DE89-AE73-4148-8E52-1BBD4C6693BE}" type="datetimeFigureOut">
              <a:rPr lang="zh-TW" altLang="en-US"/>
              <a:pPr>
                <a:defRPr/>
              </a:pPr>
              <a:t>2024/12/26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CB685BC9-E829-88CB-4110-0CC37B2E1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289ED14F-D6D8-1C32-002B-874FC2775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DC6AA7B-FC73-4057-B72F-A65A459FA3DF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714713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2" name="日期版面配置區 2">
            <a:extLst>
              <a:ext uri="{FF2B5EF4-FFF2-40B4-BE49-F238E27FC236}">
                <a16:creationId xmlns:a16="http://schemas.microsoft.com/office/drawing/2014/main" id="{ADFBECD0-E9CB-92DF-94CE-984FE92A5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281CCF-8356-43D5-B052-39B4EC1867CA}" type="datetimeFigureOut">
              <a:rPr lang="zh-TW" altLang="en-US"/>
              <a:pPr>
                <a:defRPr/>
              </a:pPr>
              <a:t>2024/12/26</a:t>
            </a:fld>
            <a:endParaRPr lang="zh-TW" altLang="en-US"/>
          </a:p>
        </p:txBody>
      </p:sp>
      <p:sp>
        <p:nvSpPr>
          <p:cNvPr id="3" name="頁尾版面配置區 3">
            <a:extLst>
              <a:ext uri="{FF2B5EF4-FFF2-40B4-BE49-F238E27FC236}">
                <a16:creationId xmlns:a16="http://schemas.microsoft.com/office/drawing/2014/main" id="{CF65D7A8-614C-26F8-93F7-A47B39ADE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4">
            <a:extLst>
              <a:ext uri="{FF2B5EF4-FFF2-40B4-BE49-F238E27FC236}">
                <a16:creationId xmlns:a16="http://schemas.microsoft.com/office/drawing/2014/main" id="{AFF9B70A-3C2B-617B-51FE-67DF91EAA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1F356A0-190F-4615-8197-11A697A2171E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65705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9">
            <a:extLst>
              <a:ext uri="{FF2B5EF4-FFF2-40B4-BE49-F238E27FC236}">
                <a16:creationId xmlns:a16="http://schemas.microsoft.com/office/drawing/2014/main" id="{D272815A-DE70-3A17-7D1B-FCE6BAACD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2F5C8C-8A65-4A21-A9C1-E7C8D40CED2B}" type="datetimeFigureOut">
              <a:rPr lang="zh-TW" altLang="en-US"/>
              <a:pPr>
                <a:defRPr/>
              </a:pPr>
              <a:t>2024/12/26</a:t>
            </a:fld>
            <a:endParaRPr lang="zh-TW" altLang="en-US"/>
          </a:p>
        </p:txBody>
      </p:sp>
      <p:sp>
        <p:nvSpPr>
          <p:cNvPr id="3" name="頁尾版面配置區 21">
            <a:extLst>
              <a:ext uri="{FF2B5EF4-FFF2-40B4-BE49-F238E27FC236}">
                <a16:creationId xmlns:a16="http://schemas.microsoft.com/office/drawing/2014/main" id="{5E2B29B7-0094-16DA-A5E9-1CBAC3D71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17">
            <a:extLst>
              <a:ext uri="{FF2B5EF4-FFF2-40B4-BE49-F238E27FC236}">
                <a16:creationId xmlns:a16="http://schemas.microsoft.com/office/drawing/2014/main" id="{EB261FF5-7F10-62AE-E135-383CA67DE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1FD237-C525-4B51-864D-0E937BE18363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4171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4400" y="3657600"/>
            <a:ext cx="7481776" cy="342900"/>
          </a:xfrm>
        </p:spPr>
        <p:txBody>
          <a:bodyPr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4419600" y="4016327"/>
            <a:ext cx="3974592" cy="6858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914400" y="205740"/>
            <a:ext cx="7479792" cy="3429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5CCB8F2-944F-7248-69B8-A528BBEB0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BB4369-86FF-47BD-B0A0-CAC144E80FE3}" type="datetimeFigureOut">
              <a:rPr lang="zh-TW" altLang="en-US"/>
              <a:pPr>
                <a:defRPr/>
              </a:pPr>
              <a:t>2024/12/26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A0BACA6-34DE-49A4-2725-38C6851E6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4502C49-2684-BECB-7097-72BC3C61C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38F6FB7-EDF9-42CC-BCDE-F9805E38991E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905161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手繪多邊形 10">
            <a:extLst>
              <a:ext uri="{FF2B5EF4-FFF2-40B4-BE49-F238E27FC236}">
                <a16:creationId xmlns:a16="http://schemas.microsoft.com/office/drawing/2014/main" id="{C21204E2-AA38-DFAF-02B9-C95A9C14C991}"/>
              </a:ext>
            </a:extLst>
          </p:cNvPr>
          <p:cNvSpPr>
            <a:spLocks/>
          </p:cNvSpPr>
          <p:nvPr/>
        </p:nvSpPr>
        <p:spPr bwMode="auto">
          <a:xfrm>
            <a:off x="500063" y="4459288"/>
            <a:ext cx="4940300" cy="6905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en-US">
              <a:latin typeface="+mn-lt"/>
              <a:ea typeface="+mn-ea"/>
            </a:endParaRPr>
          </a:p>
        </p:txBody>
      </p:sp>
      <p:sp>
        <p:nvSpPr>
          <p:cNvPr id="6" name="手繪多邊形 15">
            <a:extLst>
              <a:ext uri="{FF2B5EF4-FFF2-40B4-BE49-F238E27FC236}">
                <a16:creationId xmlns:a16="http://schemas.microsoft.com/office/drawing/2014/main" id="{0EE8B1BB-276B-5321-2F75-0BD76A4F0E71}"/>
              </a:ext>
            </a:extLst>
          </p:cNvPr>
          <p:cNvSpPr>
            <a:spLocks/>
          </p:cNvSpPr>
          <p:nvPr/>
        </p:nvSpPr>
        <p:spPr bwMode="auto">
          <a:xfrm>
            <a:off x="485775" y="4454525"/>
            <a:ext cx="3690938" cy="700088"/>
          </a:xfrm>
          <a:custGeom>
            <a:avLst/>
            <a:gdLst>
              <a:gd name="T0" fmla="*/ 0 w 5591"/>
              <a:gd name="T1" fmla="*/ 0 h 588"/>
              <a:gd name="T2" fmla="*/ 5760 w 5591"/>
              <a:gd name="T3" fmla="*/ 0 h 588"/>
              <a:gd name="T4" fmla="*/ 5760 w 5591"/>
              <a:gd name="T5" fmla="*/ 528 h 588"/>
              <a:gd name="T6" fmla="*/ 48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直角三角形 6">
            <a:extLst>
              <a:ext uri="{FF2B5EF4-FFF2-40B4-BE49-F238E27FC236}">
                <a16:creationId xmlns:a16="http://schemas.microsoft.com/office/drawing/2014/main" id="{B1A46E78-7C0C-153D-9F43-75D2F1DBADD4}"/>
              </a:ext>
            </a:extLst>
          </p:cNvPr>
          <p:cNvSpPr>
            <a:spLocks/>
          </p:cNvSpPr>
          <p:nvPr/>
        </p:nvSpPr>
        <p:spPr bwMode="auto">
          <a:xfrm>
            <a:off x="-6042" y="4343440"/>
            <a:ext cx="3402314" cy="810651"/>
          </a:xfrm>
          <a:prstGeom prst="rtTriangle">
            <a:avLst/>
          </a:prstGeom>
          <a:blipFill>
            <a:blip r:embed="rId4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en-US"/>
          </a:p>
        </p:txBody>
      </p: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FDD03F45-F32C-F4E7-6C80-9B02331AB1A5}"/>
              </a:ext>
            </a:extLst>
          </p:cNvPr>
          <p:cNvCxnSpPr/>
          <p:nvPr/>
        </p:nvCxnSpPr>
        <p:spPr>
          <a:xfrm>
            <a:off x="-9237" y="4340804"/>
            <a:ext cx="3405509" cy="813287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＞形箭號 19">
            <a:extLst>
              <a:ext uri="{FF2B5EF4-FFF2-40B4-BE49-F238E27FC236}">
                <a16:creationId xmlns:a16="http://schemas.microsoft.com/office/drawing/2014/main" id="{6D928757-733C-8633-2DD2-F48B746D43C7}"/>
              </a:ext>
            </a:extLst>
          </p:cNvPr>
          <p:cNvSpPr/>
          <p:nvPr/>
        </p:nvSpPr>
        <p:spPr>
          <a:xfrm>
            <a:off x="8664575" y="3741738"/>
            <a:ext cx="182563" cy="17145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en-US"/>
          </a:p>
        </p:txBody>
      </p:sp>
      <p:sp>
        <p:nvSpPr>
          <p:cNvPr id="10" name="＞形箭號 20">
            <a:extLst>
              <a:ext uri="{FF2B5EF4-FFF2-40B4-BE49-F238E27FC236}">
                <a16:creationId xmlns:a16="http://schemas.microsoft.com/office/drawing/2014/main" id="{C8D0AD3C-3D06-D45B-388A-814E163AB449}"/>
              </a:ext>
            </a:extLst>
          </p:cNvPr>
          <p:cNvSpPr/>
          <p:nvPr/>
        </p:nvSpPr>
        <p:spPr>
          <a:xfrm>
            <a:off x="8477250" y="3741738"/>
            <a:ext cx="182563" cy="17145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141232" y="4082552"/>
            <a:ext cx="7162800" cy="486174"/>
          </a:xfrm>
          <a:noFill/>
        </p:spPr>
        <p:txBody>
          <a:bodyPr tIns="0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28600" y="142476"/>
            <a:ext cx="8686800" cy="329184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extLst/>
          </a:lstStyle>
          <a:p>
            <a:pPr lvl="0"/>
            <a:r>
              <a:rPr lang="zh-TW" altLang="en-US" noProof="0"/>
              <a:t>按一下圖示以新增圖片</a:t>
            </a:r>
            <a:endParaRPr lang="en-US" noProof="0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28600" y="3648842"/>
            <a:ext cx="8075432" cy="422004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11" name="日期版面配置區 4">
            <a:extLst>
              <a:ext uri="{FF2B5EF4-FFF2-40B4-BE49-F238E27FC236}">
                <a16:creationId xmlns:a16="http://schemas.microsoft.com/office/drawing/2014/main" id="{FB2AC8B6-C329-D511-F575-E62D0FF4C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fld id="{8D7D3650-7F92-4921-B000-B48686D7FCF2}" type="datetimeFigureOut">
              <a:rPr lang="zh-TW" altLang="en-US"/>
              <a:pPr>
                <a:defRPr/>
              </a:pPr>
              <a:t>2024/12/26</a:t>
            </a:fld>
            <a:endParaRPr lang="zh-TW" altLang="en-US"/>
          </a:p>
        </p:txBody>
      </p:sp>
      <p:sp>
        <p:nvSpPr>
          <p:cNvPr id="12" name="頁尾版面配置區 5">
            <a:extLst>
              <a:ext uri="{FF2B5EF4-FFF2-40B4-BE49-F238E27FC236}">
                <a16:creationId xmlns:a16="http://schemas.microsoft.com/office/drawing/2014/main" id="{85EFDB8B-8A29-E533-B643-2464315C7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zh-TW" altLang="en-US"/>
          </a:p>
        </p:txBody>
      </p:sp>
      <p:sp>
        <p:nvSpPr>
          <p:cNvPr id="13" name="投影片編號版面配置區 6">
            <a:extLst>
              <a:ext uri="{FF2B5EF4-FFF2-40B4-BE49-F238E27FC236}">
                <a16:creationId xmlns:a16="http://schemas.microsoft.com/office/drawing/2014/main" id="{CCB51923-2287-FF6B-7E1A-6D5E49644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279A059-7451-428A-9D35-59F6DB600FE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254061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110997"/>
            <a:ext cx="8229600" cy="3289553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9">
            <a:extLst>
              <a:ext uri="{FF2B5EF4-FFF2-40B4-BE49-F238E27FC236}">
                <a16:creationId xmlns:a16="http://schemas.microsoft.com/office/drawing/2014/main" id="{5F3E90CE-A610-1A97-F381-678F8B407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E7514C-B08E-442C-BB3A-58645F380B80}" type="datetimeFigureOut">
              <a:rPr lang="zh-TW" altLang="en-US"/>
              <a:pPr>
                <a:defRPr/>
              </a:pPr>
              <a:t>2024/12/26</a:t>
            </a:fld>
            <a:endParaRPr lang="zh-TW" altLang="en-US"/>
          </a:p>
        </p:txBody>
      </p:sp>
      <p:sp>
        <p:nvSpPr>
          <p:cNvPr id="5" name="頁尾版面配置區 21">
            <a:extLst>
              <a:ext uri="{FF2B5EF4-FFF2-40B4-BE49-F238E27FC236}">
                <a16:creationId xmlns:a16="http://schemas.microsoft.com/office/drawing/2014/main" id="{EAFADCC2-3D3B-29C6-2479-3E203172B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17">
            <a:extLst>
              <a:ext uri="{FF2B5EF4-FFF2-40B4-BE49-F238E27FC236}">
                <a16:creationId xmlns:a16="http://schemas.microsoft.com/office/drawing/2014/main" id="{BE423145-979C-3ED3-8411-89632A4E0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4BA13B-207F-4D76-BE7D-FB374D3B54A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28888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844013" y="205980"/>
            <a:ext cx="1777470" cy="419457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1"/>
            <a:ext cx="6324600" cy="419457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9">
            <a:extLst>
              <a:ext uri="{FF2B5EF4-FFF2-40B4-BE49-F238E27FC236}">
                <a16:creationId xmlns:a16="http://schemas.microsoft.com/office/drawing/2014/main" id="{FB0E98F0-F60F-C538-AB06-49605AA25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00CD40-3836-4241-8BAF-DE5AAE8C692E}" type="datetimeFigureOut">
              <a:rPr lang="zh-TW" altLang="en-US"/>
              <a:pPr>
                <a:defRPr/>
              </a:pPr>
              <a:t>2024/12/26</a:t>
            </a:fld>
            <a:endParaRPr lang="zh-TW" altLang="en-US"/>
          </a:p>
        </p:txBody>
      </p:sp>
      <p:sp>
        <p:nvSpPr>
          <p:cNvPr id="5" name="頁尾版面配置區 21">
            <a:extLst>
              <a:ext uri="{FF2B5EF4-FFF2-40B4-BE49-F238E27FC236}">
                <a16:creationId xmlns:a16="http://schemas.microsoft.com/office/drawing/2014/main" id="{84F2E721-7896-EBA9-7CEB-7940CCFE9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17">
            <a:extLst>
              <a:ext uri="{FF2B5EF4-FFF2-40B4-BE49-F238E27FC236}">
                <a16:creationId xmlns:a16="http://schemas.microsoft.com/office/drawing/2014/main" id="{5DFC3E4B-FE51-D7FB-2F51-282074218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A218D8-514C-4EC1-AA63-2BAA424FD4EE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81772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手繪多邊形 12">
            <a:extLst>
              <a:ext uri="{FF2B5EF4-FFF2-40B4-BE49-F238E27FC236}">
                <a16:creationId xmlns:a16="http://schemas.microsoft.com/office/drawing/2014/main" id="{2441BA15-5DEF-9CA9-6F4C-246C796EB567}"/>
              </a:ext>
            </a:extLst>
          </p:cNvPr>
          <p:cNvSpPr>
            <a:spLocks/>
          </p:cNvSpPr>
          <p:nvPr/>
        </p:nvSpPr>
        <p:spPr bwMode="auto">
          <a:xfrm>
            <a:off x="500063" y="4459288"/>
            <a:ext cx="4940300" cy="6905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en-US">
              <a:latin typeface="+mn-lt"/>
              <a:ea typeface="+mn-ea"/>
            </a:endParaRPr>
          </a:p>
        </p:txBody>
      </p:sp>
      <p:sp>
        <p:nvSpPr>
          <p:cNvPr id="1027" name="手繪多邊形 11">
            <a:extLst>
              <a:ext uri="{FF2B5EF4-FFF2-40B4-BE49-F238E27FC236}">
                <a16:creationId xmlns:a16="http://schemas.microsoft.com/office/drawing/2014/main" id="{48808C74-ED56-B405-2663-04720A967B60}"/>
              </a:ext>
            </a:extLst>
          </p:cNvPr>
          <p:cNvSpPr>
            <a:spLocks/>
          </p:cNvSpPr>
          <p:nvPr/>
        </p:nvSpPr>
        <p:spPr bwMode="auto">
          <a:xfrm>
            <a:off x="485775" y="4454525"/>
            <a:ext cx="3690938" cy="700088"/>
          </a:xfrm>
          <a:custGeom>
            <a:avLst/>
            <a:gdLst>
              <a:gd name="T0" fmla="*/ 0 w 5591"/>
              <a:gd name="T1" fmla="*/ 0 h 588"/>
              <a:gd name="T2" fmla="*/ 5760 w 5591"/>
              <a:gd name="T3" fmla="*/ 0 h 588"/>
              <a:gd name="T4" fmla="*/ 5760 w 5591"/>
              <a:gd name="T5" fmla="*/ 528 h 588"/>
              <a:gd name="T6" fmla="*/ 48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直角三角形 13">
            <a:extLst>
              <a:ext uri="{FF2B5EF4-FFF2-40B4-BE49-F238E27FC236}">
                <a16:creationId xmlns:a16="http://schemas.microsoft.com/office/drawing/2014/main" id="{818D3EBB-9438-E0A2-0833-10CA10B7B167}"/>
              </a:ext>
            </a:extLst>
          </p:cNvPr>
          <p:cNvSpPr>
            <a:spLocks/>
          </p:cNvSpPr>
          <p:nvPr/>
        </p:nvSpPr>
        <p:spPr bwMode="auto">
          <a:xfrm>
            <a:off x="-6042" y="4343440"/>
            <a:ext cx="3402314" cy="810651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en-US"/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19C8C127-52EF-84B3-1CF8-D5E2C2F3B68C}"/>
              </a:ext>
            </a:extLst>
          </p:cNvPr>
          <p:cNvCxnSpPr/>
          <p:nvPr/>
        </p:nvCxnSpPr>
        <p:spPr>
          <a:xfrm>
            <a:off x="-9237" y="4340804"/>
            <a:ext cx="3405509" cy="813287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標題版面配置區 8">
            <a:extLst>
              <a:ext uri="{FF2B5EF4-FFF2-40B4-BE49-F238E27FC236}">
                <a16:creationId xmlns:a16="http://schemas.microsoft.com/office/drawing/2014/main" id="{62312C45-36B6-9EE6-1032-A72185D67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1033" name="文字版面配置區 29">
            <a:extLst>
              <a:ext uri="{FF2B5EF4-FFF2-40B4-BE49-F238E27FC236}">
                <a16:creationId xmlns:a16="http://schemas.microsoft.com/office/drawing/2014/main" id="{37A56FE1-431B-014B-4401-881DA7DC85E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1112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altLang="zh-TW"/>
          </a:p>
        </p:txBody>
      </p:sp>
      <p:sp>
        <p:nvSpPr>
          <p:cNvPr id="10" name="日期版面配置區 9">
            <a:extLst>
              <a:ext uri="{FF2B5EF4-FFF2-40B4-BE49-F238E27FC236}">
                <a16:creationId xmlns:a16="http://schemas.microsoft.com/office/drawing/2014/main" id="{F80B3844-4134-4C72-B65B-CD07002BE3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727825" y="4805363"/>
            <a:ext cx="1919288" cy="274637"/>
          </a:xfrm>
          <a:prstGeom prst="rect">
            <a:avLst/>
          </a:prstGeom>
        </p:spPr>
        <p:txBody>
          <a:bodyPr vert="horz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000">
                <a:solidFill>
                  <a:schemeClr val="tx1"/>
                </a:solidFill>
                <a:latin typeface="+mn-lt"/>
                <a:ea typeface="+mn-ea"/>
              </a:defRPr>
            </a:lvl1pPr>
            <a:extLst/>
          </a:lstStyle>
          <a:p>
            <a:pPr>
              <a:defRPr/>
            </a:pPr>
            <a:fld id="{C50EDE69-B632-4050-A327-6A7A5E7738CB}" type="datetimeFigureOut">
              <a:rPr lang="zh-TW" altLang="en-US"/>
              <a:pPr>
                <a:defRPr/>
              </a:pPr>
              <a:t>2024/12/26</a:t>
            </a:fld>
            <a:endParaRPr lang="zh-TW" altLang="en-US"/>
          </a:p>
        </p:txBody>
      </p:sp>
      <p:sp>
        <p:nvSpPr>
          <p:cNvPr id="22" name="頁尾版面配置區 21">
            <a:extLst>
              <a:ext uri="{FF2B5EF4-FFF2-40B4-BE49-F238E27FC236}">
                <a16:creationId xmlns:a16="http://schemas.microsoft.com/office/drawing/2014/main" id="{877D6AA6-6F06-0652-06FF-CFEE5951D1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13" y="4805363"/>
            <a:ext cx="2351087" cy="274637"/>
          </a:xfrm>
          <a:prstGeom prst="rect">
            <a:avLst/>
          </a:prstGeom>
        </p:spPr>
        <p:txBody>
          <a:bodyPr vert="horz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000">
                <a:solidFill>
                  <a:schemeClr val="tx1"/>
                </a:solidFill>
                <a:latin typeface="+mn-lt"/>
                <a:ea typeface="+mn-ea"/>
              </a:defRPr>
            </a:lvl1pPr>
            <a:extLst/>
          </a:lstStyle>
          <a:p>
            <a:pPr>
              <a:defRPr/>
            </a:pPr>
            <a:endParaRPr lang="zh-TW" altLang="en-US"/>
          </a:p>
        </p:txBody>
      </p:sp>
      <p:sp>
        <p:nvSpPr>
          <p:cNvPr id="18" name="投影片編號版面配置區 17">
            <a:extLst>
              <a:ext uri="{FF2B5EF4-FFF2-40B4-BE49-F238E27FC236}">
                <a16:creationId xmlns:a16="http://schemas.microsoft.com/office/drawing/2014/main" id="{737D4CA9-0C04-BA0B-5D48-2D6E863268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47113" y="4805363"/>
            <a:ext cx="366712" cy="27463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000" smtClean="0">
                <a:latin typeface="Lucida Sans Unicode" panose="020B0602030504020204" pitchFamily="34" charset="0"/>
                <a:ea typeface="微軟正黑體" panose="020B0604030504040204" pitchFamily="34" charset="-120"/>
              </a:defRPr>
            </a:lvl1pPr>
          </a:lstStyle>
          <a:p>
            <a:pPr>
              <a:defRPr/>
            </a:pPr>
            <a:fld id="{10E4C6A8-B5DD-4DE0-B098-EFC59C983015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85" r:id="rId1"/>
    <p:sldLayoutId id="2147484081" r:id="rId2"/>
    <p:sldLayoutId id="2147484086" r:id="rId3"/>
    <p:sldLayoutId id="2147484087" r:id="rId4"/>
    <p:sldLayoutId id="2147484088" r:id="rId5"/>
    <p:sldLayoutId id="2147484089" r:id="rId6"/>
    <p:sldLayoutId id="2147484082" r:id="rId7"/>
    <p:sldLayoutId id="2147484090" r:id="rId8"/>
    <p:sldLayoutId id="2147484091" r:id="rId9"/>
    <p:sldLayoutId id="2147484083" r:id="rId10"/>
    <p:sldLayoutId id="2147484084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微軟正黑體" panose="020B0604030504040204" pitchFamily="34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微軟正黑體" panose="020B0604030504040204" pitchFamily="34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微軟正黑體" panose="020B0604030504040204" pitchFamily="34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微軟正黑體" panose="020B0604030504040204" pitchFamily="34" charset="-120"/>
        </a:defRPr>
      </a:lvl5pPr>
      <a:lvl6pPr marL="4572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微軟正黑體" panose="020B0604030504040204" pitchFamily="34" charset="-120"/>
        </a:defRPr>
      </a:lvl6pPr>
      <a:lvl7pPr marL="9144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微軟正黑體" panose="020B0604030504040204" pitchFamily="34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微軟正黑體" panose="020B0604030504040204" pitchFamily="34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微軟正黑體" panose="020B0604030504040204" pitchFamily="34" charset="-120"/>
        </a:defRPr>
      </a:lvl9pPr>
      <a:extLst/>
    </p:titleStyle>
    <p:bodyStyle>
      <a:lvl1pPr marL="365125" indent="-255588" algn="l" rtl="0" eaLnBrk="0" fontAlgn="base" hangingPunct="0">
        <a:spcBef>
          <a:spcPts val="400"/>
        </a:spcBef>
        <a:spcAft>
          <a:spcPct val="0"/>
        </a:spcAft>
        <a:buClr>
          <a:schemeClr val="accent1"/>
        </a:buClr>
        <a:buSzPct val="68000"/>
        <a:buFont typeface="Wingdings 3" panose="05040102010807070707" pitchFamily="18" charset="2"/>
        <a:buChar char=""/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0713" indent="-228600" algn="l" rtl="0" eaLnBrk="0" fontAlgn="base" hangingPunct="0">
        <a:spcBef>
          <a:spcPts val="325"/>
        </a:spcBef>
        <a:spcAft>
          <a:spcPct val="0"/>
        </a:spcAft>
        <a:buClr>
          <a:schemeClr val="accent1"/>
        </a:buClr>
        <a:buFont typeface="Verdana" panose="020B0604030504040204" pitchFamily="34" charset="0"/>
        <a:buChar char="◦"/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8838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SzPct val="100000"/>
        <a:buFont typeface="Wingdings 2" panose="05020102010507070707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anose="05020102010507070707" pitchFamily="18" charset="2"/>
        <a:buChar char="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anose="05020102010507070707" pitchFamily="18" charset="2"/>
        <a:buChar char="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3D39CEB-6D4B-DB3B-62C8-79D593FFD7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sp3d prstMaterial="softEdge"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000099"/>
                </a:solidFill>
                <a:effectLst/>
              </a:rPr>
              <a:t>第八課　美好的小組生活</a:t>
            </a:r>
            <a:endParaRPr lang="zh-TW" altLang="en-US" dirty="0">
              <a:effectLst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8F1D85B2-62A0-21DE-B34F-E72AF9C2E82E}"/>
              </a:ext>
            </a:extLst>
          </p:cNvPr>
          <p:cNvSpPr txBox="1"/>
          <p:nvPr/>
        </p:nvSpPr>
        <p:spPr>
          <a:xfrm>
            <a:off x="7622697" y="2192942"/>
            <a:ext cx="0" cy="0"/>
          </a:xfrm>
          <a:prstGeom prst="rect">
            <a:avLst/>
          </a:prstGeom>
        </p:spPr>
        <p:txBody>
          <a:bodyPr vert="horz" wrap="none" rtlCol="0">
            <a:normAutofit fontScale="25000" lnSpcReduction="20000"/>
          </a:bodyPr>
          <a:lstStyle/>
          <a:p>
            <a:pPr marL="0" indent="0">
              <a:spcBef>
                <a:spcPts val="0"/>
              </a:spcBef>
              <a:spcAft>
                <a:spcPts val="3600"/>
              </a:spcAft>
              <a:buClr>
                <a:srgbClr val="2DA2BF"/>
              </a:buClr>
              <a:buNone/>
            </a:pPr>
            <a:endParaRPr kumimoji="1" lang="zh-TW" altLang="en-US" sz="3600" b="1" dirty="0">
              <a:solidFill>
                <a:srgbClr val="C00000"/>
              </a:solidFill>
              <a:latin typeface="+mn-ea"/>
              <a:cs typeface="Times New Roman" panose="02020603050405020304" pitchFamily="18" charset="0"/>
              <a:sym typeface="Wingding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889374E5-C2F9-DF06-1933-577CAA8CAE37}"/>
              </a:ext>
            </a:extLst>
          </p:cNvPr>
          <p:cNvSpPr txBox="1"/>
          <p:nvPr/>
        </p:nvSpPr>
        <p:spPr>
          <a:xfrm>
            <a:off x="219456" y="597408"/>
            <a:ext cx="0" cy="0"/>
          </a:xfrm>
          <a:prstGeom prst="rect">
            <a:avLst/>
          </a:prstGeom>
        </p:spPr>
        <p:txBody>
          <a:bodyPr vert="horz" wrap="none" rtlCol="0">
            <a:normAutofit fontScale="25000" lnSpcReduction="20000"/>
          </a:bodyPr>
          <a:lstStyle/>
          <a:p>
            <a:pPr marL="0" indent="0">
              <a:spcBef>
                <a:spcPts val="0"/>
              </a:spcBef>
              <a:spcAft>
                <a:spcPts val="3600"/>
              </a:spcAft>
              <a:buClr>
                <a:srgbClr val="2DA2BF"/>
              </a:buClr>
              <a:buNone/>
            </a:pPr>
            <a:endParaRPr kumimoji="1" lang="zh-TW" altLang="en-US" sz="3600" b="1" dirty="0">
              <a:solidFill>
                <a:srgbClr val="C00000"/>
              </a:solidFill>
              <a:latin typeface="+mn-ea"/>
              <a:cs typeface="Times New Roman" panose="02020603050405020304" pitchFamily="18" charset="0"/>
              <a:sym typeface="Wingding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內容版面配置區 2">
            <a:extLst>
              <a:ext uri="{FF2B5EF4-FFF2-40B4-BE49-F238E27FC236}">
                <a16:creationId xmlns:a16="http://schemas.microsoft.com/office/drawing/2014/main" id="{409FDEE3-890B-C5AB-45E3-2A1729B78C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99542"/>
            <a:ext cx="8229600" cy="3394075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spcAft>
                <a:spcPts val="1200"/>
              </a:spcAft>
              <a:buFont typeface="Wingdings 3" panose="05040102010807070707" pitchFamily="18" charset="2"/>
              <a:buNone/>
            </a:pPr>
            <a:r>
              <a:rPr lang="en-US" altLang="zh-TW" sz="2400" b="1" dirty="0">
                <a:solidFill>
                  <a:srgbClr val="000099"/>
                </a:solidFill>
                <a:latin typeface="微軟正黑體" panose="020B0604030504040204" pitchFamily="34" charset="-120"/>
              </a:rPr>
              <a:t>【</a:t>
            </a:r>
            <a:r>
              <a:rPr lang="zh-TW" altLang="en-US" sz="2400" b="1" dirty="0">
                <a:solidFill>
                  <a:srgbClr val="000099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使徒行傳二 </a:t>
            </a:r>
            <a:r>
              <a:rPr lang="en-US" altLang="zh-TW" sz="2400" b="1" dirty="0">
                <a:solidFill>
                  <a:srgbClr val="000099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44~47</a:t>
            </a:r>
            <a:r>
              <a:rPr lang="en-US" altLang="zh-TW" sz="2400" b="1" dirty="0">
                <a:solidFill>
                  <a:srgbClr val="000099"/>
                </a:solidFill>
                <a:latin typeface="微軟正黑體" panose="020B0604030504040204" pitchFamily="34" charset="-120"/>
              </a:rPr>
              <a:t>】</a:t>
            </a:r>
          </a:p>
          <a:p>
            <a:pPr marL="0" indent="0" eaLnBrk="1" hangingPunct="1">
              <a:spcBef>
                <a:spcPct val="0"/>
              </a:spcBef>
              <a:spcAft>
                <a:spcPts val="1200"/>
              </a:spcAft>
              <a:buFont typeface="Wingdings 3" panose="05040102010807070707" pitchFamily="18" charset="2"/>
              <a:buNone/>
            </a:pPr>
            <a:r>
              <a:rPr lang="zh-TW" altLang="en-US" sz="3200" b="1" dirty="0">
                <a:solidFill>
                  <a:srgbClr val="000099"/>
                </a:solidFill>
                <a:latin typeface="微軟正黑體" panose="020B0604030504040204" pitchFamily="34" charset="-120"/>
              </a:rPr>
              <a:t>信的人都在一處，凡物公用，並且賣了田產、家業，照各人所需用的分給各人。他們天天同心合意恆切地在殿裏，且在家中擘餅，存着歡喜、誠實的心用飯，讚美上帝，得眾民的喜愛。主將得救的人天天加給他們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FD12BFB1-6FEB-D352-3D3D-0E0456760A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915566"/>
            <a:ext cx="8582025" cy="324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4375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內容版面配置區 1">
            <a:extLst>
              <a:ext uri="{FF2B5EF4-FFF2-40B4-BE49-F238E27FC236}">
                <a16:creationId xmlns:a16="http://schemas.microsoft.com/office/drawing/2014/main" id="{C7BA334D-76FE-1092-3488-940288ABAE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931790"/>
            <a:ext cx="8229600" cy="2787774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 typeface="Wingdings 3" panose="05040102010807070707" pitchFamily="18" charset="2"/>
              <a:buNone/>
            </a:pPr>
            <a:r>
              <a:rPr lang="en-US" altLang="zh-TW" sz="2400" b="1" dirty="0">
                <a:latin typeface="微軟正黑體" panose="020B0604030504040204" pitchFamily="34" charset="-120"/>
                <a:cs typeface="Times New Roman" panose="02020603050405020304" pitchFamily="18" charset="0"/>
              </a:rPr>
              <a:t>【</a:t>
            </a:r>
            <a:r>
              <a:rPr lang="zh-TW" altLang="en-US" sz="2400" b="1" dirty="0">
                <a:latin typeface="微軟正黑體" panose="020B0604030504040204" pitchFamily="34" charset="-120"/>
                <a:cs typeface="Times New Roman" panose="02020603050405020304" pitchFamily="18" charset="0"/>
              </a:rPr>
              <a:t>哥林多前書十二 </a:t>
            </a:r>
            <a:r>
              <a:rPr lang="en-US" altLang="zh-TW" sz="2400" b="1" dirty="0">
                <a:latin typeface="微軟正黑體" panose="020B0604030504040204" pitchFamily="34" charset="-120"/>
                <a:cs typeface="Times New Roman" panose="02020603050405020304" pitchFamily="18" charset="0"/>
              </a:rPr>
              <a:t>27】</a:t>
            </a:r>
          </a:p>
          <a:p>
            <a:pPr marL="0" indent="0" eaLnBrk="1" hangingPunct="1">
              <a:spcBef>
                <a:spcPct val="0"/>
              </a:spcBef>
              <a:spcAft>
                <a:spcPts val="2400"/>
              </a:spcAft>
              <a:buFont typeface="Wingdings 3" panose="05040102010807070707" pitchFamily="18" charset="2"/>
              <a:buNone/>
            </a:pPr>
            <a:r>
              <a:rPr lang="zh-TW" altLang="en-US" sz="3000" b="1" dirty="0">
                <a:latin typeface="微軟正黑體" panose="020B0604030504040204" pitchFamily="34" charset="-120"/>
                <a:cs typeface="Times New Roman" panose="02020603050405020304" pitchFamily="18" charset="0"/>
              </a:rPr>
              <a:t>     你們就是</a:t>
            </a:r>
            <a:r>
              <a:rPr lang="zh-TW" altLang="en-US" sz="3000" b="1" u="sng" dirty="0">
                <a:solidFill>
                  <a:srgbClr val="C00000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基督的身子</a:t>
            </a:r>
            <a:r>
              <a:rPr lang="zh-TW" altLang="en-US" sz="3000" b="1" dirty="0">
                <a:latin typeface="微軟正黑體" panose="020B0604030504040204" pitchFamily="34" charset="-120"/>
                <a:cs typeface="Times New Roman" panose="02020603050405020304" pitchFamily="18" charset="0"/>
              </a:rPr>
              <a:t>，並且</a:t>
            </a:r>
            <a:r>
              <a:rPr lang="zh-TW" altLang="en-US" sz="3000" b="1" u="sng" dirty="0">
                <a:solidFill>
                  <a:srgbClr val="C00000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各自作肢體</a:t>
            </a:r>
            <a:r>
              <a:rPr lang="zh-TW" altLang="en-US" sz="3000" b="1" dirty="0">
                <a:latin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31529922-2F50-579E-7671-20C746DCF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635646"/>
            <a:ext cx="8229600" cy="857250"/>
          </a:xfrm>
        </p:spPr>
        <p:txBody>
          <a:bodyPr>
            <a:noAutofit/>
            <a:sp3d prstMaterial="softEdge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99"/>
                </a:solidFill>
                <a:effectLst/>
              </a:rPr>
              <a:t>1.</a:t>
            </a:r>
            <a:r>
              <a:rPr lang="zh-TW" altLang="en-US" dirty="0">
                <a:solidFill>
                  <a:srgbClr val="000099"/>
                </a:solidFill>
                <a:effectLst/>
              </a:rPr>
              <a:t>歸屬在</a:t>
            </a:r>
            <a:r>
              <a:rPr lang="zh-TW" altLang="en-US" u="sng" dirty="0">
                <a:solidFill>
                  <a:srgbClr val="000099"/>
                </a:solidFill>
                <a:effectLst/>
              </a:rPr>
              <a:t>　　　　　</a:t>
            </a:r>
            <a:r>
              <a:rPr lang="zh-TW" altLang="en-US" dirty="0">
                <a:solidFill>
                  <a:srgbClr val="000099"/>
                </a:solidFill>
                <a:effectLst/>
              </a:rPr>
              <a:t>的生活</a:t>
            </a:r>
          </a:p>
        </p:txBody>
      </p:sp>
      <p:sp>
        <p:nvSpPr>
          <p:cNvPr id="5" name="標題 2">
            <a:extLst>
              <a:ext uri="{FF2B5EF4-FFF2-40B4-BE49-F238E27FC236}">
                <a16:creationId xmlns:a16="http://schemas.microsoft.com/office/drawing/2014/main" id="{09F5543A-8813-1F7D-0935-20C17382DF6E}"/>
              </a:ext>
            </a:extLst>
          </p:cNvPr>
          <p:cNvSpPr txBox="1">
            <a:spLocks/>
          </p:cNvSpPr>
          <p:nvPr/>
        </p:nvSpPr>
        <p:spPr>
          <a:xfrm>
            <a:off x="2483768" y="1635646"/>
            <a:ext cx="2520280" cy="857250"/>
          </a:xfrm>
          <a:prstGeom prst="rect">
            <a:avLst/>
          </a:prstGeom>
        </p:spPr>
        <p:txBody>
          <a:bodyPr anchor="ctr">
            <a:scene3d>
              <a:camera prst="orthographicFront"/>
              <a:lightRig rig="soft" dir="t"/>
            </a:scene3d>
            <a:sp3d prstMaterial="softEdge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 fontAlgn="auto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C00000"/>
                </a:solidFill>
                <a:effectLst/>
              </a:rPr>
              <a:t>上帝的家</a:t>
            </a:r>
          </a:p>
        </p:txBody>
      </p:sp>
      <p:sp>
        <p:nvSpPr>
          <p:cNvPr id="2" name="標題 2">
            <a:extLst>
              <a:ext uri="{FF2B5EF4-FFF2-40B4-BE49-F238E27FC236}">
                <a16:creationId xmlns:a16="http://schemas.microsoft.com/office/drawing/2014/main" id="{66964B62-5380-A2EE-1652-1D85449F3B13}"/>
              </a:ext>
            </a:extLst>
          </p:cNvPr>
          <p:cNvSpPr txBox="1">
            <a:spLocks/>
          </p:cNvSpPr>
          <p:nvPr/>
        </p:nvSpPr>
        <p:spPr>
          <a:xfrm>
            <a:off x="251520" y="339502"/>
            <a:ext cx="8229600" cy="857250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anose="020B0602030504020204" pitchFamily="34" charset="0"/>
                <a:ea typeface="微軟正黑體" panose="020B0604030504040204" pitchFamily="34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anose="020B0602030504020204" pitchFamily="34" charset="0"/>
                <a:ea typeface="微軟正黑體" panose="020B0604030504040204" pitchFamily="34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anose="020B0602030504020204" pitchFamily="34" charset="0"/>
                <a:ea typeface="微軟正黑體" panose="020B0604030504040204" pitchFamily="34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anose="020B0602030504020204" pitchFamily="34" charset="0"/>
                <a:ea typeface="微軟正黑體" panose="020B0604030504040204" pitchFamily="34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anose="020B0602030504020204" pitchFamily="34" charset="0"/>
                <a:ea typeface="微軟正黑體" panose="020B0604030504040204" pitchFamily="34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anose="020B0602030504020204" pitchFamily="34" charset="0"/>
                <a:ea typeface="微軟正黑體" panose="020B0604030504040204" pitchFamily="34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anose="020B0602030504020204" pitchFamily="34" charset="0"/>
                <a:ea typeface="微軟正黑體" panose="020B0604030504040204" pitchFamily="34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anose="020B0602030504020204" pitchFamily="34" charset="0"/>
                <a:ea typeface="微軟正黑體" panose="020B0604030504040204" pitchFamily="34" charset="-120"/>
              </a:defRPr>
            </a:lvl9pPr>
            <a:extLst/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kumimoji="0" lang="zh-TW" altLang="en-US" dirty="0">
                <a:solidFill>
                  <a:srgbClr val="000099"/>
                </a:solidFill>
                <a:effectLst/>
              </a:rPr>
              <a:t>一、什麼是小組生活？</a:t>
            </a:r>
            <a:endParaRPr kumimoji="0" lang="zh-TW" altLang="en-US" dirty="0">
              <a:solidFill>
                <a:schemeClr val="bg1"/>
              </a:solidFill>
              <a:effectLst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內容版面配置區 1">
            <a:extLst>
              <a:ext uri="{FF2B5EF4-FFF2-40B4-BE49-F238E27FC236}">
                <a16:creationId xmlns:a16="http://schemas.microsoft.com/office/drawing/2014/main" id="{D3C247A8-2297-3D5D-BB26-FE7A0F44D6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1250"/>
            <a:ext cx="8229600" cy="4032250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 typeface="Wingdings 3" panose="05040102010807070707" pitchFamily="18" charset="2"/>
              <a:buNone/>
            </a:pPr>
            <a:r>
              <a:rPr lang="en-US" altLang="zh-TW" sz="2400" b="1" dirty="0">
                <a:latin typeface="微軟正黑體" panose="020B0604030504040204" pitchFamily="34" charset="-120"/>
                <a:cs typeface="Times New Roman" panose="02020603050405020304" pitchFamily="18" charset="0"/>
              </a:rPr>
              <a:t>【</a:t>
            </a:r>
            <a:r>
              <a:rPr lang="zh-TW" altLang="en-US" sz="2400" b="1" dirty="0">
                <a:latin typeface="微軟正黑體" panose="020B0604030504040204" pitchFamily="34" charset="-120"/>
                <a:cs typeface="Times New Roman" panose="02020603050405020304" pitchFamily="18" charset="0"/>
              </a:rPr>
              <a:t>以弗所書四 </a:t>
            </a:r>
            <a:r>
              <a:rPr lang="en-US" altLang="zh-TW" sz="2400" b="1" dirty="0">
                <a:latin typeface="微軟正黑體" panose="020B0604030504040204" pitchFamily="34" charset="-120"/>
                <a:cs typeface="Times New Roman" panose="02020603050405020304" pitchFamily="18" charset="0"/>
              </a:rPr>
              <a:t>13】</a:t>
            </a:r>
          </a:p>
          <a:p>
            <a:pPr marL="0" indent="0" eaLnBrk="1" hangingPunct="1">
              <a:spcBef>
                <a:spcPct val="0"/>
              </a:spcBef>
              <a:spcAft>
                <a:spcPts val="2400"/>
              </a:spcAft>
              <a:buFont typeface="Wingdings 3" panose="05040102010807070707" pitchFamily="18" charset="2"/>
              <a:buNone/>
            </a:pPr>
            <a:r>
              <a:rPr lang="zh-TW" altLang="en-US" sz="3000" b="1" dirty="0">
                <a:latin typeface="微軟正黑體" panose="020B0604030504040204" pitchFamily="34" charset="-120"/>
                <a:cs typeface="Times New Roman" panose="02020603050405020304" pitchFamily="18" charset="0"/>
              </a:rPr>
              <a:t>直等到我們眾人在真道上同歸於一，</a:t>
            </a:r>
            <a:r>
              <a:rPr lang="zh-TW" altLang="en-US" sz="3000" b="1" u="sng" dirty="0">
                <a:solidFill>
                  <a:srgbClr val="C00000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認識上帝的兒子，得以長大成人，滿有基督長成的身量</a:t>
            </a:r>
            <a:r>
              <a:rPr lang="zh-TW" altLang="en-US" sz="3000" b="1" dirty="0">
                <a:latin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  <a:endParaRPr lang="en-US" altLang="zh-TW" sz="3000" b="1" dirty="0">
              <a:latin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 typeface="Wingdings 3" panose="05040102010807070707" pitchFamily="18" charset="2"/>
              <a:buNone/>
            </a:pPr>
            <a:r>
              <a:rPr lang="en-US" altLang="zh-TW" sz="2400" b="1" dirty="0">
                <a:latin typeface="微軟正黑體" panose="020B0604030504040204" pitchFamily="34" charset="-120"/>
                <a:cs typeface="Times New Roman" panose="02020603050405020304" pitchFamily="18" charset="0"/>
              </a:rPr>
              <a:t>【</a:t>
            </a:r>
            <a:r>
              <a:rPr lang="zh-TW" altLang="en-US" sz="2400" b="1" dirty="0">
                <a:latin typeface="微軟正黑體" panose="020B0604030504040204" pitchFamily="34" charset="-120"/>
                <a:cs typeface="Times New Roman" panose="02020603050405020304" pitchFamily="18" charset="0"/>
              </a:rPr>
              <a:t>歌羅西書一 </a:t>
            </a:r>
            <a:r>
              <a:rPr lang="en-US" altLang="zh-TW" sz="2400" b="1" dirty="0">
                <a:latin typeface="微軟正黑體" panose="020B0604030504040204" pitchFamily="34" charset="-120"/>
                <a:cs typeface="Times New Roman" panose="02020603050405020304" pitchFamily="18" charset="0"/>
              </a:rPr>
              <a:t>27】</a:t>
            </a:r>
          </a:p>
          <a:p>
            <a:pPr marL="0" indent="0" eaLnBrk="1" hangingPunct="1">
              <a:spcBef>
                <a:spcPct val="0"/>
              </a:spcBef>
              <a:spcAft>
                <a:spcPts val="2400"/>
              </a:spcAft>
              <a:buFont typeface="Wingdings 3" panose="05040102010807070707" pitchFamily="18" charset="2"/>
              <a:buNone/>
            </a:pPr>
            <a:r>
              <a:rPr lang="zh-TW" altLang="en-US" sz="3000" b="1" dirty="0">
                <a:latin typeface="微軟正黑體" panose="020B0604030504040204" pitchFamily="34" charset="-120"/>
                <a:cs typeface="Times New Roman" panose="02020603050405020304" pitchFamily="18" charset="0"/>
              </a:rPr>
              <a:t>上帝願意叫他們知道，這奧祕在外邦人中有何等豐盛的榮耀，就是</a:t>
            </a:r>
            <a:r>
              <a:rPr lang="zh-TW" altLang="en-US" sz="3000" b="1" u="sng" dirty="0">
                <a:solidFill>
                  <a:srgbClr val="C00000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基督在你們心裏成了有榮耀的盼望</a:t>
            </a:r>
            <a:r>
              <a:rPr lang="zh-TW" altLang="en-US" sz="3000" b="1" dirty="0">
                <a:latin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37653E66-3AA1-56EF-28CE-FBB0F9EBC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noAutofit/>
            <a:sp3d prstMaterial="softEdge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000099"/>
                </a:solidFill>
                <a:effectLst/>
              </a:rPr>
              <a:t>２</a:t>
            </a:r>
            <a:r>
              <a:rPr lang="en-US" altLang="zh-TW" dirty="0">
                <a:solidFill>
                  <a:srgbClr val="000099"/>
                </a:solidFill>
                <a:effectLst/>
              </a:rPr>
              <a:t>.</a:t>
            </a:r>
            <a:r>
              <a:rPr lang="zh-TW" altLang="en-US" dirty="0">
                <a:solidFill>
                  <a:srgbClr val="000099"/>
                </a:solidFill>
                <a:effectLst/>
              </a:rPr>
              <a:t>活出</a:t>
            </a:r>
            <a:r>
              <a:rPr lang="zh-TW" altLang="en-US" u="sng" dirty="0">
                <a:solidFill>
                  <a:srgbClr val="000099"/>
                </a:solidFill>
                <a:effectLst/>
              </a:rPr>
              <a:t>　　　　　　</a:t>
            </a:r>
            <a:r>
              <a:rPr lang="zh-TW" altLang="en-US" dirty="0">
                <a:solidFill>
                  <a:srgbClr val="000099"/>
                </a:solidFill>
                <a:effectLst/>
              </a:rPr>
              <a:t>的生活</a:t>
            </a:r>
          </a:p>
        </p:txBody>
      </p:sp>
      <p:sp>
        <p:nvSpPr>
          <p:cNvPr id="5" name="標題 2">
            <a:extLst>
              <a:ext uri="{FF2B5EF4-FFF2-40B4-BE49-F238E27FC236}">
                <a16:creationId xmlns:a16="http://schemas.microsoft.com/office/drawing/2014/main" id="{4FA55CDF-F632-39B6-4D86-492C92491F6F}"/>
              </a:ext>
            </a:extLst>
          </p:cNvPr>
          <p:cNvSpPr txBox="1">
            <a:spLocks/>
          </p:cNvSpPr>
          <p:nvPr/>
        </p:nvSpPr>
        <p:spPr>
          <a:xfrm>
            <a:off x="2267744" y="205979"/>
            <a:ext cx="3096344" cy="857250"/>
          </a:xfrm>
          <a:prstGeom prst="rect">
            <a:avLst/>
          </a:prstGeom>
        </p:spPr>
        <p:txBody>
          <a:bodyPr anchor="ctr">
            <a:scene3d>
              <a:camera prst="orthographicFront"/>
              <a:lightRig rig="soft" dir="t"/>
            </a:scene3d>
            <a:sp3d prstMaterial="softEdge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 fontAlgn="auto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C00000"/>
                </a:solidFill>
                <a:effectLst/>
              </a:rPr>
              <a:t>以主為中心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內容版面配置區 1">
            <a:extLst>
              <a:ext uri="{FF2B5EF4-FFF2-40B4-BE49-F238E27FC236}">
                <a16:creationId xmlns:a16="http://schemas.microsoft.com/office/drawing/2014/main" id="{F3EFD8B8-E09B-D379-00E9-BFFCEFB5FC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1250"/>
            <a:ext cx="8229600" cy="4032250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 typeface="Wingdings 3" panose="05040102010807070707" pitchFamily="18" charset="2"/>
              <a:buNone/>
            </a:pPr>
            <a:r>
              <a:rPr lang="en-US" altLang="zh-TW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【</a:t>
            </a:r>
            <a:r>
              <a:rPr lang="zh-TW" altLang="en-US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約翰福音十三 </a:t>
            </a:r>
            <a:r>
              <a:rPr lang="en-US" altLang="zh-TW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34~35】</a:t>
            </a:r>
          </a:p>
          <a:p>
            <a:pPr marL="0" indent="0" eaLnBrk="1" hangingPunct="1">
              <a:spcBef>
                <a:spcPct val="0"/>
              </a:spcBef>
              <a:spcAft>
                <a:spcPts val="2400"/>
              </a:spcAft>
              <a:buFont typeface="Wingdings 3" panose="05040102010807070707" pitchFamily="18" charset="2"/>
              <a:buNone/>
            </a:pPr>
            <a:r>
              <a:rPr lang="zh-TW" altLang="en-US" sz="3000" b="1">
                <a:latin typeface="微軟正黑體" panose="020B0604030504040204" pitchFamily="34" charset="-120"/>
                <a:cs typeface="Times New Roman" panose="02020603050405020304" pitchFamily="18" charset="0"/>
              </a:rPr>
              <a:t>我賜給你們一條新命令，乃是叫你們彼此相愛；</a:t>
            </a:r>
            <a:r>
              <a:rPr lang="zh-TW" altLang="en-US" sz="3000" b="1" u="sng">
                <a:solidFill>
                  <a:srgbClr val="C00000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我怎樣愛你們，你們也要怎樣相愛</a:t>
            </a:r>
            <a:r>
              <a:rPr lang="zh-TW" altLang="en-US" sz="3000" b="1">
                <a:latin typeface="微軟正黑體" panose="020B0604030504040204" pitchFamily="34" charset="-120"/>
                <a:cs typeface="Times New Roman" panose="02020603050405020304" pitchFamily="18" charset="0"/>
              </a:rPr>
              <a:t>。你們若有彼此相愛的心，眾人因此就認出你們是我的門徒了。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F4439212-D26F-243F-298F-6F3DC9A35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noAutofit/>
            <a:sp3d prstMaterial="softEdge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99"/>
                </a:solidFill>
                <a:effectLst/>
              </a:rPr>
              <a:t>3.</a:t>
            </a:r>
            <a:r>
              <a:rPr lang="zh-TW" altLang="en-US" dirty="0">
                <a:solidFill>
                  <a:srgbClr val="000099"/>
                </a:solidFill>
                <a:effectLst/>
              </a:rPr>
              <a:t>享受</a:t>
            </a:r>
            <a:r>
              <a:rPr lang="zh-TW" altLang="en-US" u="sng" dirty="0">
                <a:solidFill>
                  <a:srgbClr val="000099"/>
                </a:solidFill>
                <a:effectLst/>
              </a:rPr>
              <a:t>　　　　　　</a:t>
            </a:r>
            <a:r>
              <a:rPr lang="zh-TW" altLang="en-US" dirty="0">
                <a:solidFill>
                  <a:srgbClr val="000099"/>
                </a:solidFill>
                <a:effectLst/>
              </a:rPr>
              <a:t>的生活</a:t>
            </a:r>
          </a:p>
        </p:txBody>
      </p:sp>
      <p:sp>
        <p:nvSpPr>
          <p:cNvPr id="5" name="標題 2">
            <a:extLst>
              <a:ext uri="{FF2B5EF4-FFF2-40B4-BE49-F238E27FC236}">
                <a16:creationId xmlns:a16="http://schemas.microsoft.com/office/drawing/2014/main" id="{C448C60A-A0C6-A707-CC0F-E832E78ECA6F}"/>
              </a:ext>
            </a:extLst>
          </p:cNvPr>
          <p:cNvSpPr txBox="1">
            <a:spLocks/>
          </p:cNvSpPr>
          <p:nvPr/>
        </p:nvSpPr>
        <p:spPr>
          <a:xfrm>
            <a:off x="2267744" y="205979"/>
            <a:ext cx="3096344" cy="857250"/>
          </a:xfrm>
          <a:prstGeom prst="rect">
            <a:avLst/>
          </a:prstGeom>
        </p:spPr>
        <p:txBody>
          <a:bodyPr anchor="ctr">
            <a:scene3d>
              <a:camera prst="orthographicFront"/>
              <a:lightRig rig="soft" dir="t"/>
            </a:scene3d>
            <a:sp3d prstMaterial="softEdge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 fontAlgn="auto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C00000"/>
                </a:solidFill>
                <a:effectLst/>
              </a:rPr>
              <a:t>彼此相愛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內容版面配置區 1">
            <a:extLst>
              <a:ext uri="{FF2B5EF4-FFF2-40B4-BE49-F238E27FC236}">
                <a16:creationId xmlns:a16="http://schemas.microsoft.com/office/drawing/2014/main" id="{FF3A4446-BD6F-8BC5-F649-03144EE3F2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1250"/>
            <a:ext cx="8229600" cy="4032250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 typeface="Wingdings 3" panose="05040102010807070707" pitchFamily="18" charset="2"/>
              <a:buNone/>
            </a:pPr>
            <a:r>
              <a:rPr lang="en-US" altLang="zh-TW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【</a:t>
            </a:r>
            <a:r>
              <a:rPr lang="zh-TW" altLang="en-US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以弗所書四 </a:t>
            </a:r>
            <a:r>
              <a:rPr lang="en-US" altLang="zh-TW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16】</a:t>
            </a:r>
          </a:p>
          <a:p>
            <a:pPr marL="0" indent="0" eaLnBrk="1" hangingPunct="1">
              <a:spcBef>
                <a:spcPct val="0"/>
              </a:spcBef>
              <a:spcAft>
                <a:spcPts val="2400"/>
              </a:spcAft>
              <a:buFont typeface="Wingdings 3" panose="05040102010807070707" pitchFamily="18" charset="2"/>
              <a:buNone/>
            </a:pPr>
            <a:r>
              <a:rPr lang="zh-TW" altLang="en-US" sz="3000" b="1">
                <a:latin typeface="微軟正黑體" panose="020B0604030504040204" pitchFamily="34" charset="-120"/>
                <a:cs typeface="Times New Roman" panose="02020603050405020304" pitchFamily="18" charset="0"/>
              </a:rPr>
              <a:t>全身都靠他聯絡得合式，百節各按各職，照着各體的功用彼此相助，便叫</a:t>
            </a:r>
            <a:r>
              <a:rPr lang="zh-TW" altLang="en-US" sz="3000" b="1" u="sng">
                <a:solidFill>
                  <a:srgbClr val="C00000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身體漸漸增長，在愛中建立自己</a:t>
            </a:r>
            <a:r>
              <a:rPr lang="zh-TW" altLang="en-US" sz="3000" b="1">
                <a:latin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2AC76FC8-C1BE-4B60-965E-5F1D38A22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noAutofit/>
            <a:sp3d prstMaterial="softEdge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99"/>
                </a:solidFill>
                <a:effectLst/>
              </a:rPr>
              <a:t>4.</a:t>
            </a:r>
            <a:r>
              <a:rPr lang="zh-TW" altLang="en-US" dirty="0">
                <a:solidFill>
                  <a:srgbClr val="000099"/>
                </a:solidFill>
                <a:effectLst/>
              </a:rPr>
              <a:t>學習</a:t>
            </a:r>
            <a:r>
              <a:rPr lang="zh-TW" altLang="en-US" u="sng" dirty="0">
                <a:solidFill>
                  <a:srgbClr val="000099"/>
                </a:solidFill>
                <a:effectLst/>
              </a:rPr>
              <a:t>　　　　　　</a:t>
            </a:r>
            <a:r>
              <a:rPr lang="zh-TW" altLang="en-US" dirty="0">
                <a:solidFill>
                  <a:srgbClr val="000099"/>
                </a:solidFill>
                <a:effectLst/>
              </a:rPr>
              <a:t>的生活</a:t>
            </a:r>
          </a:p>
        </p:txBody>
      </p:sp>
      <p:sp>
        <p:nvSpPr>
          <p:cNvPr id="5" name="標題 2">
            <a:extLst>
              <a:ext uri="{FF2B5EF4-FFF2-40B4-BE49-F238E27FC236}">
                <a16:creationId xmlns:a16="http://schemas.microsoft.com/office/drawing/2014/main" id="{6D5DE82E-AD39-95BC-0F95-C259701C5B5F}"/>
              </a:ext>
            </a:extLst>
          </p:cNvPr>
          <p:cNvSpPr txBox="1">
            <a:spLocks/>
          </p:cNvSpPr>
          <p:nvPr/>
        </p:nvSpPr>
        <p:spPr>
          <a:xfrm>
            <a:off x="2267744" y="205979"/>
            <a:ext cx="2808312" cy="857250"/>
          </a:xfrm>
          <a:prstGeom prst="rect">
            <a:avLst/>
          </a:prstGeom>
        </p:spPr>
        <p:txBody>
          <a:bodyPr anchor="ctr">
            <a:scene3d>
              <a:camera prst="orthographicFront"/>
              <a:lightRig rig="soft" dir="t"/>
            </a:scene3d>
            <a:sp3d prstMaterial="softEdge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 fontAlgn="auto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C00000"/>
                </a:solidFill>
                <a:effectLst/>
              </a:rPr>
              <a:t>屬靈成長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內容版面配置區 1">
            <a:extLst>
              <a:ext uri="{FF2B5EF4-FFF2-40B4-BE49-F238E27FC236}">
                <a16:creationId xmlns:a16="http://schemas.microsoft.com/office/drawing/2014/main" id="{67727593-2FA4-9B62-B34C-1CC4A53E7F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1250"/>
            <a:ext cx="8229600" cy="4032250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 typeface="Wingdings 3" panose="05040102010807070707" pitchFamily="18" charset="2"/>
              <a:buNone/>
            </a:pPr>
            <a:r>
              <a:rPr lang="en-US" altLang="zh-TW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【</a:t>
            </a:r>
            <a:r>
              <a:rPr lang="zh-TW" altLang="en-US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馬太福音十八 </a:t>
            </a:r>
            <a:r>
              <a:rPr lang="en-US" altLang="zh-TW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20】</a:t>
            </a:r>
          </a:p>
          <a:p>
            <a:pPr marL="0" indent="0" eaLnBrk="1" hangingPunct="1">
              <a:spcBef>
                <a:spcPct val="0"/>
              </a:spcBef>
              <a:spcAft>
                <a:spcPts val="2400"/>
              </a:spcAft>
              <a:buFont typeface="Wingdings 3" panose="05040102010807070707" pitchFamily="18" charset="2"/>
              <a:buNone/>
            </a:pPr>
            <a:r>
              <a:rPr lang="zh-TW" altLang="en-US" sz="3000" b="1">
                <a:latin typeface="微軟正黑體" panose="020B0604030504040204" pitchFamily="34" charset="-120"/>
                <a:cs typeface="Times New Roman" panose="02020603050405020304" pitchFamily="18" charset="0"/>
              </a:rPr>
              <a:t>因為無論在哪裏，有兩三個人奉我的名聚會，</a:t>
            </a:r>
            <a:r>
              <a:rPr lang="zh-TW" altLang="en-US" sz="3000" b="1" u="sng">
                <a:solidFill>
                  <a:srgbClr val="C00000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那裏就有我在他們中間</a:t>
            </a:r>
            <a:r>
              <a:rPr lang="zh-TW" altLang="en-US" sz="3000" b="1">
                <a:latin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CC14D16A-A365-E55D-1E0B-C8523EE35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noAutofit/>
            <a:sp3d prstMaterial="softEdge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99"/>
                </a:solidFill>
                <a:effectLst/>
              </a:rPr>
              <a:t>5.</a:t>
            </a:r>
            <a:r>
              <a:rPr lang="zh-TW" altLang="en-US" dirty="0">
                <a:solidFill>
                  <a:srgbClr val="000099"/>
                </a:solidFill>
                <a:effectLst/>
              </a:rPr>
              <a:t>經歷</a:t>
            </a:r>
            <a:r>
              <a:rPr lang="zh-TW" altLang="en-US" u="sng" dirty="0">
                <a:solidFill>
                  <a:srgbClr val="000099"/>
                </a:solidFill>
                <a:effectLst/>
              </a:rPr>
              <a:t>　　　　　　</a:t>
            </a:r>
            <a:r>
              <a:rPr lang="zh-TW" altLang="en-US" dirty="0">
                <a:solidFill>
                  <a:srgbClr val="000099"/>
                </a:solidFill>
                <a:effectLst/>
              </a:rPr>
              <a:t>的生活</a:t>
            </a:r>
          </a:p>
        </p:txBody>
      </p:sp>
      <p:sp>
        <p:nvSpPr>
          <p:cNvPr id="5" name="標題 2">
            <a:extLst>
              <a:ext uri="{FF2B5EF4-FFF2-40B4-BE49-F238E27FC236}">
                <a16:creationId xmlns:a16="http://schemas.microsoft.com/office/drawing/2014/main" id="{E9582503-C7E8-C4D6-6139-5A99720F2D9B}"/>
              </a:ext>
            </a:extLst>
          </p:cNvPr>
          <p:cNvSpPr txBox="1">
            <a:spLocks/>
          </p:cNvSpPr>
          <p:nvPr/>
        </p:nvSpPr>
        <p:spPr>
          <a:xfrm>
            <a:off x="2267744" y="205979"/>
            <a:ext cx="2808312" cy="857250"/>
          </a:xfrm>
          <a:prstGeom prst="rect">
            <a:avLst/>
          </a:prstGeom>
        </p:spPr>
        <p:txBody>
          <a:bodyPr anchor="ctr">
            <a:scene3d>
              <a:camera prst="orthographicFront"/>
              <a:lightRig rig="soft" dir="t"/>
            </a:scene3d>
            <a:sp3d prstMaterial="softEdge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 fontAlgn="auto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C00000"/>
                </a:solidFill>
                <a:effectLst/>
              </a:rPr>
              <a:t>耶穌同在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內容版面配置區 1">
            <a:extLst>
              <a:ext uri="{FF2B5EF4-FFF2-40B4-BE49-F238E27FC236}">
                <a16:creationId xmlns:a16="http://schemas.microsoft.com/office/drawing/2014/main" id="{C4D71119-52CE-3455-C08C-D832EFEA87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60" y="1275606"/>
            <a:ext cx="8229600" cy="3363838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 typeface="Wingdings 3" panose="05040102010807070707" pitchFamily="18" charset="2"/>
              <a:buNone/>
            </a:pPr>
            <a:r>
              <a:rPr lang="en-US" altLang="zh-TW" sz="2400" b="1" dirty="0">
                <a:latin typeface="微軟正黑體" panose="020B0604030504040204" pitchFamily="34" charset="-120"/>
                <a:cs typeface="Times New Roman" panose="02020603050405020304" pitchFamily="18" charset="0"/>
              </a:rPr>
              <a:t>【</a:t>
            </a:r>
            <a:r>
              <a:rPr lang="zh-TW" altLang="en-US" sz="2400" b="1" dirty="0">
                <a:latin typeface="微軟正黑體" panose="020B0604030504040204" pitchFamily="34" charset="-120"/>
                <a:cs typeface="Times New Roman" panose="02020603050405020304" pitchFamily="18" charset="0"/>
              </a:rPr>
              <a:t>使徒行傳五 </a:t>
            </a:r>
            <a:r>
              <a:rPr lang="en-US" altLang="zh-TW" sz="2400" b="1" dirty="0">
                <a:latin typeface="微軟正黑體" panose="020B0604030504040204" pitchFamily="34" charset="-120"/>
                <a:cs typeface="Times New Roman" panose="02020603050405020304" pitchFamily="18" charset="0"/>
              </a:rPr>
              <a:t>42】</a:t>
            </a:r>
          </a:p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 typeface="Wingdings 3" panose="05040102010807070707" pitchFamily="18" charset="2"/>
              <a:buNone/>
            </a:pPr>
            <a:endParaRPr lang="en-US" altLang="zh-TW" sz="2400" b="1" dirty="0">
              <a:latin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0" indent="0" eaLnBrk="1" hangingPunct="1">
              <a:spcBef>
                <a:spcPct val="0"/>
              </a:spcBef>
              <a:spcAft>
                <a:spcPts val="2400"/>
              </a:spcAft>
              <a:buFont typeface="Wingdings 3" panose="05040102010807070707" pitchFamily="18" charset="2"/>
              <a:buNone/>
            </a:pPr>
            <a:r>
              <a:rPr lang="en-US" altLang="zh-TW" sz="3000" b="1" dirty="0">
                <a:latin typeface="微軟正黑體" panose="020B0604030504040204" pitchFamily="34" charset="-120"/>
                <a:cs typeface="Times New Roman" panose="02020603050405020304" pitchFamily="18" charset="0"/>
              </a:rPr>
              <a:t>	</a:t>
            </a:r>
            <a:r>
              <a:rPr lang="zh-TW" altLang="en-US" sz="3000" b="1" dirty="0">
                <a:latin typeface="微軟正黑體" panose="020B0604030504040204" pitchFamily="34" charset="-120"/>
                <a:cs typeface="Times New Roman" panose="02020603050405020304" pitchFamily="18" charset="0"/>
              </a:rPr>
              <a:t>他們就每日在殿裏、在家裏不住地教訓人，</a:t>
            </a:r>
            <a:endParaRPr lang="en-US" altLang="zh-TW" sz="3000" b="1" dirty="0">
              <a:latin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0" indent="0" eaLnBrk="1" hangingPunct="1">
              <a:spcBef>
                <a:spcPct val="0"/>
              </a:spcBef>
              <a:spcAft>
                <a:spcPts val="2400"/>
              </a:spcAft>
              <a:buFont typeface="Wingdings 3" panose="05040102010807070707" pitchFamily="18" charset="2"/>
              <a:buNone/>
            </a:pPr>
            <a:r>
              <a:rPr lang="en-US" altLang="zh-TW" sz="3000" b="1" dirty="0">
                <a:solidFill>
                  <a:srgbClr val="C00000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	</a:t>
            </a:r>
            <a:r>
              <a:rPr lang="zh-TW" altLang="en-US" sz="3000" b="1" u="sng" dirty="0">
                <a:solidFill>
                  <a:srgbClr val="C00000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傳耶穌是基督</a:t>
            </a:r>
            <a:r>
              <a:rPr lang="zh-TW" altLang="en-US" sz="3000" b="1" dirty="0">
                <a:latin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DD86412-0F8E-7E26-72FD-2E93FEDC9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noAutofit/>
            <a:sp3d prstMaterial="softEdge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99"/>
                </a:solidFill>
                <a:effectLst/>
              </a:rPr>
              <a:t>6.</a:t>
            </a:r>
            <a:r>
              <a:rPr lang="zh-TW" altLang="en-US" u="sng" dirty="0">
                <a:solidFill>
                  <a:srgbClr val="000099"/>
                </a:solidFill>
                <a:effectLst/>
              </a:rPr>
              <a:t>　　　　　　</a:t>
            </a:r>
            <a:r>
              <a:rPr lang="zh-TW" altLang="en-US" dirty="0">
                <a:solidFill>
                  <a:srgbClr val="000099"/>
                </a:solidFill>
                <a:effectLst/>
              </a:rPr>
              <a:t>的生活</a:t>
            </a:r>
          </a:p>
        </p:txBody>
      </p:sp>
      <p:sp>
        <p:nvSpPr>
          <p:cNvPr id="5" name="標題 2">
            <a:extLst>
              <a:ext uri="{FF2B5EF4-FFF2-40B4-BE49-F238E27FC236}">
                <a16:creationId xmlns:a16="http://schemas.microsoft.com/office/drawing/2014/main" id="{3BF12689-7614-1AEF-421C-401DB0E27F40}"/>
              </a:ext>
            </a:extLst>
          </p:cNvPr>
          <p:cNvSpPr txBox="1">
            <a:spLocks/>
          </p:cNvSpPr>
          <p:nvPr/>
        </p:nvSpPr>
        <p:spPr>
          <a:xfrm>
            <a:off x="1043608" y="205979"/>
            <a:ext cx="3024336" cy="857250"/>
          </a:xfrm>
          <a:prstGeom prst="rect">
            <a:avLst/>
          </a:prstGeom>
        </p:spPr>
        <p:txBody>
          <a:bodyPr anchor="ctr">
            <a:scene3d>
              <a:camera prst="orthographicFront"/>
              <a:lightRig rig="soft" dir="t"/>
            </a:scene3d>
            <a:sp3d prstMaterial="softEdge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 fontAlgn="auto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C00000"/>
                </a:solidFill>
                <a:effectLst/>
              </a:rPr>
              <a:t>見證福音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932E18B9-19EE-F91D-6D32-81466D077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sp3d prstMaterial="softEdge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000099"/>
                </a:solidFill>
                <a:effectLst/>
              </a:rPr>
              <a:t>二、小組生活所帶來的益處</a:t>
            </a:r>
            <a:endParaRPr lang="zh-TW" altLang="en-US" dirty="0">
              <a:solidFill>
                <a:schemeClr val="bg1"/>
              </a:solidFill>
              <a:effectLst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內容版面配置區 1">
            <a:extLst>
              <a:ext uri="{FF2B5EF4-FFF2-40B4-BE49-F238E27FC236}">
                <a16:creationId xmlns:a16="http://schemas.microsoft.com/office/drawing/2014/main" id="{5E1B2EC8-23D0-A0FC-DE08-137CC8CF17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1250"/>
            <a:ext cx="8229600" cy="4032250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 typeface="Wingdings 3" panose="05040102010807070707" pitchFamily="18" charset="2"/>
              <a:buNone/>
            </a:pPr>
            <a:r>
              <a:rPr lang="en-US" altLang="zh-TW" sz="2400" b="1" dirty="0">
                <a:latin typeface="微軟正黑體" panose="020B0604030504040204" pitchFamily="34" charset="-120"/>
                <a:cs typeface="Times New Roman" panose="02020603050405020304" pitchFamily="18" charset="0"/>
              </a:rPr>
              <a:t>【</a:t>
            </a:r>
            <a:r>
              <a:rPr lang="zh-TW" altLang="en-US" sz="2400" b="1" dirty="0">
                <a:latin typeface="微軟正黑體" panose="020B0604030504040204" pitchFamily="34" charset="-120"/>
                <a:cs typeface="Times New Roman" panose="02020603050405020304" pitchFamily="18" charset="0"/>
              </a:rPr>
              <a:t>使徒行傳二 </a:t>
            </a:r>
            <a:r>
              <a:rPr lang="en-US" altLang="zh-TW" sz="2400" b="1" dirty="0">
                <a:latin typeface="微軟正黑體" panose="020B0604030504040204" pitchFamily="34" charset="-120"/>
                <a:cs typeface="Times New Roman" panose="02020603050405020304" pitchFamily="18" charset="0"/>
              </a:rPr>
              <a:t>42~46】</a:t>
            </a:r>
          </a:p>
          <a:p>
            <a:pPr marL="0" indent="0" eaLnBrk="1" hangingPunct="1">
              <a:spcBef>
                <a:spcPct val="0"/>
              </a:spcBef>
              <a:spcAft>
                <a:spcPts val="1800"/>
              </a:spcAft>
              <a:buFont typeface="Wingdings 3" panose="05040102010807070707" pitchFamily="18" charset="2"/>
              <a:buNone/>
            </a:pPr>
            <a:r>
              <a:rPr lang="zh-TW" altLang="en-US" sz="3000" b="1" dirty="0">
                <a:latin typeface="微軟正黑體" panose="020B0604030504040204" pitchFamily="34" charset="-120"/>
                <a:cs typeface="Times New Roman" panose="02020603050405020304" pitchFamily="18" charset="0"/>
              </a:rPr>
              <a:t>都恆心遵守使徒的教訓，</a:t>
            </a:r>
            <a:r>
              <a:rPr lang="zh-TW" altLang="en-US" sz="3000" b="1" u="sng" dirty="0">
                <a:solidFill>
                  <a:srgbClr val="C00000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彼此交接，擘餅，祈禱</a:t>
            </a:r>
            <a:r>
              <a:rPr lang="zh-TW" altLang="en-US" sz="3000" b="1" dirty="0">
                <a:latin typeface="微軟正黑體" panose="020B0604030504040204" pitchFamily="34" charset="-120"/>
                <a:cs typeface="Times New Roman" panose="02020603050405020304" pitchFamily="18" charset="0"/>
              </a:rPr>
              <a:t>。眾人都懼怕；使徒又行了許多奇事神蹟。</a:t>
            </a:r>
            <a:r>
              <a:rPr lang="zh-TW" altLang="en-US" sz="3000" b="1" u="sng" dirty="0">
                <a:solidFill>
                  <a:srgbClr val="C00000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信的人都在一處，凡物公用</a:t>
            </a:r>
            <a:r>
              <a:rPr lang="zh-TW" altLang="en-US" sz="3000" b="1" dirty="0">
                <a:latin typeface="微軟正黑體" panose="020B0604030504040204" pitchFamily="34" charset="-120"/>
                <a:cs typeface="Times New Roman" panose="02020603050405020304" pitchFamily="18" charset="0"/>
              </a:rPr>
              <a:t>，並且賣了田產、家業，照各人所需用的分給各人。他們天天同心合意恆切地在殿裏，且在家中擘餅，</a:t>
            </a:r>
            <a:r>
              <a:rPr lang="zh-TW" altLang="en-US" sz="3000" b="1" u="sng" dirty="0">
                <a:solidFill>
                  <a:srgbClr val="C00000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存著歡喜、誠實的心用飯</a:t>
            </a:r>
            <a:r>
              <a:rPr lang="zh-TW" altLang="en-US" sz="3000" b="1" dirty="0">
                <a:latin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66C5832E-2FD0-149B-F0B1-9E4F55CF4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noAutofit/>
            <a:sp3d prstMaterial="softEdge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99"/>
                </a:solidFill>
                <a:effectLst/>
              </a:rPr>
              <a:t>1.</a:t>
            </a:r>
            <a:r>
              <a:rPr lang="zh-TW" altLang="en-US" dirty="0">
                <a:solidFill>
                  <a:srgbClr val="000099"/>
                </a:solidFill>
                <a:effectLst/>
              </a:rPr>
              <a:t>得到</a:t>
            </a:r>
            <a:r>
              <a:rPr lang="zh-TW" altLang="en-US" u="sng" dirty="0">
                <a:solidFill>
                  <a:srgbClr val="000099"/>
                </a:solidFill>
                <a:effectLst/>
              </a:rPr>
              <a:t>　　　</a:t>
            </a:r>
            <a:r>
              <a:rPr lang="zh-TW" altLang="en-US" dirty="0">
                <a:solidFill>
                  <a:srgbClr val="000099"/>
                </a:solidFill>
                <a:effectLst/>
              </a:rPr>
              <a:t>與</a:t>
            </a:r>
            <a:r>
              <a:rPr lang="zh-TW" altLang="en-US" u="sng" dirty="0">
                <a:solidFill>
                  <a:srgbClr val="000099"/>
                </a:solidFill>
                <a:effectLst/>
              </a:rPr>
              <a:t>　　　</a:t>
            </a:r>
            <a:r>
              <a:rPr lang="en-US" altLang="zh-TW" dirty="0">
                <a:solidFill>
                  <a:schemeClr val="bg1"/>
                </a:solidFill>
                <a:effectLst/>
              </a:rPr>
              <a:t>.</a:t>
            </a:r>
            <a:endParaRPr lang="zh-TW" altLang="en-US" dirty="0">
              <a:solidFill>
                <a:schemeClr val="bg1"/>
              </a:solidFill>
              <a:effectLst/>
            </a:endParaRPr>
          </a:p>
        </p:txBody>
      </p:sp>
      <p:sp>
        <p:nvSpPr>
          <p:cNvPr id="5" name="標題 2">
            <a:extLst>
              <a:ext uri="{FF2B5EF4-FFF2-40B4-BE49-F238E27FC236}">
                <a16:creationId xmlns:a16="http://schemas.microsoft.com/office/drawing/2014/main" id="{6D93C53B-67C5-B2A1-57AB-E85DB0D1AC0E}"/>
              </a:ext>
            </a:extLst>
          </p:cNvPr>
          <p:cNvSpPr txBox="1">
            <a:spLocks/>
          </p:cNvSpPr>
          <p:nvPr/>
        </p:nvSpPr>
        <p:spPr>
          <a:xfrm>
            <a:off x="2123728" y="205979"/>
            <a:ext cx="3528392" cy="857250"/>
          </a:xfrm>
          <a:prstGeom prst="rect">
            <a:avLst/>
          </a:prstGeom>
        </p:spPr>
        <p:txBody>
          <a:bodyPr anchor="ctr">
            <a:scene3d>
              <a:camera prst="orthographicFront"/>
              <a:lightRig rig="soft" dir="t"/>
            </a:scene3d>
            <a:sp3d prstMaterial="softEdge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 fontAlgn="auto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C00000"/>
                </a:solidFill>
                <a:effectLst/>
              </a:rPr>
              <a:t>陪伴　　關懷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內容版面配置區 1">
            <a:extLst>
              <a:ext uri="{FF2B5EF4-FFF2-40B4-BE49-F238E27FC236}">
                <a16:creationId xmlns:a16="http://schemas.microsoft.com/office/drawing/2014/main" id="{6B9FC3FF-AA66-F411-F7A7-84B6CDCE00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1250"/>
            <a:ext cx="8229600" cy="4032250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 typeface="Wingdings 3" panose="05040102010807070707" pitchFamily="18" charset="2"/>
              <a:buNone/>
            </a:pPr>
            <a:r>
              <a:rPr lang="en-US" altLang="zh-TW" sz="2400" b="1" dirty="0">
                <a:latin typeface="微軟正黑體" panose="020B0604030504040204" pitchFamily="34" charset="-120"/>
                <a:cs typeface="Times New Roman" panose="02020603050405020304" pitchFamily="18" charset="0"/>
              </a:rPr>
              <a:t>【</a:t>
            </a:r>
            <a:r>
              <a:rPr lang="zh-TW" altLang="en-US" sz="2400" b="1" dirty="0">
                <a:latin typeface="微軟正黑體" panose="020B0604030504040204" pitchFamily="34" charset="-120"/>
                <a:cs typeface="Times New Roman" panose="02020603050405020304" pitchFamily="18" charset="0"/>
              </a:rPr>
              <a:t>腓利門書 </a:t>
            </a:r>
            <a:r>
              <a:rPr lang="en-US" altLang="zh-TW" sz="2400" b="1" dirty="0">
                <a:latin typeface="微軟正黑體" panose="020B0604030504040204" pitchFamily="34" charset="-120"/>
                <a:cs typeface="Times New Roman" panose="02020603050405020304" pitchFamily="18" charset="0"/>
              </a:rPr>
              <a:t>11】</a:t>
            </a:r>
          </a:p>
          <a:p>
            <a:pPr marL="0" indent="0" eaLnBrk="1" hangingPunct="1">
              <a:spcBef>
                <a:spcPct val="0"/>
              </a:spcBef>
              <a:spcAft>
                <a:spcPts val="3000"/>
              </a:spcAft>
              <a:buFont typeface="Wingdings 3" panose="05040102010807070707" pitchFamily="18" charset="2"/>
              <a:buNone/>
            </a:pPr>
            <a:r>
              <a:rPr lang="zh-TW" altLang="en-US" sz="3000" b="1" dirty="0">
                <a:latin typeface="微軟正黑體" panose="020B0604030504040204" pitchFamily="34" charset="-120"/>
                <a:cs typeface="Times New Roman" panose="02020603050405020304" pitchFamily="18" charset="0"/>
              </a:rPr>
              <a:t>   他從前與你沒有益處，但如今</a:t>
            </a:r>
            <a:r>
              <a:rPr lang="zh-TW" altLang="en-US" sz="3000" b="1" u="sng" dirty="0">
                <a:solidFill>
                  <a:srgbClr val="C00000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與你我都有益處</a:t>
            </a:r>
            <a:r>
              <a:rPr lang="zh-TW" altLang="en-US" sz="3000" b="1" dirty="0">
                <a:latin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  <a:endParaRPr lang="en-US" altLang="zh-TW" sz="3000" b="1" dirty="0">
              <a:latin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 typeface="Wingdings 3" panose="05040102010807070707" pitchFamily="18" charset="2"/>
              <a:buNone/>
            </a:pPr>
            <a:r>
              <a:rPr lang="en-US" altLang="zh-TW" sz="2400" b="1" dirty="0">
                <a:latin typeface="微軟正黑體" panose="020B0604030504040204" pitchFamily="34" charset="-120"/>
                <a:cs typeface="Times New Roman" panose="02020603050405020304" pitchFamily="18" charset="0"/>
              </a:rPr>
              <a:t>【</a:t>
            </a:r>
            <a:r>
              <a:rPr lang="zh-TW" altLang="en-US" sz="2400" b="1" dirty="0">
                <a:latin typeface="微軟正黑體" panose="020B0604030504040204" pitchFamily="34" charset="-120"/>
                <a:cs typeface="Times New Roman" panose="02020603050405020304" pitchFamily="18" charset="0"/>
              </a:rPr>
              <a:t>腓利門書 </a:t>
            </a:r>
            <a:r>
              <a:rPr lang="en-US" altLang="zh-TW" sz="2400" b="1" dirty="0">
                <a:latin typeface="微軟正黑體" panose="020B0604030504040204" pitchFamily="34" charset="-120"/>
                <a:cs typeface="Times New Roman" panose="02020603050405020304" pitchFamily="18" charset="0"/>
              </a:rPr>
              <a:t>16a】</a:t>
            </a:r>
          </a:p>
          <a:p>
            <a:pPr marL="0" indent="0" eaLnBrk="1" hangingPunct="1">
              <a:spcBef>
                <a:spcPct val="0"/>
              </a:spcBef>
              <a:spcAft>
                <a:spcPts val="1800"/>
              </a:spcAft>
              <a:buFont typeface="Wingdings 3" panose="05040102010807070707" pitchFamily="18" charset="2"/>
              <a:buNone/>
            </a:pPr>
            <a:r>
              <a:rPr lang="zh-TW" altLang="en-US" sz="3000" b="1" dirty="0">
                <a:latin typeface="微軟正黑體" panose="020B0604030504040204" pitchFamily="34" charset="-120"/>
                <a:cs typeface="Times New Roman" panose="02020603050405020304" pitchFamily="18" charset="0"/>
              </a:rPr>
              <a:t>   不再是奴僕，乃是高過奴僕，</a:t>
            </a:r>
            <a:r>
              <a:rPr lang="zh-TW" altLang="en-US" sz="3000" b="1" u="sng" dirty="0">
                <a:solidFill>
                  <a:srgbClr val="C00000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是親愛的兄弟</a:t>
            </a:r>
            <a:r>
              <a:rPr lang="zh-TW" altLang="en-US" sz="3000" b="1" dirty="0">
                <a:latin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1B3D85FF-5D91-5865-9F12-6CBDC9A79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noAutofit/>
            <a:sp3d prstMaterial="softEdge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99"/>
                </a:solidFill>
                <a:effectLst/>
              </a:rPr>
              <a:t>2.</a:t>
            </a:r>
            <a:r>
              <a:rPr lang="zh-TW" altLang="en-US" dirty="0">
                <a:solidFill>
                  <a:srgbClr val="000099"/>
                </a:solidFill>
                <a:effectLst/>
              </a:rPr>
              <a:t>被</a:t>
            </a:r>
            <a:r>
              <a:rPr lang="zh-TW" altLang="en-US" u="sng" dirty="0">
                <a:solidFill>
                  <a:srgbClr val="000099"/>
                </a:solidFill>
                <a:effectLst/>
              </a:rPr>
              <a:t>　　　</a:t>
            </a:r>
            <a:r>
              <a:rPr lang="zh-TW" altLang="en-US" dirty="0">
                <a:solidFill>
                  <a:srgbClr val="000099"/>
                </a:solidFill>
                <a:effectLst/>
              </a:rPr>
              <a:t>與</a:t>
            </a:r>
            <a:r>
              <a:rPr lang="zh-TW" altLang="en-US" u="sng" dirty="0">
                <a:solidFill>
                  <a:srgbClr val="000099"/>
                </a:solidFill>
                <a:effectLst/>
              </a:rPr>
              <a:t>　　　</a:t>
            </a:r>
            <a:r>
              <a:rPr lang="en-US" altLang="zh-TW" dirty="0">
                <a:solidFill>
                  <a:schemeClr val="bg1"/>
                </a:solidFill>
                <a:effectLst/>
              </a:rPr>
              <a:t>.</a:t>
            </a:r>
            <a:endParaRPr lang="zh-TW" altLang="en-US" dirty="0">
              <a:solidFill>
                <a:schemeClr val="bg1"/>
              </a:solidFill>
              <a:effectLst/>
            </a:endParaRPr>
          </a:p>
        </p:txBody>
      </p:sp>
      <p:sp>
        <p:nvSpPr>
          <p:cNvPr id="5" name="標題 2">
            <a:extLst>
              <a:ext uri="{FF2B5EF4-FFF2-40B4-BE49-F238E27FC236}">
                <a16:creationId xmlns:a16="http://schemas.microsoft.com/office/drawing/2014/main" id="{1CD995FF-7199-468D-67F7-2F6B67DE7845}"/>
              </a:ext>
            </a:extLst>
          </p:cNvPr>
          <p:cNvSpPr txBox="1">
            <a:spLocks/>
          </p:cNvSpPr>
          <p:nvPr/>
        </p:nvSpPr>
        <p:spPr>
          <a:xfrm>
            <a:off x="1547664" y="205979"/>
            <a:ext cx="3672408" cy="857250"/>
          </a:xfrm>
          <a:prstGeom prst="rect">
            <a:avLst/>
          </a:prstGeom>
        </p:spPr>
        <p:txBody>
          <a:bodyPr anchor="ctr">
            <a:scene3d>
              <a:camera prst="orthographicFront"/>
              <a:lightRig rig="soft" dir="t"/>
            </a:scene3d>
            <a:sp3d prstMaterial="softEdge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 fontAlgn="auto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C00000"/>
                </a:solidFill>
                <a:effectLst/>
              </a:rPr>
              <a:t>接納　　肯定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內容版面配置區 1">
            <a:extLst>
              <a:ext uri="{FF2B5EF4-FFF2-40B4-BE49-F238E27FC236}">
                <a16:creationId xmlns:a16="http://schemas.microsoft.com/office/drawing/2014/main" id="{8D167FB2-3EBB-974B-728C-C29D4E0497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457" y="1275606"/>
            <a:ext cx="8686800" cy="4032250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 typeface="Wingdings 3" panose="05040102010807070707" pitchFamily="18" charset="2"/>
              <a:buNone/>
            </a:pPr>
            <a:r>
              <a:rPr lang="en-US" altLang="zh-TW" sz="2400" b="1" dirty="0">
                <a:latin typeface="微軟正黑體" panose="020B0604030504040204" pitchFamily="34" charset="-120"/>
                <a:cs typeface="Times New Roman" panose="02020603050405020304" pitchFamily="18" charset="0"/>
              </a:rPr>
              <a:t>【</a:t>
            </a:r>
            <a:r>
              <a:rPr lang="zh-TW" altLang="en-US" sz="2400" b="1" dirty="0">
                <a:latin typeface="微軟正黑體" panose="020B0604030504040204" pitchFamily="34" charset="-120"/>
                <a:cs typeface="Times New Roman" panose="02020603050405020304" pitchFamily="18" charset="0"/>
              </a:rPr>
              <a:t>以弗所書四 </a:t>
            </a:r>
            <a:r>
              <a:rPr lang="en-US" altLang="zh-TW" sz="2400" b="1" dirty="0">
                <a:latin typeface="微軟正黑體" panose="020B0604030504040204" pitchFamily="34" charset="-120"/>
                <a:cs typeface="Times New Roman" panose="02020603050405020304" pitchFamily="18" charset="0"/>
              </a:rPr>
              <a:t>2~3】</a:t>
            </a:r>
          </a:p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 typeface="Wingdings 3" panose="05040102010807070707" pitchFamily="18" charset="2"/>
              <a:buNone/>
            </a:pPr>
            <a:endParaRPr lang="en-US" altLang="zh-TW" sz="2400" b="1" dirty="0">
              <a:latin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0" indent="0" eaLnBrk="1" hangingPunct="1">
              <a:spcBef>
                <a:spcPct val="0"/>
              </a:spcBef>
              <a:spcAft>
                <a:spcPts val="3000"/>
              </a:spcAft>
              <a:buFont typeface="Wingdings 3" panose="05040102010807070707" pitchFamily="18" charset="2"/>
              <a:buNone/>
            </a:pPr>
            <a:r>
              <a:rPr lang="zh-TW" altLang="en-US" sz="2800" b="1" dirty="0">
                <a:latin typeface="微軟正黑體" panose="020B0604030504040204" pitchFamily="34" charset="-120"/>
                <a:cs typeface="Times New Roman" panose="02020603050405020304" pitchFamily="18" charset="0"/>
              </a:rPr>
              <a:t>  凡事謙虛、溫柔、忍耐，用愛心互相寬容，</a:t>
            </a:r>
            <a:endParaRPr lang="en-US" altLang="zh-TW" sz="2800" b="1" dirty="0">
              <a:latin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0" indent="0" eaLnBrk="1" hangingPunct="1">
              <a:spcBef>
                <a:spcPct val="0"/>
              </a:spcBef>
              <a:spcAft>
                <a:spcPts val="3000"/>
              </a:spcAft>
              <a:buFont typeface="Wingdings 3" panose="05040102010807070707" pitchFamily="18" charset="2"/>
              <a:buNone/>
            </a:pPr>
            <a:r>
              <a:rPr lang="zh-TW" altLang="en-US" sz="2800" b="1" dirty="0">
                <a:solidFill>
                  <a:srgbClr val="C00000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  </a:t>
            </a:r>
            <a:r>
              <a:rPr lang="zh-TW" altLang="en-US" sz="2800" b="1" u="sng" dirty="0">
                <a:solidFill>
                  <a:srgbClr val="C00000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用和平彼此聯絡，竭力保守聖靈所賜合而為一的心</a:t>
            </a:r>
            <a:r>
              <a:rPr lang="zh-TW" altLang="en-US" sz="2800" b="1" dirty="0">
                <a:latin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D6AEFB49-A142-694A-4712-A21D13635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noAutofit/>
            <a:sp3d prstMaterial="softEdge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99"/>
                </a:solidFill>
                <a:effectLst/>
              </a:rPr>
              <a:t>3.</a:t>
            </a:r>
            <a:r>
              <a:rPr lang="zh-TW" altLang="en-US" dirty="0">
                <a:solidFill>
                  <a:srgbClr val="000099"/>
                </a:solidFill>
                <a:effectLst/>
              </a:rPr>
              <a:t>增進</a:t>
            </a:r>
            <a:r>
              <a:rPr lang="zh-TW" altLang="en-US" u="sng" dirty="0">
                <a:solidFill>
                  <a:srgbClr val="000099"/>
                </a:solidFill>
                <a:effectLst/>
              </a:rPr>
              <a:t>　　　　　</a:t>
            </a:r>
            <a:r>
              <a:rPr lang="en-US" altLang="zh-TW" dirty="0">
                <a:solidFill>
                  <a:schemeClr val="bg1"/>
                </a:solidFill>
                <a:effectLst/>
              </a:rPr>
              <a:t>.</a:t>
            </a:r>
            <a:endParaRPr lang="zh-TW" altLang="en-US" dirty="0">
              <a:solidFill>
                <a:schemeClr val="bg1"/>
              </a:solidFill>
              <a:effectLst/>
            </a:endParaRPr>
          </a:p>
        </p:txBody>
      </p:sp>
      <p:sp>
        <p:nvSpPr>
          <p:cNvPr id="5" name="標題 2">
            <a:extLst>
              <a:ext uri="{FF2B5EF4-FFF2-40B4-BE49-F238E27FC236}">
                <a16:creationId xmlns:a16="http://schemas.microsoft.com/office/drawing/2014/main" id="{FA610E4C-327C-1BAF-11C1-007B364729F9}"/>
              </a:ext>
            </a:extLst>
          </p:cNvPr>
          <p:cNvSpPr txBox="1">
            <a:spLocks/>
          </p:cNvSpPr>
          <p:nvPr/>
        </p:nvSpPr>
        <p:spPr>
          <a:xfrm>
            <a:off x="2123728" y="205979"/>
            <a:ext cx="2520280" cy="857250"/>
          </a:xfrm>
          <a:prstGeom prst="rect">
            <a:avLst/>
          </a:prstGeom>
        </p:spPr>
        <p:txBody>
          <a:bodyPr anchor="ctr">
            <a:scene3d>
              <a:camera prst="orthographicFront"/>
              <a:lightRig rig="soft" dir="t"/>
            </a:scene3d>
            <a:sp3d prstMaterial="softEdge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 fontAlgn="auto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C00000"/>
                </a:solidFill>
                <a:effectLst/>
              </a:rPr>
              <a:t>人際關係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內容版面配置區 1">
            <a:extLst>
              <a:ext uri="{FF2B5EF4-FFF2-40B4-BE49-F238E27FC236}">
                <a16:creationId xmlns:a16="http://schemas.microsoft.com/office/drawing/2014/main" id="{3F691BAF-02B9-810C-C215-23BC77DFE7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1250"/>
            <a:ext cx="8229600" cy="4032250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 typeface="Wingdings 3" panose="05040102010807070707" pitchFamily="18" charset="2"/>
              <a:buNone/>
            </a:pPr>
            <a:r>
              <a:rPr lang="en-US" altLang="zh-TW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【</a:t>
            </a:r>
            <a:r>
              <a:rPr lang="zh-TW" altLang="en-US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提摩太後書二 </a:t>
            </a:r>
            <a:r>
              <a:rPr lang="en-US" altLang="zh-TW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22】</a:t>
            </a:r>
          </a:p>
          <a:p>
            <a:pPr marL="0" indent="0" eaLnBrk="1" hangingPunct="1">
              <a:spcBef>
                <a:spcPct val="0"/>
              </a:spcBef>
              <a:spcAft>
                <a:spcPts val="1800"/>
              </a:spcAft>
              <a:buFont typeface="Wingdings 3" panose="05040102010807070707" pitchFamily="18" charset="2"/>
              <a:buNone/>
            </a:pPr>
            <a:r>
              <a:rPr lang="zh-TW" altLang="en-US" sz="3000" b="1">
                <a:latin typeface="微軟正黑體" panose="020B0604030504040204" pitchFamily="34" charset="-120"/>
                <a:cs typeface="Times New Roman" panose="02020603050405020304" pitchFamily="18" charset="0"/>
              </a:rPr>
              <a:t>你要逃避少年的私慾，</a:t>
            </a:r>
            <a:r>
              <a:rPr lang="zh-TW" altLang="en-US" sz="3000" b="1" u="sng">
                <a:solidFill>
                  <a:srgbClr val="C00000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同那清心禱告主的人</a:t>
            </a:r>
            <a:r>
              <a:rPr lang="zh-TW" altLang="en-US" sz="3000" b="1">
                <a:latin typeface="微軟正黑體" panose="020B0604030504040204" pitchFamily="34" charset="-120"/>
                <a:cs typeface="Times New Roman" panose="02020603050405020304" pitchFamily="18" charset="0"/>
              </a:rPr>
              <a:t>追求公義、信德、仁愛、和平。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2B8D7097-2010-1D27-41EA-E2A5E4067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noAutofit/>
            <a:sp3d prstMaterial="softEdge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99"/>
                </a:solidFill>
                <a:effectLst/>
              </a:rPr>
              <a:t>4.</a:t>
            </a:r>
            <a:r>
              <a:rPr lang="zh-TW" altLang="en-US" dirty="0">
                <a:solidFill>
                  <a:srgbClr val="000099"/>
                </a:solidFill>
                <a:effectLst/>
              </a:rPr>
              <a:t>找到</a:t>
            </a:r>
            <a:r>
              <a:rPr lang="zh-TW" altLang="en-US" u="sng" dirty="0">
                <a:solidFill>
                  <a:srgbClr val="000099"/>
                </a:solidFill>
                <a:effectLst/>
              </a:rPr>
              <a:t>　　　　　　</a:t>
            </a:r>
            <a:r>
              <a:rPr lang="en-US" altLang="zh-TW" dirty="0">
                <a:solidFill>
                  <a:schemeClr val="bg1"/>
                </a:solidFill>
                <a:effectLst/>
              </a:rPr>
              <a:t>.</a:t>
            </a:r>
            <a:endParaRPr lang="zh-TW" altLang="en-US" dirty="0">
              <a:solidFill>
                <a:schemeClr val="bg1"/>
              </a:solidFill>
              <a:effectLst/>
            </a:endParaRPr>
          </a:p>
        </p:txBody>
      </p:sp>
      <p:sp>
        <p:nvSpPr>
          <p:cNvPr id="5" name="標題 2">
            <a:extLst>
              <a:ext uri="{FF2B5EF4-FFF2-40B4-BE49-F238E27FC236}">
                <a16:creationId xmlns:a16="http://schemas.microsoft.com/office/drawing/2014/main" id="{87DC67EA-4D38-04EA-AC1E-170AC7503DFA}"/>
              </a:ext>
            </a:extLst>
          </p:cNvPr>
          <p:cNvSpPr txBox="1">
            <a:spLocks/>
          </p:cNvSpPr>
          <p:nvPr/>
        </p:nvSpPr>
        <p:spPr>
          <a:xfrm>
            <a:off x="2123728" y="205979"/>
            <a:ext cx="3024336" cy="857250"/>
          </a:xfrm>
          <a:prstGeom prst="rect">
            <a:avLst/>
          </a:prstGeom>
        </p:spPr>
        <p:txBody>
          <a:bodyPr anchor="ctr">
            <a:scene3d>
              <a:camera prst="orthographicFront"/>
              <a:lightRig rig="soft" dir="t"/>
            </a:scene3d>
            <a:sp3d prstMaterial="softEdge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 fontAlgn="auto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C00000"/>
                </a:solidFill>
                <a:effectLst/>
              </a:rPr>
              <a:t>屬靈的同伴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內容版面配置區 1">
            <a:extLst>
              <a:ext uri="{FF2B5EF4-FFF2-40B4-BE49-F238E27FC236}">
                <a16:creationId xmlns:a16="http://schemas.microsoft.com/office/drawing/2014/main" id="{2FBF6A0B-31AB-F4C1-EF7F-A446718150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1250"/>
            <a:ext cx="8229600" cy="4032250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 typeface="Wingdings 3" panose="05040102010807070707" pitchFamily="18" charset="2"/>
              <a:buNone/>
            </a:pPr>
            <a:r>
              <a:rPr lang="en-US" altLang="zh-TW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【</a:t>
            </a:r>
            <a:r>
              <a:rPr lang="zh-TW" altLang="en-US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以弗所書四 </a:t>
            </a:r>
            <a:r>
              <a:rPr lang="en-US" altLang="zh-TW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16】</a:t>
            </a:r>
          </a:p>
          <a:p>
            <a:pPr marL="0" indent="0" eaLnBrk="1" hangingPunct="1">
              <a:spcBef>
                <a:spcPct val="0"/>
              </a:spcBef>
              <a:spcAft>
                <a:spcPts val="3000"/>
              </a:spcAft>
              <a:buFont typeface="Wingdings 3" panose="05040102010807070707" pitchFamily="18" charset="2"/>
              <a:buNone/>
            </a:pPr>
            <a:r>
              <a:rPr lang="zh-TW" altLang="en-US" sz="3000" b="1">
                <a:latin typeface="微軟正黑體" panose="020B0604030504040204" pitchFamily="34" charset="-120"/>
                <a:cs typeface="Times New Roman" panose="02020603050405020304" pitchFamily="18" charset="0"/>
              </a:rPr>
              <a:t>全身都靠他聯絡得合式，</a:t>
            </a:r>
            <a:r>
              <a:rPr lang="zh-TW" altLang="en-US" sz="3000" b="1" u="sng">
                <a:solidFill>
                  <a:srgbClr val="C00000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百節各按各職，照着各體的功用彼此相助</a:t>
            </a:r>
            <a:r>
              <a:rPr lang="zh-TW" altLang="en-US" sz="3000" b="1">
                <a:latin typeface="微軟正黑體" panose="020B0604030504040204" pitchFamily="34" charset="-120"/>
                <a:cs typeface="Times New Roman" panose="02020603050405020304" pitchFamily="18" charset="0"/>
              </a:rPr>
              <a:t>，便叫身體漸漸增長，在愛中建立自己。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90B995A6-AD72-6CB7-DC7F-C53942D94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noAutofit/>
            <a:sp3d prstMaterial="softEdge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99"/>
                </a:solidFill>
                <a:effectLst/>
              </a:rPr>
              <a:t>5.</a:t>
            </a:r>
            <a:r>
              <a:rPr lang="zh-TW" altLang="en-US" dirty="0">
                <a:solidFill>
                  <a:srgbClr val="000099"/>
                </a:solidFill>
                <a:effectLst/>
              </a:rPr>
              <a:t>學習</a:t>
            </a:r>
            <a:r>
              <a:rPr lang="zh-TW" altLang="en-US" u="sng" dirty="0">
                <a:solidFill>
                  <a:srgbClr val="000099"/>
                </a:solidFill>
                <a:effectLst/>
              </a:rPr>
              <a:t>　　　　　</a:t>
            </a:r>
            <a:r>
              <a:rPr lang="en-US" altLang="zh-TW" dirty="0">
                <a:solidFill>
                  <a:schemeClr val="bg1"/>
                </a:solidFill>
                <a:effectLst/>
              </a:rPr>
              <a:t>.</a:t>
            </a:r>
            <a:endParaRPr lang="zh-TW" altLang="en-US" dirty="0">
              <a:solidFill>
                <a:schemeClr val="bg1"/>
              </a:solidFill>
              <a:effectLst/>
            </a:endParaRPr>
          </a:p>
        </p:txBody>
      </p:sp>
      <p:sp>
        <p:nvSpPr>
          <p:cNvPr id="5" name="標題 2">
            <a:extLst>
              <a:ext uri="{FF2B5EF4-FFF2-40B4-BE49-F238E27FC236}">
                <a16:creationId xmlns:a16="http://schemas.microsoft.com/office/drawing/2014/main" id="{738DA4B7-531E-0927-B3D5-28969AC701FD}"/>
              </a:ext>
            </a:extLst>
          </p:cNvPr>
          <p:cNvSpPr txBox="1">
            <a:spLocks/>
          </p:cNvSpPr>
          <p:nvPr/>
        </p:nvSpPr>
        <p:spPr>
          <a:xfrm>
            <a:off x="2123728" y="205979"/>
            <a:ext cx="2520280" cy="857250"/>
          </a:xfrm>
          <a:prstGeom prst="rect">
            <a:avLst/>
          </a:prstGeom>
        </p:spPr>
        <p:txBody>
          <a:bodyPr anchor="ctr">
            <a:scene3d>
              <a:camera prst="orthographicFront"/>
              <a:lightRig rig="soft" dir="t"/>
            </a:scene3d>
            <a:sp3d prstMaterial="softEdge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 fontAlgn="auto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C00000"/>
                </a:solidFill>
                <a:effectLst/>
              </a:rPr>
              <a:t>各樣服事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內容版面配置區 1">
            <a:extLst>
              <a:ext uri="{FF2B5EF4-FFF2-40B4-BE49-F238E27FC236}">
                <a16:creationId xmlns:a16="http://schemas.microsoft.com/office/drawing/2014/main" id="{F7EA52BB-C81B-DF0C-D22E-45F2E9D1CC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1250"/>
            <a:ext cx="8229600" cy="4032250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 typeface="Wingdings 3" panose="05040102010807070707" pitchFamily="18" charset="2"/>
              <a:buNone/>
            </a:pPr>
            <a:r>
              <a:rPr lang="en-US" altLang="zh-TW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【</a:t>
            </a:r>
            <a:r>
              <a:rPr lang="zh-TW" altLang="en-US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使徒行傳二 </a:t>
            </a:r>
            <a:r>
              <a:rPr lang="en-US" altLang="zh-TW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41~47】</a:t>
            </a:r>
          </a:p>
          <a:p>
            <a:pPr marL="0" indent="0" eaLnBrk="1" hangingPunct="1">
              <a:spcBef>
                <a:spcPct val="0"/>
              </a:spcBef>
              <a:spcAft>
                <a:spcPts val="1200"/>
              </a:spcAft>
              <a:buFont typeface="Wingdings 3" panose="05040102010807070707" pitchFamily="18" charset="2"/>
              <a:buNone/>
            </a:pPr>
            <a:r>
              <a:rPr lang="zh-TW" altLang="en-US" b="1">
                <a:latin typeface="微軟正黑體" panose="020B0604030504040204" pitchFamily="34" charset="-120"/>
                <a:cs typeface="Times New Roman" panose="02020603050405020304" pitchFamily="18" charset="0"/>
              </a:rPr>
              <a:t>於是領受他話的人就受了洗。那一天，門徒約添了三千人，都恆心遵守使徒的教訓，彼此交接，擘餅，祈禱。眾人都懼怕；使徒又行了許多奇事神蹟。信的人都在一處，凡物公用，並且賣了田產、家業，照各人所需用的分給各人。他們天天同心合意恆切地在殿裏，且在家中擘餅，存着歡喜、誠實的心用飯，讚美上帝，得眾民的喜愛。主將得救的人天天加給他們。 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B6EF3835-6DB6-8FB2-FA73-5E24C9EA5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sp3d prstMaterial="softEdge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000099"/>
                </a:solidFill>
                <a:effectLst/>
              </a:rPr>
              <a:t>三、聖經中小組生活的典範	</a:t>
            </a:r>
            <a:endParaRPr lang="zh-TW" altLang="en-US" dirty="0">
              <a:solidFill>
                <a:schemeClr val="bg1"/>
              </a:solidFill>
              <a:effectLst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B02E53C-FDA6-EFC4-1D93-DBAFA8580C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7624" y="1269711"/>
            <a:ext cx="8229600" cy="3394075"/>
          </a:xfrm>
        </p:spPr>
        <p:txBody>
          <a:bodyPr>
            <a:noAutofit/>
          </a:bodyPr>
          <a:lstStyle/>
          <a:p>
            <a:pPr marL="0" indent="0" eaLnBrk="1" fontAlgn="auto" hangingPunct="1">
              <a:spcBef>
                <a:spcPts val="0"/>
              </a:spcBef>
              <a:spcAft>
                <a:spcPts val="1600"/>
              </a:spcAft>
              <a:buClr>
                <a:srgbClr val="2DA2BF"/>
              </a:buClr>
              <a:buFont typeface="Wingdings 3"/>
              <a:buNone/>
              <a:defRPr/>
            </a:pPr>
            <a:r>
              <a:rPr lang="en-US" altLang="zh-TW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Times New Roman" panose="02020603050405020304" pitchFamily="18" charset="0"/>
              </a:rPr>
              <a:t>1.</a:t>
            </a:r>
            <a:r>
              <a:rPr lang="zh-TW" altLang="en-US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Times New Roman" panose="02020603050405020304" pitchFamily="18" charset="0"/>
              </a:rPr>
              <a:t>受洗後即</a:t>
            </a:r>
            <a:r>
              <a:rPr lang="zh-TW" altLang="en-US" sz="4000" b="1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Times New Roman" panose="02020603050405020304" pitchFamily="18" charset="0"/>
              </a:rPr>
              <a:t>　　　　　</a:t>
            </a:r>
            <a:r>
              <a:rPr lang="en-US" altLang="zh-TW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Times New Roman" panose="02020603050405020304" pitchFamily="18" charset="0"/>
              </a:rPr>
              <a:t>.</a:t>
            </a:r>
          </a:p>
          <a:p>
            <a:pPr marL="0" indent="0" eaLnBrk="1" fontAlgn="auto" hangingPunct="1">
              <a:spcBef>
                <a:spcPts val="0"/>
              </a:spcBef>
              <a:spcAft>
                <a:spcPts val="1600"/>
              </a:spcAft>
              <a:buClr>
                <a:srgbClr val="2DA2BF"/>
              </a:buClr>
              <a:buFont typeface="Wingdings 3"/>
              <a:buNone/>
              <a:defRPr/>
            </a:pPr>
            <a:r>
              <a:rPr lang="en-US" altLang="zh-TW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Times New Roman" panose="02020603050405020304" pitchFamily="18" charset="0"/>
              </a:rPr>
              <a:t>2.</a:t>
            </a:r>
            <a:r>
              <a:rPr lang="zh-TW" altLang="en-US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Times New Roman" panose="02020603050405020304" pitchFamily="18" charset="0"/>
              </a:rPr>
              <a:t>專心領受</a:t>
            </a:r>
            <a:r>
              <a:rPr lang="zh-TW" altLang="en-US" sz="4000" b="1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Times New Roman" panose="02020603050405020304" pitchFamily="18" charset="0"/>
              </a:rPr>
              <a:t>　　　　　　</a:t>
            </a:r>
            <a:r>
              <a:rPr lang="en-US" altLang="zh-TW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Times New Roman" panose="02020603050405020304" pitchFamily="18" charset="0"/>
              </a:rPr>
              <a:t>.</a:t>
            </a:r>
            <a:endParaRPr lang="zh-TW" altLang="en-US" sz="40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Times New Roman" panose="02020603050405020304" pitchFamily="18" charset="0"/>
            </a:endParaRPr>
          </a:p>
          <a:p>
            <a:pPr marL="0" indent="0" eaLnBrk="1" fontAlgn="auto" hangingPunct="1">
              <a:spcBef>
                <a:spcPts val="0"/>
              </a:spcBef>
              <a:spcAft>
                <a:spcPts val="1600"/>
              </a:spcAft>
              <a:buClr>
                <a:srgbClr val="2DA2BF"/>
              </a:buClr>
              <a:buFont typeface="Wingdings 3"/>
              <a:buNone/>
              <a:defRPr/>
            </a:pPr>
            <a:r>
              <a:rPr lang="en-US" altLang="zh-TW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Times New Roman" panose="02020603050405020304" pitchFamily="18" charset="0"/>
              </a:rPr>
              <a:t>3.</a:t>
            </a:r>
            <a:r>
              <a:rPr lang="zh-TW" altLang="en-US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Times New Roman" panose="02020603050405020304" pitchFamily="18" charset="0"/>
              </a:rPr>
              <a:t>同心合意地過</a:t>
            </a:r>
            <a:r>
              <a:rPr lang="zh-TW" altLang="en-US" sz="4000" b="1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Times New Roman" panose="02020603050405020304" pitchFamily="18" charset="0"/>
              </a:rPr>
              <a:t>　　　　　</a:t>
            </a:r>
            <a:r>
              <a:rPr lang="en-US" altLang="zh-TW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Times New Roman" panose="02020603050405020304" pitchFamily="18" charset="0"/>
              </a:rPr>
              <a:t>.</a:t>
            </a:r>
            <a:endParaRPr lang="zh-TW" altLang="en-US" sz="40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Times New Roman" panose="02020603050405020304" pitchFamily="18" charset="0"/>
            </a:endParaRPr>
          </a:p>
          <a:p>
            <a:pPr marL="0" indent="0" eaLnBrk="1" fontAlgn="auto" hangingPunct="1">
              <a:spcBef>
                <a:spcPts val="0"/>
              </a:spcBef>
              <a:spcAft>
                <a:spcPts val="1600"/>
              </a:spcAft>
              <a:buClr>
                <a:srgbClr val="2DA2BF"/>
              </a:buClr>
              <a:buFont typeface="Wingdings 3"/>
              <a:buNone/>
              <a:defRPr/>
            </a:pPr>
            <a:r>
              <a:rPr lang="en-US" altLang="zh-TW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Times New Roman" panose="02020603050405020304" pitchFamily="18" charset="0"/>
              </a:rPr>
              <a:t>4.</a:t>
            </a:r>
            <a:r>
              <a:rPr lang="zh-TW" altLang="en-US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Times New Roman" panose="02020603050405020304" pitchFamily="18" charset="0"/>
              </a:rPr>
              <a:t>發揮</a:t>
            </a:r>
            <a:r>
              <a:rPr lang="zh-TW" altLang="en-US" sz="4000" b="1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Times New Roman" panose="02020603050405020304" pitchFamily="18" charset="0"/>
              </a:rPr>
              <a:t>　　　　　　</a:t>
            </a:r>
            <a:r>
              <a:rPr lang="en-US" altLang="zh-TW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Times New Roman" panose="02020603050405020304" pitchFamily="18" charset="0"/>
              </a:rPr>
              <a:t>.</a:t>
            </a:r>
            <a:endParaRPr lang="zh-TW" altLang="en-US" sz="40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5233F82B-A65F-F3B0-85DA-F935296A4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32500"/>
            <a:ext cx="8229600" cy="857250"/>
          </a:xfrm>
        </p:spPr>
        <p:txBody>
          <a:bodyPr anchor="t">
            <a:noAutofit/>
            <a:sp3d prstMaterial="softEdge"/>
          </a:bodyPr>
          <a:lstStyle/>
          <a:p>
            <a:pPr marL="1080000" indent="-1080000" eaLnBrk="1" fontAlgn="auto" hangingPunct="1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000099"/>
                </a:solidFill>
                <a:effectLst/>
              </a:rPr>
              <a:t>三、聖經中小組生活的典範</a:t>
            </a:r>
          </a:p>
        </p:txBody>
      </p:sp>
      <p:sp>
        <p:nvSpPr>
          <p:cNvPr id="4" name="內容版面配置區 4">
            <a:extLst>
              <a:ext uri="{FF2B5EF4-FFF2-40B4-BE49-F238E27FC236}">
                <a16:creationId xmlns:a16="http://schemas.microsoft.com/office/drawing/2014/main" id="{BBE97B74-4B3E-4156-3179-E335CAC455EA}"/>
              </a:ext>
            </a:extLst>
          </p:cNvPr>
          <p:cNvSpPr txBox="1">
            <a:spLocks/>
          </p:cNvSpPr>
          <p:nvPr/>
        </p:nvSpPr>
        <p:spPr>
          <a:xfrm>
            <a:off x="2925937" y="1269711"/>
            <a:ext cx="8085137" cy="3394075"/>
          </a:xfrm>
          <a:prstGeom prst="rect">
            <a:avLst/>
          </a:prstGeom>
        </p:spPr>
        <p:txBody>
          <a:bodyPr/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0" indent="0" fontAlgn="auto">
              <a:spcBef>
                <a:spcPts val="0"/>
              </a:spcBef>
              <a:spcAft>
                <a:spcPts val="1600"/>
              </a:spcAft>
              <a:buClr>
                <a:srgbClr val="2DA2BF"/>
              </a:buClr>
              <a:buFont typeface="Wingdings 3"/>
              <a:buNone/>
              <a:defRPr/>
            </a:pPr>
            <a:r>
              <a:rPr lang="zh-TW" altLang="en-US" sz="4000" b="1" dirty="0">
                <a:solidFill>
                  <a:srgbClr val="C00000"/>
                </a:solidFill>
                <a:latin typeface="+mn-ea"/>
                <a:cs typeface="Times New Roman" panose="02020603050405020304" pitchFamily="18" charset="0"/>
              </a:rPr>
              <a:t>　　加入小組</a:t>
            </a:r>
            <a:endParaRPr lang="en-US" altLang="zh-TW" sz="4000" b="1" dirty="0">
              <a:solidFill>
                <a:srgbClr val="C00000"/>
              </a:solidFill>
              <a:latin typeface="+mn-ea"/>
              <a:cs typeface="Times New Roman" panose="02020603050405020304" pitchFamily="18" charset="0"/>
            </a:endParaRPr>
          </a:p>
          <a:p>
            <a:pPr marL="0" indent="0" fontAlgn="auto">
              <a:spcBef>
                <a:spcPts val="0"/>
              </a:spcBef>
              <a:spcAft>
                <a:spcPts val="1600"/>
              </a:spcAft>
              <a:buClr>
                <a:srgbClr val="2DA2BF"/>
              </a:buClr>
              <a:buFont typeface="Wingdings 3"/>
              <a:buNone/>
              <a:defRPr/>
            </a:pPr>
            <a:r>
              <a:rPr lang="zh-TW" altLang="en-US" sz="4000" b="1" dirty="0">
                <a:solidFill>
                  <a:srgbClr val="C00000"/>
                </a:solidFill>
                <a:latin typeface="+mn-ea"/>
                <a:cs typeface="Times New Roman" panose="02020603050405020304" pitchFamily="18" charset="0"/>
              </a:rPr>
              <a:t>　　教會的教導</a:t>
            </a:r>
            <a:endParaRPr lang="en-US" altLang="zh-TW" sz="4000" b="1" dirty="0">
              <a:solidFill>
                <a:srgbClr val="C00000"/>
              </a:solidFill>
              <a:latin typeface="+mn-ea"/>
              <a:cs typeface="Times New Roman" panose="02020603050405020304" pitchFamily="18" charset="0"/>
            </a:endParaRPr>
          </a:p>
          <a:p>
            <a:pPr marL="0" indent="0" fontAlgn="auto">
              <a:spcBef>
                <a:spcPts val="0"/>
              </a:spcBef>
              <a:spcAft>
                <a:spcPts val="1600"/>
              </a:spcAft>
              <a:buClr>
                <a:srgbClr val="2DA2BF"/>
              </a:buClr>
              <a:buFont typeface="Wingdings 3"/>
              <a:buNone/>
              <a:defRPr/>
            </a:pPr>
            <a:r>
              <a:rPr lang="zh-TW" altLang="en-US" sz="4000" b="1" dirty="0">
                <a:solidFill>
                  <a:srgbClr val="C00000"/>
                </a:solidFill>
                <a:latin typeface="+mn-ea"/>
                <a:cs typeface="Times New Roman" panose="02020603050405020304" pitchFamily="18" charset="0"/>
              </a:rPr>
              <a:t>　　　　小組生活</a:t>
            </a:r>
            <a:endParaRPr lang="en-US" altLang="zh-TW" sz="4000" b="1" dirty="0">
              <a:solidFill>
                <a:srgbClr val="C00000"/>
              </a:solidFill>
              <a:latin typeface="+mn-ea"/>
              <a:cs typeface="Times New Roman" panose="02020603050405020304" pitchFamily="18" charset="0"/>
            </a:endParaRPr>
          </a:p>
          <a:p>
            <a:pPr marL="0" indent="0" fontAlgn="auto">
              <a:spcBef>
                <a:spcPts val="0"/>
              </a:spcBef>
              <a:spcAft>
                <a:spcPts val="1600"/>
              </a:spcAft>
              <a:buClr>
                <a:srgbClr val="2DA2BF"/>
              </a:buClr>
              <a:buFont typeface="Wingdings 3"/>
              <a:buNone/>
              <a:defRPr/>
            </a:pPr>
            <a:r>
              <a:rPr lang="zh-TW" altLang="en-US" sz="4000" b="1" dirty="0">
                <a:solidFill>
                  <a:srgbClr val="C00000"/>
                </a:solidFill>
                <a:latin typeface="+mn-ea"/>
                <a:cs typeface="Times New Roman" panose="02020603050405020304" pitchFamily="18" charset="0"/>
              </a:rPr>
              <a:t>福音的果效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A7C08562-6397-D12B-C624-3A8BDDC7D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sp3d prstMaterial="softEdge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000099"/>
                </a:solidFill>
                <a:effectLst/>
              </a:rPr>
              <a:t>四、要如何過小組生活？</a:t>
            </a:r>
            <a:endParaRPr lang="zh-TW" altLang="en-US" dirty="0">
              <a:solidFill>
                <a:schemeClr val="bg1"/>
              </a:solidFill>
              <a:effectLst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內容版面配置區 1">
            <a:extLst>
              <a:ext uri="{FF2B5EF4-FFF2-40B4-BE49-F238E27FC236}">
                <a16:creationId xmlns:a16="http://schemas.microsoft.com/office/drawing/2014/main" id="{D444F69E-34F6-70B3-E01B-6D30B764BB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1250"/>
            <a:ext cx="8229600" cy="4032250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 typeface="Wingdings 3" panose="05040102010807070707" pitchFamily="18" charset="2"/>
              <a:buNone/>
            </a:pPr>
            <a:r>
              <a:rPr lang="en-US" altLang="zh-TW" sz="2400" b="1" dirty="0">
                <a:latin typeface="微軟正黑體" panose="020B0604030504040204" pitchFamily="34" charset="-120"/>
                <a:cs typeface="Times New Roman" panose="02020603050405020304" pitchFamily="18" charset="0"/>
              </a:rPr>
              <a:t>【</a:t>
            </a:r>
            <a:r>
              <a:rPr lang="zh-TW" altLang="en-US" sz="2400" b="1" dirty="0">
                <a:latin typeface="微軟正黑體" panose="020B0604030504040204" pitchFamily="34" charset="-120"/>
                <a:cs typeface="Times New Roman" panose="02020603050405020304" pitchFamily="18" charset="0"/>
              </a:rPr>
              <a:t>希伯來書十 </a:t>
            </a:r>
            <a:r>
              <a:rPr lang="en-US" altLang="zh-TW" sz="2400" b="1" dirty="0">
                <a:latin typeface="微軟正黑體" panose="020B0604030504040204" pitchFamily="34" charset="-120"/>
                <a:cs typeface="Times New Roman" panose="02020603050405020304" pitchFamily="18" charset="0"/>
              </a:rPr>
              <a:t>24~25】</a:t>
            </a:r>
          </a:p>
          <a:p>
            <a:pPr marL="0" indent="0" eaLnBrk="1" hangingPunct="1">
              <a:spcBef>
                <a:spcPct val="0"/>
              </a:spcBef>
              <a:spcAft>
                <a:spcPts val="1800"/>
              </a:spcAft>
              <a:buFont typeface="Wingdings 3" panose="05040102010807070707" pitchFamily="18" charset="2"/>
              <a:buNone/>
            </a:pPr>
            <a:r>
              <a:rPr lang="zh-TW" altLang="en-US" sz="3000" b="1" dirty="0">
                <a:latin typeface="微軟正黑體" panose="020B0604030504040204" pitchFamily="34" charset="-120"/>
                <a:cs typeface="Times New Roman" panose="02020603050405020304" pitchFamily="18" charset="0"/>
              </a:rPr>
              <a:t>又要彼此相顧，激發愛心，勉勵行善。</a:t>
            </a:r>
            <a:r>
              <a:rPr lang="zh-TW" altLang="en-US" sz="3000" b="1" u="sng" dirty="0">
                <a:solidFill>
                  <a:srgbClr val="C00000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你們不可停止聚會</a:t>
            </a:r>
            <a:r>
              <a:rPr lang="zh-TW" altLang="en-US" sz="3000" b="1" dirty="0">
                <a:latin typeface="微軟正黑體" panose="020B0604030504040204" pitchFamily="34" charset="-120"/>
                <a:cs typeface="Times New Roman" panose="02020603050405020304" pitchFamily="18" charset="0"/>
              </a:rPr>
              <a:t>，好像那些停止慣了的人，</a:t>
            </a:r>
            <a:r>
              <a:rPr lang="zh-TW" altLang="en-US" sz="3000" b="1" u="sng" dirty="0">
                <a:solidFill>
                  <a:srgbClr val="C00000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倒要彼此勸勉</a:t>
            </a:r>
            <a:r>
              <a:rPr lang="zh-TW" altLang="en-US" sz="3000" b="1" dirty="0">
                <a:latin typeface="微軟正黑體" panose="020B0604030504040204" pitchFamily="34" charset="-120"/>
                <a:cs typeface="Times New Roman" panose="02020603050405020304" pitchFamily="18" charset="0"/>
              </a:rPr>
              <a:t>，既知道那日子臨近，就更當如此。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88D73EF3-F6ED-9975-BD6A-0B3F24AA8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noAutofit/>
            <a:sp3d prstMaterial="softEdge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99"/>
                </a:solidFill>
                <a:effectLst/>
              </a:rPr>
              <a:t>1.</a:t>
            </a:r>
            <a:r>
              <a:rPr lang="zh-TW" altLang="en-US" u="sng" dirty="0">
                <a:solidFill>
                  <a:srgbClr val="000099"/>
                </a:solidFill>
                <a:effectLst/>
              </a:rPr>
              <a:t>　　　</a:t>
            </a:r>
            <a:r>
              <a:rPr lang="zh-TW" altLang="en-US" dirty="0">
                <a:solidFill>
                  <a:srgbClr val="000099"/>
                </a:solidFill>
                <a:effectLst/>
              </a:rPr>
              <a:t>參與、</a:t>
            </a:r>
            <a:r>
              <a:rPr lang="zh-TW" altLang="en-US" u="sng" dirty="0">
                <a:solidFill>
                  <a:srgbClr val="000099"/>
                </a:solidFill>
                <a:effectLst/>
              </a:rPr>
              <a:t>　　　</a:t>
            </a:r>
            <a:r>
              <a:rPr lang="zh-TW" altLang="en-US" dirty="0">
                <a:solidFill>
                  <a:srgbClr val="000099"/>
                </a:solidFill>
                <a:effectLst/>
              </a:rPr>
              <a:t>投入</a:t>
            </a:r>
            <a:endParaRPr lang="zh-TW" altLang="en-US" dirty="0">
              <a:solidFill>
                <a:schemeClr val="bg1"/>
              </a:solidFill>
              <a:effectLst/>
            </a:endParaRPr>
          </a:p>
        </p:txBody>
      </p:sp>
      <p:sp>
        <p:nvSpPr>
          <p:cNvPr id="5" name="標題 2">
            <a:extLst>
              <a:ext uri="{FF2B5EF4-FFF2-40B4-BE49-F238E27FC236}">
                <a16:creationId xmlns:a16="http://schemas.microsoft.com/office/drawing/2014/main" id="{1C09597B-889D-4147-4C18-76072F2AF178}"/>
              </a:ext>
            </a:extLst>
          </p:cNvPr>
          <p:cNvSpPr txBox="1">
            <a:spLocks/>
          </p:cNvSpPr>
          <p:nvPr/>
        </p:nvSpPr>
        <p:spPr>
          <a:xfrm>
            <a:off x="1043608" y="205979"/>
            <a:ext cx="4680520" cy="857250"/>
          </a:xfrm>
          <a:prstGeom prst="rect">
            <a:avLst/>
          </a:prstGeom>
        </p:spPr>
        <p:txBody>
          <a:bodyPr anchor="ctr">
            <a:scene3d>
              <a:camera prst="orthographicFront"/>
              <a:lightRig rig="soft" dir="t"/>
            </a:scene3d>
            <a:sp3d prstMaterial="softEdge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 fontAlgn="auto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C00000"/>
                </a:solidFill>
                <a:effectLst/>
              </a:rPr>
              <a:t>穩定　　　　積極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內容版面配置區 1">
            <a:extLst>
              <a:ext uri="{FF2B5EF4-FFF2-40B4-BE49-F238E27FC236}">
                <a16:creationId xmlns:a16="http://schemas.microsoft.com/office/drawing/2014/main" id="{07FC314B-69EA-7B74-14B5-1A030611CF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1250"/>
            <a:ext cx="8229600" cy="4032250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 typeface="Wingdings 3" panose="05040102010807070707" pitchFamily="18" charset="2"/>
              <a:buNone/>
            </a:pPr>
            <a:r>
              <a:rPr lang="en-US" altLang="zh-TW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【</a:t>
            </a:r>
            <a:r>
              <a:rPr lang="zh-TW" altLang="en-US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腓立比書四 </a:t>
            </a:r>
            <a:r>
              <a:rPr lang="en-US" altLang="zh-TW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4】</a:t>
            </a:r>
          </a:p>
          <a:p>
            <a:pPr marL="0" indent="0" eaLnBrk="1" hangingPunct="1">
              <a:spcBef>
                <a:spcPct val="0"/>
              </a:spcBef>
              <a:spcAft>
                <a:spcPts val="2400"/>
              </a:spcAft>
              <a:buFont typeface="Wingdings 3" panose="05040102010807070707" pitchFamily="18" charset="2"/>
              <a:buNone/>
            </a:pPr>
            <a:r>
              <a:rPr lang="zh-TW" altLang="en-US" sz="3000" b="1">
                <a:latin typeface="微軟正黑體" panose="020B0604030504040204" pitchFamily="34" charset="-120"/>
                <a:cs typeface="Times New Roman" panose="02020603050405020304" pitchFamily="18" charset="0"/>
              </a:rPr>
              <a:t>你們要</a:t>
            </a:r>
            <a:r>
              <a:rPr lang="zh-TW" altLang="en-US" sz="3000" b="1" u="sng">
                <a:solidFill>
                  <a:srgbClr val="C00000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靠主常常喜樂</a:t>
            </a:r>
            <a:r>
              <a:rPr lang="zh-TW" altLang="en-US" sz="3000" b="1">
                <a:latin typeface="微軟正黑體" panose="020B0604030504040204" pitchFamily="34" charset="-120"/>
                <a:cs typeface="Times New Roman" panose="02020603050405020304" pitchFamily="18" charset="0"/>
              </a:rPr>
              <a:t>。我再說，你們要喜樂。</a:t>
            </a:r>
            <a:endParaRPr lang="en-US" altLang="zh-TW" sz="3000" b="1">
              <a:latin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 typeface="Wingdings 3" panose="05040102010807070707" pitchFamily="18" charset="2"/>
              <a:buNone/>
            </a:pPr>
            <a:r>
              <a:rPr lang="en-US" altLang="zh-TW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【</a:t>
            </a:r>
            <a:r>
              <a:rPr lang="zh-TW" altLang="en-US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歌羅西書三 </a:t>
            </a:r>
            <a:r>
              <a:rPr lang="en-US" altLang="zh-TW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15】</a:t>
            </a:r>
          </a:p>
          <a:p>
            <a:pPr marL="0" indent="0" eaLnBrk="1" hangingPunct="1">
              <a:spcBef>
                <a:spcPct val="0"/>
              </a:spcBef>
              <a:spcAft>
                <a:spcPts val="2400"/>
              </a:spcAft>
              <a:buFont typeface="Wingdings 3" panose="05040102010807070707" pitchFamily="18" charset="2"/>
              <a:buNone/>
            </a:pPr>
            <a:r>
              <a:rPr lang="zh-TW" altLang="en-US" sz="3000" b="1">
                <a:latin typeface="微軟正黑體" panose="020B0604030504040204" pitchFamily="34" charset="-120"/>
                <a:cs typeface="Times New Roman" panose="02020603050405020304" pitchFamily="18" charset="0"/>
              </a:rPr>
              <a:t>又要叫基督的平安在你們心裏作主；你們也為此蒙召，歸為一體；且要</a:t>
            </a:r>
            <a:r>
              <a:rPr lang="zh-TW" altLang="en-US" sz="3000" b="1" u="sng">
                <a:solidFill>
                  <a:srgbClr val="C00000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存感謝的心</a:t>
            </a:r>
            <a:r>
              <a:rPr lang="zh-TW" altLang="en-US" sz="3000" b="1">
                <a:latin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782310F7-182B-974B-0681-693728CAC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noAutofit/>
            <a:sp3d prstMaterial="softEdge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99"/>
                </a:solidFill>
                <a:effectLst/>
              </a:rPr>
              <a:t>2.</a:t>
            </a:r>
            <a:r>
              <a:rPr lang="zh-TW" altLang="en-US" dirty="0">
                <a:solidFill>
                  <a:srgbClr val="000099"/>
                </a:solidFill>
                <a:effectLst/>
              </a:rPr>
              <a:t>常常</a:t>
            </a:r>
            <a:r>
              <a:rPr lang="zh-TW" altLang="en-US" u="sng" dirty="0">
                <a:solidFill>
                  <a:srgbClr val="000099"/>
                </a:solidFill>
                <a:effectLst/>
              </a:rPr>
              <a:t>　　　</a:t>
            </a:r>
            <a:r>
              <a:rPr lang="zh-TW" altLang="en-US" dirty="0">
                <a:solidFill>
                  <a:srgbClr val="000099"/>
                </a:solidFill>
                <a:effectLst/>
              </a:rPr>
              <a:t>、心懷</a:t>
            </a:r>
            <a:r>
              <a:rPr lang="zh-TW" altLang="en-US" u="sng" dirty="0">
                <a:solidFill>
                  <a:srgbClr val="000099"/>
                </a:solidFill>
                <a:effectLst/>
              </a:rPr>
              <a:t>　　　</a:t>
            </a:r>
            <a:r>
              <a:rPr lang="en-US" altLang="zh-TW" dirty="0">
                <a:solidFill>
                  <a:schemeClr val="bg1"/>
                </a:solidFill>
                <a:effectLst/>
              </a:rPr>
              <a:t>.</a:t>
            </a:r>
            <a:endParaRPr lang="zh-TW" altLang="en-US" dirty="0">
              <a:solidFill>
                <a:schemeClr val="bg1"/>
              </a:solidFill>
              <a:effectLst/>
            </a:endParaRPr>
          </a:p>
        </p:txBody>
      </p:sp>
      <p:sp>
        <p:nvSpPr>
          <p:cNvPr id="5" name="標題 2">
            <a:extLst>
              <a:ext uri="{FF2B5EF4-FFF2-40B4-BE49-F238E27FC236}">
                <a16:creationId xmlns:a16="http://schemas.microsoft.com/office/drawing/2014/main" id="{A0D0947A-48CF-A127-55AE-70A436194C58}"/>
              </a:ext>
            </a:extLst>
          </p:cNvPr>
          <p:cNvSpPr txBox="1">
            <a:spLocks/>
          </p:cNvSpPr>
          <p:nvPr/>
        </p:nvSpPr>
        <p:spPr>
          <a:xfrm>
            <a:off x="2051720" y="205979"/>
            <a:ext cx="4680520" cy="857250"/>
          </a:xfrm>
          <a:prstGeom prst="rect">
            <a:avLst/>
          </a:prstGeom>
        </p:spPr>
        <p:txBody>
          <a:bodyPr anchor="ctr">
            <a:scene3d>
              <a:camera prst="orthographicFront"/>
              <a:lightRig rig="soft" dir="t"/>
            </a:scene3d>
            <a:sp3d prstMaterial="softEdge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 fontAlgn="auto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C00000"/>
                </a:solidFill>
                <a:effectLst/>
              </a:rPr>
              <a:t>喜樂　　　　感恩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內容版面配置區 1">
            <a:extLst>
              <a:ext uri="{FF2B5EF4-FFF2-40B4-BE49-F238E27FC236}">
                <a16:creationId xmlns:a16="http://schemas.microsoft.com/office/drawing/2014/main" id="{18C78D51-2701-E145-0002-B771818824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1250"/>
            <a:ext cx="8229600" cy="4032250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 typeface="Wingdings 3" panose="05040102010807070707" pitchFamily="18" charset="2"/>
              <a:buNone/>
            </a:pPr>
            <a:r>
              <a:rPr lang="en-US" altLang="zh-TW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【</a:t>
            </a:r>
            <a:r>
              <a:rPr lang="zh-TW" altLang="en-US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哥林多後書六 </a:t>
            </a:r>
            <a:r>
              <a:rPr lang="en-US" altLang="zh-TW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11】</a:t>
            </a:r>
          </a:p>
          <a:p>
            <a:pPr marL="0" indent="0" eaLnBrk="1" hangingPunct="1">
              <a:spcBef>
                <a:spcPct val="0"/>
              </a:spcBef>
              <a:spcAft>
                <a:spcPts val="2400"/>
              </a:spcAft>
              <a:buFont typeface="Wingdings 3" panose="05040102010807070707" pitchFamily="18" charset="2"/>
              <a:buNone/>
            </a:pPr>
            <a:r>
              <a:rPr lang="zh-TW" altLang="en-US" sz="3000" b="1">
                <a:latin typeface="微軟正黑體" panose="020B0604030504040204" pitchFamily="34" charset="-120"/>
                <a:cs typeface="Times New Roman" panose="02020603050405020304" pitchFamily="18" charset="0"/>
              </a:rPr>
              <a:t>哥林多人哪，我們向你們，</a:t>
            </a:r>
            <a:r>
              <a:rPr lang="zh-TW" altLang="en-US" sz="3000" b="1" u="sng">
                <a:solidFill>
                  <a:srgbClr val="C00000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口是張開的，心是寬宏的</a:t>
            </a:r>
            <a:r>
              <a:rPr lang="zh-TW" altLang="en-US" sz="3000" b="1">
                <a:latin typeface="微軟正黑體" panose="020B0604030504040204" pitchFamily="34" charset="-120"/>
                <a:cs typeface="Times New Roman" panose="02020603050405020304" pitchFamily="18" charset="0"/>
              </a:rPr>
              <a:t>。你們狹窄，原不在乎我們，是在乎自己的心腸狹窄。你們也要</a:t>
            </a:r>
            <a:r>
              <a:rPr lang="zh-TW" altLang="en-US" sz="3000" b="1" u="sng">
                <a:solidFill>
                  <a:srgbClr val="C00000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照樣用寬宏的心</a:t>
            </a:r>
            <a:r>
              <a:rPr lang="zh-TW" altLang="en-US" sz="3000" b="1">
                <a:latin typeface="微軟正黑體" panose="020B0604030504040204" pitchFamily="34" charset="-120"/>
                <a:cs typeface="Times New Roman" panose="02020603050405020304" pitchFamily="18" charset="0"/>
              </a:rPr>
              <a:t>報答我。我這話正像對自己的孩子說的。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22A105B5-8C68-3E03-95CB-361100F60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noAutofit/>
            <a:sp3d prstMaterial="softEdge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99"/>
                </a:solidFill>
                <a:effectLst/>
              </a:rPr>
              <a:t>3.</a:t>
            </a:r>
            <a:r>
              <a:rPr lang="zh-TW" altLang="en-US" dirty="0">
                <a:solidFill>
                  <a:srgbClr val="000099"/>
                </a:solidFill>
                <a:effectLst/>
              </a:rPr>
              <a:t>推心置腹、</a:t>
            </a:r>
            <a:r>
              <a:rPr lang="zh-TW" altLang="en-US" u="sng" dirty="0">
                <a:solidFill>
                  <a:srgbClr val="000099"/>
                </a:solidFill>
                <a:effectLst/>
              </a:rPr>
              <a:t>　　　</a:t>
            </a:r>
            <a:r>
              <a:rPr lang="zh-TW" altLang="en-US" dirty="0">
                <a:solidFill>
                  <a:srgbClr val="000099"/>
                </a:solidFill>
                <a:effectLst/>
              </a:rPr>
              <a:t>分享</a:t>
            </a:r>
            <a:endParaRPr lang="zh-TW" altLang="en-US" dirty="0">
              <a:solidFill>
                <a:schemeClr val="bg1"/>
              </a:solidFill>
              <a:effectLst/>
            </a:endParaRPr>
          </a:p>
        </p:txBody>
      </p:sp>
      <p:sp>
        <p:nvSpPr>
          <p:cNvPr id="5" name="標題 2">
            <a:extLst>
              <a:ext uri="{FF2B5EF4-FFF2-40B4-BE49-F238E27FC236}">
                <a16:creationId xmlns:a16="http://schemas.microsoft.com/office/drawing/2014/main" id="{452A17B9-775F-2330-3299-486B1A16B1D2}"/>
              </a:ext>
            </a:extLst>
          </p:cNvPr>
          <p:cNvSpPr txBox="1">
            <a:spLocks/>
          </p:cNvSpPr>
          <p:nvPr/>
        </p:nvSpPr>
        <p:spPr>
          <a:xfrm>
            <a:off x="3275856" y="205979"/>
            <a:ext cx="2376264" cy="857250"/>
          </a:xfrm>
          <a:prstGeom prst="rect">
            <a:avLst/>
          </a:prstGeom>
        </p:spPr>
        <p:txBody>
          <a:bodyPr anchor="ctr">
            <a:scene3d>
              <a:camera prst="orthographicFront"/>
              <a:lightRig rig="soft" dir="t"/>
            </a:scene3d>
            <a:sp3d prstMaterial="softEdge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 fontAlgn="auto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C00000"/>
                </a:solidFill>
                <a:effectLst/>
              </a:rPr>
              <a:t>坦誠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內容版面配置區 1">
            <a:extLst>
              <a:ext uri="{FF2B5EF4-FFF2-40B4-BE49-F238E27FC236}">
                <a16:creationId xmlns:a16="http://schemas.microsoft.com/office/drawing/2014/main" id="{BA259CB5-E66D-FD9B-154B-BEAFF6492B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347614"/>
            <a:ext cx="8229600" cy="4032250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 typeface="Wingdings 3" panose="05040102010807070707" pitchFamily="18" charset="2"/>
              <a:buNone/>
            </a:pPr>
            <a:r>
              <a:rPr lang="en-US" altLang="zh-TW" sz="2400" b="1" dirty="0">
                <a:latin typeface="微軟正黑體" panose="020B0604030504040204" pitchFamily="34" charset="-120"/>
                <a:cs typeface="Times New Roman" panose="02020603050405020304" pitchFamily="18" charset="0"/>
              </a:rPr>
              <a:t>【</a:t>
            </a:r>
            <a:r>
              <a:rPr lang="zh-TW" altLang="en-US" sz="2400" b="1" dirty="0">
                <a:latin typeface="微軟正黑體" panose="020B0604030504040204" pitchFamily="34" charset="-120"/>
                <a:cs typeface="Times New Roman" panose="02020603050405020304" pitchFamily="18" charset="0"/>
              </a:rPr>
              <a:t>彼得前書三 </a:t>
            </a:r>
            <a:r>
              <a:rPr lang="en-US" altLang="zh-TW" sz="2400" b="1" dirty="0">
                <a:latin typeface="微軟正黑體" panose="020B0604030504040204" pitchFamily="34" charset="-120"/>
                <a:cs typeface="Times New Roman" panose="02020603050405020304" pitchFamily="18" charset="0"/>
              </a:rPr>
              <a:t>8~9】</a:t>
            </a:r>
          </a:p>
          <a:p>
            <a:pPr marL="0" indent="0" eaLnBrk="1" hangingPunct="1">
              <a:spcBef>
                <a:spcPct val="0"/>
              </a:spcBef>
              <a:spcAft>
                <a:spcPts val="2400"/>
              </a:spcAft>
              <a:buFont typeface="Wingdings 3" panose="05040102010807070707" pitchFamily="18" charset="2"/>
              <a:buNone/>
            </a:pPr>
            <a:r>
              <a:rPr lang="zh-TW" altLang="en-US" sz="3000" b="1" dirty="0">
                <a:latin typeface="微軟正黑體" panose="020B0604030504040204" pitchFamily="34" charset="-120"/>
                <a:cs typeface="Times New Roman" panose="02020603050405020304" pitchFamily="18" charset="0"/>
              </a:rPr>
              <a:t>總而言之，你們都要同心，</a:t>
            </a:r>
            <a:r>
              <a:rPr lang="zh-TW" altLang="en-US" sz="3000" b="1" u="sng" dirty="0">
                <a:solidFill>
                  <a:srgbClr val="C00000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彼此體恤，相愛如弟兄</a:t>
            </a:r>
            <a:r>
              <a:rPr lang="zh-TW" altLang="en-US" sz="3000" b="1" dirty="0">
                <a:latin typeface="微軟正黑體" panose="020B0604030504040204" pitchFamily="34" charset="-120"/>
                <a:cs typeface="Times New Roman" panose="02020603050405020304" pitchFamily="18" charset="0"/>
              </a:rPr>
              <a:t>，存慈憐謙卑的心。</a:t>
            </a:r>
            <a:r>
              <a:rPr lang="zh-TW" altLang="en-US" sz="3000" b="1" u="sng" dirty="0">
                <a:solidFill>
                  <a:srgbClr val="C00000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不以惡報惡，以辱罵還辱罵，倒要祝福</a:t>
            </a:r>
            <a:r>
              <a:rPr lang="zh-TW" altLang="en-US" sz="3000" b="1" dirty="0">
                <a:latin typeface="微軟正黑體" panose="020B0604030504040204" pitchFamily="34" charset="-120"/>
                <a:cs typeface="Times New Roman" panose="02020603050405020304" pitchFamily="18" charset="0"/>
              </a:rPr>
              <a:t>；因你們是為此蒙召，好叫你們承受福氣。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E9AE3787-465A-F407-4A28-974FFD714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noAutofit/>
            <a:sp3d prstMaterial="softEdge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99"/>
                </a:solidFill>
                <a:effectLst/>
              </a:rPr>
              <a:t>4.</a:t>
            </a:r>
            <a:r>
              <a:rPr lang="zh-TW" altLang="en-US" dirty="0">
                <a:solidFill>
                  <a:srgbClr val="000099"/>
                </a:solidFill>
                <a:effectLst/>
              </a:rPr>
              <a:t>學習</a:t>
            </a:r>
            <a:r>
              <a:rPr lang="zh-TW" altLang="en-US" u="sng" dirty="0">
                <a:solidFill>
                  <a:srgbClr val="000099"/>
                </a:solidFill>
                <a:effectLst/>
              </a:rPr>
              <a:t>　　　</a:t>
            </a:r>
            <a:r>
              <a:rPr lang="zh-TW" altLang="en-US" dirty="0">
                <a:solidFill>
                  <a:srgbClr val="000099"/>
                </a:solidFill>
                <a:effectLst/>
              </a:rPr>
              <a:t>、成為</a:t>
            </a:r>
            <a:r>
              <a:rPr lang="zh-TW" altLang="en-US" u="sng" dirty="0">
                <a:solidFill>
                  <a:srgbClr val="000099"/>
                </a:solidFill>
                <a:effectLst/>
              </a:rPr>
              <a:t>　　　</a:t>
            </a:r>
            <a:r>
              <a:rPr lang="en-US" altLang="zh-TW" dirty="0">
                <a:solidFill>
                  <a:schemeClr val="bg1"/>
                </a:solidFill>
                <a:effectLst/>
              </a:rPr>
              <a:t>.</a:t>
            </a:r>
            <a:endParaRPr lang="zh-TW" altLang="en-US" dirty="0">
              <a:solidFill>
                <a:schemeClr val="bg1"/>
              </a:solidFill>
              <a:effectLst/>
            </a:endParaRPr>
          </a:p>
        </p:txBody>
      </p:sp>
      <p:sp>
        <p:nvSpPr>
          <p:cNvPr id="5" name="標題 2">
            <a:extLst>
              <a:ext uri="{FF2B5EF4-FFF2-40B4-BE49-F238E27FC236}">
                <a16:creationId xmlns:a16="http://schemas.microsoft.com/office/drawing/2014/main" id="{D308BC87-C139-AB88-ADB9-73C16976C675}"/>
              </a:ext>
            </a:extLst>
          </p:cNvPr>
          <p:cNvSpPr txBox="1">
            <a:spLocks/>
          </p:cNvSpPr>
          <p:nvPr/>
        </p:nvSpPr>
        <p:spPr>
          <a:xfrm>
            <a:off x="2051720" y="205979"/>
            <a:ext cx="4680520" cy="857250"/>
          </a:xfrm>
          <a:prstGeom prst="rect">
            <a:avLst/>
          </a:prstGeom>
        </p:spPr>
        <p:txBody>
          <a:bodyPr anchor="ctr">
            <a:scene3d>
              <a:camera prst="orthographicFront"/>
              <a:lightRig rig="soft" dir="t"/>
            </a:scene3d>
            <a:sp3d prstMaterial="softEdge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 fontAlgn="auto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C00000"/>
                </a:solidFill>
                <a:effectLst/>
              </a:rPr>
              <a:t>愛人　　　　祝福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A8C60E7F-4A22-A3D5-216F-94EDFE16A5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1250"/>
            <a:ext cx="8229600" cy="2900363"/>
          </a:xfrm>
        </p:spPr>
        <p:txBody>
          <a:bodyPr>
            <a:noAutofit/>
          </a:bodyPr>
          <a:lstStyle/>
          <a:p>
            <a:pPr marL="358775" indent="-358775" eaLnBrk="1" hangingPunct="1">
              <a:spcBef>
                <a:spcPct val="0"/>
              </a:spcBef>
              <a:spcAft>
                <a:spcPts val="3600"/>
              </a:spcAft>
              <a:buFont typeface="Wingdings 3" panose="05040102010807070707" pitchFamily="18" charset="2"/>
              <a:buNone/>
            </a:pPr>
            <a:r>
              <a:rPr lang="en-US" altLang="zh-TW" sz="3200" b="1">
                <a:latin typeface="微軟正黑體" panose="020B0604030504040204" pitchFamily="34" charset="-120"/>
                <a:cs typeface="Times New Roman" panose="02020603050405020304" pitchFamily="18" charset="0"/>
              </a:rPr>
              <a:t>1.</a:t>
            </a:r>
            <a:r>
              <a:rPr lang="zh-TW" altLang="en-US" sz="3200" b="1">
                <a:latin typeface="微軟正黑體" panose="020B0604030504040204" pitchFamily="34" charset="-120"/>
                <a:cs typeface="Times New Roman" panose="02020603050405020304" pitchFamily="18" charset="0"/>
              </a:rPr>
              <a:t>我在小組中經歷過什麼樣的恩典？	</a:t>
            </a:r>
          </a:p>
          <a:p>
            <a:pPr marL="358775" indent="-358775" eaLnBrk="1" hangingPunct="1">
              <a:spcBef>
                <a:spcPct val="0"/>
              </a:spcBef>
              <a:spcAft>
                <a:spcPts val="3600"/>
              </a:spcAft>
              <a:buFont typeface="Wingdings 3" panose="05040102010807070707" pitchFamily="18" charset="2"/>
              <a:buNone/>
            </a:pPr>
            <a:r>
              <a:rPr lang="en-US" altLang="zh-TW" sz="3200" b="1">
                <a:latin typeface="微軟正黑體" panose="020B0604030504040204" pitchFamily="34" charset="-120"/>
                <a:cs typeface="Times New Roman" panose="02020603050405020304" pitchFamily="18" charset="0"/>
              </a:rPr>
              <a:t>2.</a:t>
            </a:r>
            <a:r>
              <a:rPr lang="zh-TW" altLang="en-US" sz="3200" b="1">
                <a:latin typeface="微軟正黑體" panose="020B0604030504040204" pitchFamily="34" charset="-120"/>
                <a:cs typeface="Times New Roman" panose="02020603050405020304" pitchFamily="18" charset="0"/>
              </a:rPr>
              <a:t>我可以如何更積極參與小組，成為小組的祝福？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E1E2CC1F-4F44-B26E-D42A-29A904B1D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noAutofit/>
            <a:sp3d prstMaterial="softEdge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000099"/>
                </a:solidFill>
                <a:effectLst/>
              </a:rPr>
              <a:t>討論題目：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49D27A05-4D9B-A9B9-2C3C-54AB450902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5856" y="483518"/>
            <a:ext cx="5770984" cy="2016223"/>
          </a:xfrm>
        </p:spPr>
        <p:txBody>
          <a:bodyPr/>
          <a:lstStyle/>
          <a:p>
            <a:r>
              <a:rPr kumimoji="1" lang="zh-TW" altLang="en-US" b="1" dirty="0"/>
              <a:t>我們都不一樣</a:t>
            </a:r>
            <a:endParaRPr kumimoji="1" lang="en-US" altLang="zh-TW" b="1" dirty="0"/>
          </a:p>
          <a:p>
            <a:r>
              <a:rPr kumimoji="1" lang="zh-TW" altLang="en-US" b="1" dirty="0"/>
              <a:t>我們都不完全</a:t>
            </a:r>
            <a:endParaRPr kumimoji="1" lang="en-US" altLang="zh-TW" b="1" dirty="0"/>
          </a:p>
          <a:p>
            <a:r>
              <a:rPr kumimoji="1" lang="zh-TW" altLang="en-US" b="1" dirty="0"/>
              <a:t>不輕易離開放棄</a:t>
            </a:r>
            <a:endParaRPr kumimoji="1" lang="en-US" altLang="zh-TW" b="1" dirty="0"/>
          </a:p>
          <a:p>
            <a:r>
              <a:rPr kumimoji="1" lang="zh-TW" altLang="en-US" b="1" dirty="0"/>
              <a:t>願意等你、等你願意</a:t>
            </a:r>
            <a:endParaRPr kumimoji="1" lang="en-US" altLang="zh-TW" b="1" dirty="0"/>
          </a:p>
          <a:p>
            <a:pPr marL="109537" indent="0">
              <a:buNone/>
            </a:pPr>
            <a:r>
              <a:rPr lang="en-US" altLang="zh-TW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		</a:t>
            </a:r>
            <a:endParaRPr kumimoji="1"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DE0F1CF8-1CE1-A043-F367-0310A9B36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200" y="206375"/>
            <a:ext cx="2800648" cy="690750"/>
          </a:xfrm>
        </p:spPr>
        <p:txBody>
          <a:bodyPr vert="horz" lIns="91440" tIns="45720" rIns="91440" bIns="45720" rtlCol="0" anchor="ctr">
            <a:normAutofit fontScale="90000"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zh-TW" altLang="en-US">
                <a:ea typeface="微軟正黑體"/>
                <a:cs typeface="Lucida Sans Unicode"/>
              </a:rPr>
              <a:t>分享</a:t>
            </a:r>
            <a:endParaRPr lang="zh-TW" altLang="en-US" dirty="0">
              <a:ea typeface="微軟正黑體"/>
              <a:cs typeface="Lucida Sans Unicode"/>
            </a:endParaRPr>
          </a:p>
        </p:txBody>
      </p:sp>
      <p:sp>
        <p:nvSpPr>
          <p:cNvPr id="4" name="內容版面配置區 1">
            <a:extLst>
              <a:ext uri="{FF2B5EF4-FFF2-40B4-BE49-F238E27FC236}">
                <a16:creationId xmlns:a16="http://schemas.microsoft.com/office/drawing/2014/main" id="{18765BEE-4ABA-0F58-3293-7917DE438E61}"/>
              </a:ext>
            </a:extLst>
          </p:cNvPr>
          <p:cNvSpPr txBox="1">
            <a:spLocks/>
          </p:cNvSpPr>
          <p:nvPr/>
        </p:nvSpPr>
        <p:spPr bwMode="auto">
          <a:xfrm>
            <a:off x="467544" y="2427734"/>
            <a:ext cx="8229600" cy="12961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65125" indent="-255588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0713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8838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 typeface="Wingdings 3" panose="05040102010807070707" pitchFamily="18" charset="2"/>
              <a:buNone/>
            </a:pPr>
            <a:r>
              <a:rPr kumimoji="0" lang="en-US" altLang="zh-TW" sz="1800" b="1" dirty="0">
                <a:latin typeface="微軟正黑體" panose="020B0604030504040204" pitchFamily="34" charset="-120"/>
                <a:cs typeface="Times New Roman" panose="02020603050405020304" pitchFamily="18" charset="0"/>
              </a:rPr>
              <a:t>【</a:t>
            </a:r>
            <a:r>
              <a:rPr kumimoji="0" lang="zh-TW" altLang="en-US" sz="1800" b="1" dirty="0">
                <a:latin typeface="微軟正黑體" panose="020B0604030504040204" pitchFamily="34" charset="-120"/>
                <a:cs typeface="Times New Roman" panose="02020603050405020304" pitchFamily="18" charset="0"/>
              </a:rPr>
              <a:t>希伯來書十 </a:t>
            </a:r>
            <a:r>
              <a:rPr kumimoji="0" lang="en-US" altLang="zh-TW" sz="1800" b="1" dirty="0">
                <a:latin typeface="微軟正黑體" panose="020B0604030504040204" pitchFamily="34" charset="-120"/>
                <a:cs typeface="Times New Roman" panose="02020603050405020304" pitchFamily="18" charset="0"/>
              </a:rPr>
              <a:t>24~25】</a:t>
            </a:r>
          </a:p>
          <a:p>
            <a:pPr marL="0" indent="0" eaLnBrk="1" hangingPunct="1">
              <a:spcBef>
                <a:spcPct val="0"/>
              </a:spcBef>
              <a:spcAft>
                <a:spcPts val="1800"/>
              </a:spcAft>
              <a:buFont typeface="Wingdings 3" panose="05040102010807070707" pitchFamily="18" charset="2"/>
              <a:buNone/>
            </a:pPr>
            <a:r>
              <a:rPr kumimoji="0" lang="zh-TW" altLang="en-US" sz="1800" b="1" dirty="0">
                <a:latin typeface="微軟正黑體" panose="020B0604030504040204" pitchFamily="34" charset="-120"/>
                <a:cs typeface="Times New Roman" panose="02020603050405020304" pitchFamily="18" charset="0"/>
              </a:rPr>
              <a:t>又要彼此相顧，激發愛心，勉勵行善。</a:t>
            </a:r>
            <a:r>
              <a:rPr kumimoji="0" lang="zh-TW" altLang="en-US" sz="1800" b="1" u="sng" dirty="0">
                <a:solidFill>
                  <a:srgbClr val="C00000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你們不可停止聚會</a:t>
            </a:r>
            <a:r>
              <a:rPr kumimoji="0" lang="zh-TW" altLang="en-US" sz="1800" b="1" dirty="0">
                <a:latin typeface="微軟正黑體" panose="020B0604030504040204" pitchFamily="34" charset="-120"/>
                <a:cs typeface="Times New Roman" panose="02020603050405020304" pitchFamily="18" charset="0"/>
              </a:rPr>
              <a:t>，好像那些停止慣了的人，</a:t>
            </a:r>
            <a:r>
              <a:rPr kumimoji="0" lang="zh-TW" altLang="en-US" sz="1800" b="1" u="sng" dirty="0">
                <a:solidFill>
                  <a:srgbClr val="C00000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倒要彼此勸勉</a:t>
            </a:r>
            <a:r>
              <a:rPr kumimoji="0" lang="zh-TW" altLang="en-US" sz="1800" b="1" dirty="0">
                <a:latin typeface="微軟正黑體" panose="020B0604030504040204" pitchFamily="34" charset="-120"/>
                <a:cs typeface="Times New Roman" panose="02020603050405020304" pitchFamily="18" charset="0"/>
              </a:rPr>
              <a:t>，既知道那日子臨近，就更當如此。</a:t>
            </a:r>
          </a:p>
        </p:txBody>
      </p:sp>
      <p:sp>
        <p:nvSpPr>
          <p:cNvPr id="5" name="內容版面配置區 1">
            <a:extLst>
              <a:ext uri="{FF2B5EF4-FFF2-40B4-BE49-F238E27FC236}">
                <a16:creationId xmlns:a16="http://schemas.microsoft.com/office/drawing/2014/main" id="{9EC00D0D-79ED-9286-B8BC-ADF7B6F843D1}"/>
              </a:ext>
            </a:extLst>
          </p:cNvPr>
          <p:cNvSpPr txBox="1">
            <a:spLocks/>
          </p:cNvSpPr>
          <p:nvPr/>
        </p:nvSpPr>
        <p:spPr bwMode="auto">
          <a:xfrm>
            <a:off x="2555776" y="3723878"/>
            <a:ext cx="6454552" cy="12241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65125" indent="-255588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0713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8838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 typeface="Wingdings 3" panose="05040102010807070707" pitchFamily="18" charset="2"/>
              <a:buNone/>
            </a:pPr>
            <a:r>
              <a:rPr kumimoji="0" lang="en-US" altLang="zh-TW" sz="1800" b="1" dirty="0">
                <a:latin typeface="微軟正黑體" panose="020B0604030504040204" pitchFamily="34" charset="-120"/>
                <a:cs typeface="Times New Roman" panose="02020603050405020304" pitchFamily="18" charset="0"/>
              </a:rPr>
              <a:t>【</a:t>
            </a:r>
            <a:r>
              <a:rPr kumimoji="0" lang="zh-TW" altLang="en-US" sz="1800" b="1" dirty="0">
                <a:latin typeface="微軟正黑體" panose="020B0604030504040204" pitchFamily="34" charset="-120"/>
                <a:cs typeface="Times New Roman" panose="02020603050405020304" pitchFamily="18" charset="0"/>
              </a:rPr>
              <a:t>以弗所書四 </a:t>
            </a:r>
            <a:r>
              <a:rPr kumimoji="0" lang="en-US" altLang="zh-TW" sz="1800" b="1" dirty="0">
                <a:latin typeface="微軟正黑體" panose="020B0604030504040204" pitchFamily="34" charset="-120"/>
                <a:cs typeface="Times New Roman" panose="02020603050405020304" pitchFamily="18" charset="0"/>
              </a:rPr>
              <a:t>2~3】</a:t>
            </a:r>
          </a:p>
          <a:p>
            <a:pPr marL="0" indent="0" eaLnBrk="1" hangingPunct="1">
              <a:spcBef>
                <a:spcPct val="0"/>
              </a:spcBef>
              <a:spcAft>
                <a:spcPts val="3000"/>
              </a:spcAft>
              <a:buFont typeface="Wingdings 3" panose="05040102010807070707" pitchFamily="18" charset="2"/>
              <a:buNone/>
            </a:pPr>
            <a:r>
              <a:rPr kumimoji="0" lang="zh-TW" altLang="en-US" sz="1800" b="1" dirty="0">
                <a:latin typeface="微軟正黑體" panose="020B0604030504040204" pitchFamily="34" charset="-120"/>
                <a:cs typeface="Times New Roman" panose="02020603050405020304" pitchFamily="18" charset="0"/>
              </a:rPr>
              <a:t>凡事謙虛、溫柔、忍耐，用愛心互相寬容，</a:t>
            </a:r>
            <a:r>
              <a:rPr kumimoji="0" lang="zh-TW" altLang="en-US" sz="1800" b="1" u="sng" dirty="0">
                <a:solidFill>
                  <a:srgbClr val="C00000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 用和平彼此聯絡，竭力保守聖靈所賜合而為一的心</a:t>
            </a:r>
            <a:r>
              <a:rPr kumimoji="0" lang="zh-TW" altLang="en-US" sz="1800" b="1" dirty="0">
                <a:latin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907936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匯合">
  <a:themeElements>
    <a:clrScheme name="圖釘">
      <a:dk1>
        <a:sysClr val="windowText" lastClr="000000"/>
      </a:dk1>
      <a:lt1>
        <a:sysClr val="window" lastClr="FFFFFF"/>
      </a:lt1>
      <a:dk2>
        <a:srgbClr val="465E9C"/>
      </a:dk2>
      <a:lt2>
        <a:srgbClr val="CCDDEA"/>
      </a:lt2>
      <a:accent1>
        <a:srgbClr val="FDA023"/>
      </a:accent1>
      <a:accent2>
        <a:srgbClr val="AA2B1E"/>
      </a:accent2>
      <a:accent3>
        <a:srgbClr val="71685C"/>
      </a:accent3>
      <a:accent4>
        <a:srgbClr val="64A73B"/>
      </a:accent4>
      <a:accent5>
        <a:srgbClr val="EB5605"/>
      </a:accent5>
      <a:accent6>
        <a:srgbClr val="B9CA1A"/>
      </a:accent6>
      <a:hlink>
        <a:srgbClr val="D83E2C"/>
      </a:hlink>
      <a:folHlink>
        <a:srgbClr val="ED7D27"/>
      </a:folHlink>
    </a:clrScheme>
    <a:fontScheme name="匯合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匯合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>
    <a:txDef>
      <a:spPr/>
      <a:bodyPr vert="horz">
        <a:normAutofit/>
      </a:bodyPr>
      <a:lstStyle>
        <a:defPPr marL="0" indent="0">
          <a:spcBef>
            <a:spcPts val="0"/>
          </a:spcBef>
          <a:spcAft>
            <a:spcPts val="3600"/>
          </a:spcAft>
          <a:buClr>
            <a:srgbClr val="2DA2BF"/>
          </a:buClr>
          <a:buNone/>
          <a:defRPr sz="3600" b="1" dirty="0" smtClean="0">
            <a:solidFill>
              <a:srgbClr val="C00000"/>
            </a:solidFill>
            <a:latin typeface="+mn-ea"/>
            <a:cs typeface="Times New Roman" panose="02020603050405020304" pitchFamily="18" charset="0"/>
            <a:sym typeface="Wingdings"/>
          </a:defRPr>
        </a:defPPr>
      </a:lstStyle>
    </a:txDef>
  </a:objectDefaults>
  <a:extraClrSchemeLst/>
</a:theme>
</file>

<file path=ppt/theme/themeOverride1.xml><?xml version="1.0" encoding="utf-8"?>
<a:themeOverride xmlns:a="http://schemas.openxmlformats.org/drawingml/2006/main">
  <a:clrScheme name="圖釘">
    <a:dk1>
      <a:sysClr val="windowText" lastClr="000000"/>
    </a:dk1>
    <a:lt1>
      <a:sysClr val="window" lastClr="FFFFFF"/>
    </a:lt1>
    <a:dk2>
      <a:srgbClr val="465E9C"/>
    </a:dk2>
    <a:lt2>
      <a:srgbClr val="CCDDEA"/>
    </a:lt2>
    <a:accent1>
      <a:srgbClr val="FDA023"/>
    </a:accent1>
    <a:accent2>
      <a:srgbClr val="AA2B1E"/>
    </a:accent2>
    <a:accent3>
      <a:srgbClr val="71685C"/>
    </a:accent3>
    <a:accent4>
      <a:srgbClr val="64A73B"/>
    </a:accent4>
    <a:accent5>
      <a:srgbClr val="EB5605"/>
    </a:accent5>
    <a:accent6>
      <a:srgbClr val="B9CA1A"/>
    </a:accent6>
    <a:hlink>
      <a:srgbClr val="D83E2C"/>
    </a:hlink>
    <a:folHlink>
      <a:srgbClr val="ED7D27"/>
    </a:folHlink>
  </a:clrScheme>
</a:themeOverride>
</file>

<file path=ppt/theme/themeOverride2.xml><?xml version="1.0" encoding="utf-8"?>
<a:themeOverride xmlns:a="http://schemas.openxmlformats.org/drawingml/2006/main">
  <a:clrScheme name="圖釘">
    <a:dk1>
      <a:sysClr val="windowText" lastClr="000000"/>
    </a:dk1>
    <a:lt1>
      <a:sysClr val="window" lastClr="FFFFFF"/>
    </a:lt1>
    <a:dk2>
      <a:srgbClr val="465E9C"/>
    </a:dk2>
    <a:lt2>
      <a:srgbClr val="CCDDEA"/>
    </a:lt2>
    <a:accent1>
      <a:srgbClr val="FDA023"/>
    </a:accent1>
    <a:accent2>
      <a:srgbClr val="AA2B1E"/>
    </a:accent2>
    <a:accent3>
      <a:srgbClr val="71685C"/>
    </a:accent3>
    <a:accent4>
      <a:srgbClr val="64A73B"/>
    </a:accent4>
    <a:accent5>
      <a:srgbClr val="EB5605"/>
    </a:accent5>
    <a:accent6>
      <a:srgbClr val="B9CA1A"/>
    </a:accent6>
    <a:hlink>
      <a:srgbClr val="D83E2C"/>
    </a:hlink>
    <a:folHlink>
      <a:srgbClr val="ED7D27"/>
    </a:folHlink>
  </a:clrScheme>
</a:themeOverride>
</file>

<file path=ppt/theme/themeOverride3.xml><?xml version="1.0" encoding="utf-8"?>
<a:themeOverride xmlns:a="http://schemas.openxmlformats.org/drawingml/2006/main">
  <a:clrScheme name="圖釘">
    <a:dk1>
      <a:sysClr val="windowText" lastClr="000000"/>
    </a:dk1>
    <a:lt1>
      <a:sysClr val="window" lastClr="FFFFFF"/>
    </a:lt1>
    <a:dk2>
      <a:srgbClr val="465E9C"/>
    </a:dk2>
    <a:lt2>
      <a:srgbClr val="CCDDEA"/>
    </a:lt2>
    <a:accent1>
      <a:srgbClr val="FDA023"/>
    </a:accent1>
    <a:accent2>
      <a:srgbClr val="AA2B1E"/>
    </a:accent2>
    <a:accent3>
      <a:srgbClr val="71685C"/>
    </a:accent3>
    <a:accent4>
      <a:srgbClr val="64A73B"/>
    </a:accent4>
    <a:accent5>
      <a:srgbClr val="EB5605"/>
    </a:accent5>
    <a:accent6>
      <a:srgbClr val="B9CA1A"/>
    </a:accent6>
    <a:hlink>
      <a:srgbClr val="D83E2C"/>
    </a:hlink>
    <a:folHlink>
      <a:srgbClr val="ED7D27"/>
    </a:folHlink>
  </a:clrScheme>
</a:themeOverride>
</file>

<file path=ppt/theme/themeOverride4.xml><?xml version="1.0" encoding="utf-8"?>
<a:themeOverride xmlns:a="http://schemas.openxmlformats.org/drawingml/2006/main">
  <a:clrScheme name="圖釘">
    <a:dk1>
      <a:sysClr val="windowText" lastClr="000000"/>
    </a:dk1>
    <a:lt1>
      <a:sysClr val="window" lastClr="FFFFFF"/>
    </a:lt1>
    <a:dk2>
      <a:srgbClr val="465E9C"/>
    </a:dk2>
    <a:lt2>
      <a:srgbClr val="CCDDEA"/>
    </a:lt2>
    <a:accent1>
      <a:srgbClr val="FDA023"/>
    </a:accent1>
    <a:accent2>
      <a:srgbClr val="AA2B1E"/>
    </a:accent2>
    <a:accent3>
      <a:srgbClr val="71685C"/>
    </a:accent3>
    <a:accent4>
      <a:srgbClr val="64A73B"/>
    </a:accent4>
    <a:accent5>
      <a:srgbClr val="EB5605"/>
    </a:accent5>
    <a:accent6>
      <a:srgbClr val="B9CA1A"/>
    </a:accent6>
    <a:hlink>
      <a:srgbClr val="D83E2C"/>
    </a:hlink>
    <a:folHlink>
      <a:srgbClr val="ED7D27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1510</TotalTime>
  <Words>1265</Words>
  <Application>Microsoft Office PowerPoint</Application>
  <PresentationFormat>如螢幕大小 (16:9)</PresentationFormat>
  <Paragraphs>101</Paragraphs>
  <Slides>24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24</vt:i4>
      </vt:variant>
    </vt:vector>
  </HeadingPairs>
  <TitlesOfParts>
    <vt:vector size="25" baseType="lpstr">
      <vt:lpstr>匯合</vt:lpstr>
      <vt:lpstr>第八課　美好的小組生活</vt:lpstr>
      <vt:lpstr>PowerPoint 簡報</vt:lpstr>
      <vt:lpstr>PowerPoint 簡報</vt:lpstr>
      <vt:lpstr>1.歸屬在　　　　　的生活</vt:lpstr>
      <vt:lpstr>２.活出　　　　　　的生活</vt:lpstr>
      <vt:lpstr>3.享受　　　　　　的生活</vt:lpstr>
      <vt:lpstr>4.學習　　　　　　的生活</vt:lpstr>
      <vt:lpstr>5.經歷　　　　　　的生活</vt:lpstr>
      <vt:lpstr>6.　　　　　　的生活</vt:lpstr>
      <vt:lpstr>二、小組生活所帶來的益處</vt:lpstr>
      <vt:lpstr>1.得到　　　與　　　.</vt:lpstr>
      <vt:lpstr>2.被　　　與　　　.</vt:lpstr>
      <vt:lpstr>3.增進　　　　　.</vt:lpstr>
      <vt:lpstr>4.找到　　　　　　.</vt:lpstr>
      <vt:lpstr>5.學習　　　　　.</vt:lpstr>
      <vt:lpstr>三、聖經中小組生活的典範 </vt:lpstr>
      <vt:lpstr>三、聖經中小組生活的典範</vt:lpstr>
      <vt:lpstr>四、要如何過小組生活？</vt:lpstr>
      <vt:lpstr>1.　　　參與、　　　投入</vt:lpstr>
      <vt:lpstr>2.常常　　　、心懷　　　.</vt:lpstr>
      <vt:lpstr>3.推心置腹、　　　分享</vt:lpstr>
      <vt:lpstr>4.學習　　　、成為　　　.</vt:lpstr>
      <vt:lpstr>討論題目：</vt:lpstr>
      <vt:lpstr>分享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APPLE</dc:creator>
  <cp:lastModifiedBy>Walter Lu</cp:lastModifiedBy>
  <cp:revision>127</cp:revision>
  <dcterms:created xsi:type="dcterms:W3CDTF">2019-09-19T01:44:22Z</dcterms:created>
  <dcterms:modified xsi:type="dcterms:W3CDTF">2024-12-27T05:58:06Z</dcterms:modified>
</cp:coreProperties>
</file>