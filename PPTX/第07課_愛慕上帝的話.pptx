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4" r:id="rId1"/>
  </p:sldMasterIdLst>
  <p:sldIdLst>
    <p:sldId id="256" r:id="rId2"/>
    <p:sldId id="257" r:id="rId3"/>
    <p:sldId id="445" r:id="rId4"/>
    <p:sldId id="450" r:id="rId5"/>
    <p:sldId id="468" r:id="rId6"/>
    <p:sldId id="469" r:id="rId7"/>
    <p:sldId id="470" r:id="rId8"/>
    <p:sldId id="471" r:id="rId9"/>
    <p:sldId id="472" r:id="rId10"/>
    <p:sldId id="487" r:id="rId11"/>
    <p:sldId id="488" r:id="rId12"/>
    <p:sldId id="489" r:id="rId13"/>
    <p:sldId id="490" r:id="rId14"/>
    <p:sldId id="491" r:id="rId15"/>
    <p:sldId id="375" r:id="rId16"/>
    <p:sldId id="443" r:id="rId17"/>
    <p:sldId id="451" r:id="rId18"/>
    <p:sldId id="446" r:id="rId19"/>
    <p:sldId id="462" r:id="rId20"/>
    <p:sldId id="447" r:id="rId21"/>
    <p:sldId id="456" r:id="rId22"/>
    <p:sldId id="449" r:id="rId23"/>
    <p:sldId id="453" r:id="rId24"/>
    <p:sldId id="482" r:id="rId25"/>
    <p:sldId id="448" r:id="rId26"/>
    <p:sldId id="480" r:id="rId27"/>
    <p:sldId id="481" r:id="rId28"/>
    <p:sldId id="492" r:id="rId29"/>
    <p:sldId id="493" r:id="rId30"/>
    <p:sldId id="494" r:id="rId31"/>
    <p:sldId id="288" r:id="rId32"/>
    <p:sldId id="496" r:id="rId33"/>
    <p:sldId id="497" r:id="rId34"/>
    <p:sldId id="498" r:id="rId35"/>
  </p:sldIdLst>
  <p:sldSz cx="9144000" cy="5143500" type="screen16x9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5F7C80-D76F-421B-A79A-A87ADAABAAC0}" v="7" dt="2025-04-27T00:44:28.5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22" autoAdjust="0"/>
    <p:restoredTop sz="94694"/>
  </p:normalViewPr>
  <p:slideViewPr>
    <p:cSldViewPr>
      <p:cViewPr varScale="1">
        <p:scale>
          <a:sx n="116" d="100"/>
          <a:sy n="116" d="100"/>
        </p:scale>
        <p:origin x="184" y="9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Lu" userId="6e55fa501f30df28" providerId="Windows Live" clId="Web-{D45F7C80-D76F-421B-A79A-A87ADAABAAC0}"/>
    <pc:docChg chg="modSld">
      <pc:chgData name="Walter Lu" userId="6e55fa501f30df28" providerId="Windows Live" clId="Web-{D45F7C80-D76F-421B-A79A-A87ADAABAAC0}" dt="2025-04-27T00:44:28.512" v="6" actId="20577"/>
      <pc:docMkLst>
        <pc:docMk/>
      </pc:docMkLst>
      <pc:sldChg chg="modSp">
        <pc:chgData name="Walter Lu" userId="6e55fa501f30df28" providerId="Windows Live" clId="Web-{D45F7C80-D76F-421B-A79A-A87ADAABAAC0}" dt="2025-04-27T00:44:28.512" v="6" actId="20577"/>
        <pc:sldMkLst>
          <pc:docMk/>
          <pc:sldMk cId="0" sldId="488"/>
        </pc:sldMkLst>
        <pc:spChg chg="mod">
          <ac:chgData name="Walter Lu" userId="6e55fa501f30df28" providerId="Windows Live" clId="Web-{D45F7C80-D76F-421B-A79A-A87ADAABAAC0}" dt="2025-04-27T00:44:28.512" v="6" actId="20577"/>
          <ac:spMkLst>
            <pc:docMk/>
            <pc:sldMk cId="0" sldId="488"/>
            <ac:spMk id="3" creationId="{95CDC1EA-ABC6-20D6-B3FE-8BAAFDDD9C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角三角形 1">
            <a:extLst>
              <a:ext uri="{FF2B5EF4-FFF2-40B4-BE49-F238E27FC236}">
                <a16:creationId xmlns:a16="http://schemas.microsoft.com/office/drawing/2014/main" id="{82572D69-256A-4338-E66A-D71F6EC9479D}"/>
              </a:ext>
            </a:extLst>
          </p:cNvPr>
          <p:cNvSpPr/>
          <p:nvPr/>
        </p:nvSpPr>
        <p:spPr>
          <a:xfrm>
            <a:off x="0" y="3498850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grpSp>
        <p:nvGrpSpPr>
          <p:cNvPr id="3" name="群組 15">
            <a:extLst>
              <a:ext uri="{FF2B5EF4-FFF2-40B4-BE49-F238E27FC236}">
                <a16:creationId xmlns:a16="http://schemas.microsoft.com/office/drawing/2014/main" id="{56CC33C7-DAAD-1B34-F4E6-26DCE030EC40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3714750"/>
            <a:ext cx="9147175" cy="1433513"/>
            <a:chOff x="-3765" y="4832896"/>
            <a:chExt cx="9147765" cy="2032192"/>
          </a:xfrm>
        </p:grpSpPr>
        <p:sp>
          <p:nvSpPr>
            <p:cNvPr id="4" name="手繪多邊形 16">
              <a:extLst>
                <a:ext uri="{FF2B5EF4-FFF2-40B4-BE49-F238E27FC236}">
                  <a16:creationId xmlns:a16="http://schemas.microsoft.com/office/drawing/2014/main" id="{CC9E1505-361A-3F27-8313-D511B056A7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986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>
                <a:latin typeface="+mn-lt"/>
                <a:ea typeface="+mn-ea"/>
              </a:endParaRPr>
            </a:p>
          </p:txBody>
        </p:sp>
        <p:sp>
          <p:nvSpPr>
            <p:cNvPr id="5" name="手繪多邊形 18">
              <a:extLst>
                <a:ext uri="{FF2B5EF4-FFF2-40B4-BE49-F238E27FC236}">
                  <a16:creationId xmlns:a16="http://schemas.microsoft.com/office/drawing/2014/main" id="{DF897A32-D350-65C1-3C2E-7DC591C6D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6" y="5134461"/>
              <a:ext cx="9108074" cy="839433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1334560154 h 528"/>
                <a:gd name="T6" fmla="*/ 120019431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" name="手繪多邊形 19">
              <a:extLst>
                <a:ext uri="{FF2B5EF4-FFF2-40B4-BE49-F238E27FC236}">
                  <a16:creationId xmlns:a16="http://schemas.microsoft.com/office/drawing/2014/main" id="{4146822B-F81B-005C-47D9-B8B5509DE6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-590" y="4877906"/>
              <a:ext cx="9144590" cy="1998434"/>
              <a:chOff x="0" y="3746500"/>
              <a:chExt cx="9144000" cy="1409700"/>
            </a:xfrm>
          </p:grpSpPr>
          <p:pic>
            <p:nvPicPr>
              <p:cNvPr id="8" name="手繪多邊形 19">
                <a:extLst>
                  <a:ext uri="{FF2B5EF4-FFF2-40B4-BE49-F238E27FC236}">
                    <a16:creationId xmlns:a16="http://schemas.microsoft.com/office/drawing/2014/main" id="{40EF8C5E-041A-54AE-AABB-9C4299A20D54}"/>
                  </a:ext>
                </a:extLst>
              </p:cNvPr>
              <p:cNvPicPr>
                <a:picLocks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3746500"/>
                <a:ext cx="9144000" cy="14097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0" name="Text Box 12">
                <a:extLst>
                  <a:ext uri="{FF2B5EF4-FFF2-40B4-BE49-F238E27FC236}">
                    <a16:creationId xmlns:a16="http://schemas.microsoft.com/office/drawing/2014/main" id="{9120997A-21E5-5C9B-5914-E45148F44B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0" y="3750720"/>
                <a:ext cx="0" cy="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1pPr>
                <a:lvl2pPr marL="742950" indent="-28575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2pPr>
                <a:lvl3pPr marL="11430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3pPr>
                <a:lvl4pPr marL="16002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4pPr>
                <a:lvl5pPr marL="2057400" indent="-228600"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panose="020B0604020202020204" pitchFamily="34" charset="0"/>
                    <a:ea typeface="新細明體" panose="02020500000000000000" pitchFamily="18" charset="-120"/>
                  </a:defRPr>
                </a:lvl9pPr>
              </a:lstStyle>
              <a:p>
                <a:pPr algn="ctr" eaLnBrk="1" hangingPunct="1"/>
                <a:endParaRPr kumimoji="0" lang="en-US" altLang="zh-TW">
                  <a:solidFill>
                    <a:srgbClr val="FFFFFF"/>
                  </a:solidFill>
                  <a:latin typeface="Lucida Sans Unicode" panose="020B0602030504020204" pitchFamily="34" charset="0"/>
                </a:endParaRPr>
              </a:p>
            </p:txBody>
          </p:sp>
        </p:grp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3CEA83FA-A7A8-7631-23F5-EBDEE53730D3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標題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7" name="副標題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11" name="日期版面配置區 29">
            <a:extLst>
              <a:ext uri="{FF2B5EF4-FFF2-40B4-BE49-F238E27FC236}">
                <a16:creationId xmlns:a16="http://schemas.microsoft.com/office/drawing/2014/main" id="{D1D95A60-FE1B-EA7C-83B6-2F1A5C473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9D0ABAB3-38D3-4951-B378-6366A8E04B9C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12" name="頁尾版面配置區 18">
            <a:extLst>
              <a:ext uri="{FF2B5EF4-FFF2-40B4-BE49-F238E27FC236}">
                <a16:creationId xmlns:a16="http://schemas.microsoft.com/office/drawing/2014/main" id="{922CA1EF-12DB-41BD-38B1-059E00198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3" name="投影片編號版面配置區 26">
            <a:extLst>
              <a:ext uri="{FF2B5EF4-FFF2-40B4-BE49-F238E27FC236}">
                <a16:creationId xmlns:a16="http://schemas.microsoft.com/office/drawing/2014/main" id="{207D75AB-4B87-FFAC-9AD8-F4E9EFFCC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4B656E4-EC28-4BE6-9188-BCFDE4FCE35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75008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標題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83EA1467-466F-3040-D725-32817BA74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1C3267-912B-4DAB-8E9E-64F17D061561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4" name="頁尾版面配置區 21">
            <a:extLst>
              <a:ext uri="{FF2B5EF4-FFF2-40B4-BE49-F238E27FC236}">
                <a16:creationId xmlns:a16="http://schemas.microsoft.com/office/drawing/2014/main" id="{15D143F8-BC17-2396-7C7A-C4E1E1E64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17">
            <a:extLst>
              <a:ext uri="{FF2B5EF4-FFF2-40B4-BE49-F238E27FC236}">
                <a16:creationId xmlns:a16="http://schemas.microsoft.com/office/drawing/2014/main" id="{868E5F22-B14C-76AF-AD64-22F392BC1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2E313-CD3F-4C88-9F81-5F5B479ED06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1724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＞形箭號 10">
            <a:extLst>
              <a:ext uri="{FF2B5EF4-FFF2-40B4-BE49-F238E27FC236}">
                <a16:creationId xmlns:a16="http://schemas.microsoft.com/office/drawing/2014/main" id="{62EA128A-D508-EB41-8617-B06425DEC075}"/>
              </a:ext>
            </a:extLst>
          </p:cNvPr>
          <p:cNvSpPr/>
          <p:nvPr/>
        </p:nvSpPr>
        <p:spPr>
          <a:xfrm>
            <a:off x="3636963" y="2254250"/>
            <a:ext cx="182562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5" name="＞形箭號 15">
            <a:extLst>
              <a:ext uri="{FF2B5EF4-FFF2-40B4-BE49-F238E27FC236}">
                <a16:creationId xmlns:a16="http://schemas.microsoft.com/office/drawing/2014/main" id="{1D18D2E7-982A-B1AF-DEE5-43BC57D8F020}"/>
              </a:ext>
            </a:extLst>
          </p:cNvPr>
          <p:cNvSpPr/>
          <p:nvPr/>
        </p:nvSpPr>
        <p:spPr>
          <a:xfrm>
            <a:off x="3449638" y="2254250"/>
            <a:ext cx="18415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日期版面配置區 3">
            <a:extLst>
              <a:ext uri="{FF2B5EF4-FFF2-40B4-BE49-F238E27FC236}">
                <a16:creationId xmlns:a16="http://schemas.microsoft.com/office/drawing/2014/main" id="{857F77E1-F5EC-4B11-EA44-1CE00165E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5A6FB-1D3D-43C9-8742-988B8AB80E63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7" name="頁尾版面配置區 4">
            <a:extLst>
              <a:ext uri="{FF2B5EF4-FFF2-40B4-BE49-F238E27FC236}">
                <a16:creationId xmlns:a16="http://schemas.microsoft.com/office/drawing/2014/main" id="{01CA68CA-FDE2-EB71-5661-ACEBF5945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63100F7E-C02C-CEFF-4644-47A0C6BCC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7F8286-6115-4D5D-A772-E1A8E09DB20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03212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4">
            <a:extLst>
              <a:ext uri="{FF2B5EF4-FFF2-40B4-BE49-F238E27FC236}">
                <a16:creationId xmlns:a16="http://schemas.microsoft.com/office/drawing/2014/main" id="{2B4902F5-80E6-94FC-3484-F705FE7C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753874-37BF-48C9-9BBC-3CFF9CA34845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5" name="頁尾版面配置區 5">
            <a:extLst>
              <a:ext uri="{FF2B5EF4-FFF2-40B4-BE49-F238E27FC236}">
                <a16:creationId xmlns:a16="http://schemas.microsoft.com/office/drawing/2014/main" id="{D254C1C1-C7A4-B8B9-D9BA-1597843CC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6">
            <a:extLst>
              <a:ext uri="{FF2B5EF4-FFF2-40B4-BE49-F238E27FC236}">
                <a16:creationId xmlns:a16="http://schemas.microsoft.com/office/drawing/2014/main" id="{CBC74C31-042A-067E-AE64-9D0E8A869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1FDD6C-AD55-4BB4-95FE-C8EB60B3C1CF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26576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68770D3-E7DF-024E-837E-7115703E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A703F6-58A0-4E31-AFD0-AFA880748FCF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3FD9C64-B4BC-7834-16FD-7CEE9DE98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349921B-1E02-9849-A544-4A9EBD8E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573C89-E8EA-4F61-9F4E-02B88904FC5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51011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2" name="日期版面配置區 2">
            <a:extLst>
              <a:ext uri="{FF2B5EF4-FFF2-40B4-BE49-F238E27FC236}">
                <a16:creationId xmlns:a16="http://schemas.microsoft.com/office/drawing/2014/main" id="{548776BB-E616-3953-971C-212E8ACC2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1FCB09-952E-49F4-AB6A-3601026E1EFC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3" name="頁尾版面配置區 3">
            <a:extLst>
              <a:ext uri="{FF2B5EF4-FFF2-40B4-BE49-F238E27FC236}">
                <a16:creationId xmlns:a16="http://schemas.microsoft.com/office/drawing/2014/main" id="{3932CE30-87B7-6ABE-4645-E7F77D547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4">
            <a:extLst>
              <a:ext uri="{FF2B5EF4-FFF2-40B4-BE49-F238E27FC236}">
                <a16:creationId xmlns:a16="http://schemas.microsoft.com/office/drawing/2014/main" id="{5968DE52-5469-FD13-E4A4-C08197223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A119D-A381-47B9-913D-AC944E41823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168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9">
            <a:extLst>
              <a:ext uri="{FF2B5EF4-FFF2-40B4-BE49-F238E27FC236}">
                <a16:creationId xmlns:a16="http://schemas.microsoft.com/office/drawing/2014/main" id="{0245705E-D834-DA20-CAD2-D1008CC1F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B1797C-0CEC-4026-8DE8-D1C997CBE4D0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3" name="頁尾版面配置區 21">
            <a:extLst>
              <a:ext uri="{FF2B5EF4-FFF2-40B4-BE49-F238E27FC236}">
                <a16:creationId xmlns:a16="http://schemas.microsoft.com/office/drawing/2014/main" id="{E06F55DE-474C-E820-60D2-256BB689A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17">
            <a:extLst>
              <a:ext uri="{FF2B5EF4-FFF2-40B4-BE49-F238E27FC236}">
                <a16:creationId xmlns:a16="http://schemas.microsoft.com/office/drawing/2014/main" id="{1389ACB8-CE23-923D-3F9D-5C68DB2FD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765736-B0AB-4E36-B082-9800DD15FB4C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8967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DE01DE-C16E-64D6-FE46-BE35FEA7A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64A46E-9D54-4532-96EB-50B3FA470321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1B2CA6B-E3C4-0224-D5F5-B514B27F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4202FE6-760F-542D-BA72-E3199DF41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DD9367-5D60-41A1-88CD-11B90C6F3D45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7076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手繪多邊形 10">
            <a:extLst>
              <a:ext uri="{FF2B5EF4-FFF2-40B4-BE49-F238E27FC236}">
                <a16:creationId xmlns:a16="http://schemas.microsoft.com/office/drawing/2014/main" id="{D106CF6B-F5AC-1F67-59FF-54D24C9A1295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6" name="手繪多邊形 15">
            <a:extLst>
              <a:ext uri="{FF2B5EF4-FFF2-40B4-BE49-F238E27FC236}">
                <a16:creationId xmlns:a16="http://schemas.microsoft.com/office/drawing/2014/main" id="{4C78DB61-E03F-2886-FD25-78EFAEF71878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748486941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直角三角形 3">
            <a:extLst>
              <a:ext uri="{FF2B5EF4-FFF2-40B4-BE49-F238E27FC236}">
                <a16:creationId xmlns:a16="http://schemas.microsoft.com/office/drawing/2014/main" id="{32FA5D4E-A1A2-6E88-B3E5-3FE946E47CAD}"/>
              </a:ext>
            </a:extLst>
          </p:cNvPr>
          <p:cNvGrpSpPr>
            <a:grpSpLocks/>
          </p:cNvGrpSpPr>
          <p:nvPr/>
        </p:nvGrpSpPr>
        <p:grpSpPr bwMode="auto">
          <a:xfrm>
            <a:off x="-12700" y="4343400"/>
            <a:ext cx="3416300" cy="812800"/>
            <a:chOff x="-8" y="2736"/>
            <a:chExt cx="2152" cy="512"/>
          </a:xfrm>
        </p:grpSpPr>
        <p:pic>
          <p:nvPicPr>
            <p:cNvPr id="8" name="直角三角形 3">
              <a:extLst>
                <a:ext uri="{FF2B5EF4-FFF2-40B4-BE49-F238E27FC236}">
                  <a16:creationId xmlns:a16="http://schemas.microsoft.com/office/drawing/2014/main" id="{411B1FD1-2F6E-6122-06FC-B5B25434B55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" y="2736"/>
              <a:ext cx="2152" cy="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 Box 5">
              <a:extLst>
                <a:ext uri="{FF2B5EF4-FFF2-40B4-BE49-F238E27FC236}">
                  <a16:creationId xmlns:a16="http://schemas.microsoft.com/office/drawing/2014/main" id="{B509A184-28C7-79C2-FDBB-0598DAF90A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" y="3034"/>
              <a:ext cx="1071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endParaRPr kumimoji="0" lang="en-US" altLang="zh-TW">
                <a:solidFill>
                  <a:srgbClr val="FFFFFF"/>
                </a:solidFill>
                <a:latin typeface="Lucida Sans Unicode" panose="020B0602030504020204" pitchFamily="34" charset="0"/>
              </a:endParaRPr>
            </a:p>
          </p:txBody>
        </p:sp>
      </p:grp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1C773C5C-B8E7-7743-5F7A-BAACD42B3274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＞形箭號 19">
            <a:extLst>
              <a:ext uri="{FF2B5EF4-FFF2-40B4-BE49-F238E27FC236}">
                <a16:creationId xmlns:a16="http://schemas.microsoft.com/office/drawing/2014/main" id="{37F5193F-436C-BAA5-D1B5-FE468CBCA9B4}"/>
              </a:ext>
            </a:extLst>
          </p:cNvPr>
          <p:cNvSpPr/>
          <p:nvPr/>
        </p:nvSpPr>
        <p:spPr>
          <a:xfrm>
            <a:off x="8664575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12" name="＞形箭號 20">
            <a:extLst>
              <a:ext uri="{FF2B5EF4-FFF2-40B4-BE49-F238E27FC236}">
                <a16:creationId xmlns:a16="http://schemas.microsoft.com/office/drawing/2014/main" id="{AF595005-2192-C217-0362-B08306A2110A}"/>
              </a:ext>
            </a:extLst>
          </p:cNvPr>
          <p:cNvSpPr/>
          <p:nvPr/>
        </p:nvSpPr>
        <p:spPr>
          <a:xfrm>
            <a:off x="8477250" y="3741738"/>
            <a:ext cx="182563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3" name="日期版面配置區 4">
            <a:extLst>
              <a:ext uri="{FF2B5EF4-FFF2-40B4-BE49-F238E27FC236}">
                <a16:creationId xmlns:a16="http://schemas.microsoft.com/office/drawing/2014/main" id="{9E1634CD-47F8-2C67-8803-5DF268542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23D32052-F52E-4CBE-A76D-CA37C8F26910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14" name="頁尾版面配置區 5">
            <a:extLst>
              <a:ext uri="{FF2B5EF4-FFF2-40B4-BE49-F238E27FC236}">
                <a16:creationId xmlns:a16="http://schemas.microsoft.com/office/drawing/2014/main" id="{313FA879-0838-7EC0-11FC-5A19C60C8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5" name="投影片編號版面配置區 6">
            <a:extLst>
              <a:ext uri="{FF2B5EF4-FFF2-40B4-BE49-F238E27FC236}">
                <a16:creationId xmlns:a16="http://schemas.microsoft.com/office/drawing/2014/main" id="{5522B94E-EDC8-41F2-D18C-FF87A40E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322AC-2910-484A-BBB6-7B6DED9A5A4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0735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74307524-40B6-A305-4BB3-CC7FDC9AE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AE16E7-97BD-45DE-B387-954A5B572D3D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2EDD992E-5C07-5BCD-C578-7AD4C91EA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035F23FB-A8A1-6AEA-7BDA-4F30AD13C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56B61A-0D4A-4609-8BDB-00429427C73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6992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9">
            <a:extLst>
              <a:ext uri="{FF2B5EF4-FFF2-40B4-BE49-F238E27FC236}">
                <a16:creationId xmlns:a16="http://schemas.microsoft.com/office/drawing/2014/main" id="{9C57D740-B094-B9F2-6B96-CDA600B24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BDED3F-E56B-4496-9C52-395BCD187E14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5" name="頁尾版面配置區 21">
            <a:extLst>
              <a:ext uri="{FF2B5EF4-FFF2-40B4-BE49-F238E27FC236}">
                <a16:creationId xmlns:a16="http://schemas.microsoft.com/office/drawing/2014/main" id="{25A1D64E-FF40-DB4A-6820-FA4EEFC31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17">
            <a:extLst>
              <a:ext uri="{FF2B5EF4-FFF2-40B4-BE49-F238E27FC236}">
                <a16:creationId xmlns:a16="http://schemas.microsoft.com/office/drawing/2014/main" id="{67346073-CCF4-22DC-DB9C-02F1AEA4F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51CFCE-E587-4EDE-A0DF-468094196C9A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3776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手繪多邊形 12">
            <a:extLst>
              <a:ext uri="{FF2B5EF4-FFF2-40B4-BE49-F238E27FC236}">
                <a16:creationId xmlns:a16="http://schemas.microsoft.com/office/drawing/2014/main" id="{57DA7FCE-F086-C7B6-1735-BAA5115FAF1F}"/>
              </a:ext>
            </a:extLst>
          </p:cNvPr>
          <p:cNvSpPr>
            <a:spLocks/>
          </p:cNvSpPr>
          <p:nvPr/>
        </p:nvSpPr>
        <p:spPr bwMode="auto">
          <a:xfrm>
            <a:off x="500063" y="4459288"/>
            <a:ext cx="4940300" cy="6905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kumimoji="0" lang="en-US">
              <a:latin typeface="+mn-lt"/>
              <a:ea typeface="+mn-ea"/>
            </a:endParaRPr>
          </a:p>
        </p:txBody>
      </p:sp>
      <p:sp>
        <p:nvSpPr>
          <p:cNvPr id="1027" name="手繪多邊形 11">
            <a:extLst>
              <a:ext uri="{FF2B5EF4-FFF2-40B4-BE49-F238E27FC236}">
                <a16:creationId xmlns:a16="http://schemas.microsoft.com/office/drawing/2014/main" id="{04CD7E85-29C1-97CA-FE11-63709290F053}"/>
              </a:ext>
            </a:extLst>
          </p:cNvPr>
          <p:cNvSpPr>
            <a:spLocks/>
          </p:cNvSpPr>
          <p:nvPr/>
        </p:nvSpPr>
        <p:spPr bwMode="auto">
          <a:xfrm>
            <a:off x="485775" y="4454525"/>
            <a:ext cx="3690938" cy="700088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748486941 h 588"/>
              <a:gd name="T6" fmla="*/ 2091905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4" name="直角三角形 13">
            <a:extLst>
              <a:ext uri="{FF2B5EF4-FFF2-40B4-BE49-F238E27FC236}">
                <a16:creationId xmlns:a16="http://schemas.microsoft.com/office/drawing/2014/main" id="{676E79F1-E246-8383-5D7D-9F62730ECD07}"/>
              </a:ext>
            </a:extLst>
          </p:cNvPr>
          <p:cNvGrpSpPr>
            <a:grpSpLocks/>
          </p:cNvGrpSpPr>
          <p:nvPr/>
        </p:nvGrpSpPr>
        <p:grpSpPr bwMode="auto">
          <a:xfrm>
            <a:off x="-12700" y="4343400"/>
            <a:ext cx="3416300" cy="812800"/>
            <a:chOff x="-8" y="2736"/>
            <a:chExt cx="2152" cy="512"/>
          </a:xfrm>
        </p:grpSpPr>
        <p:pic>
          <p:nvPicPr>
            <p:cNvPr id="1028" name="直角三角形 13">
              <a:extLst>
                <a:ext uri="{FF2B5EF4-FFF2-40B4-BE49-F238E27FC236}">
                  <a16:creationId xmlns:a16="http://schemas.microsoft.com/office/drawing/2014/main" id="{CD3D424C-7D94-0F58-7651-4E830802280F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8" y="2736"/>
              <a:ext cx="2152" cy="5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29" name="Text Box 5">
              <a:extLst>
                <a:ext uri="{FF2B5EF4-FFF2-40B4-BE49-F238E27FC236}">
                  <a16:creationId xmlns:a16="http://schemas.microsoft.com/office/drawing/2014/main" id="{B6DF9C47-6F85-8452-9CFD-F612E1BAFA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" y="3034"/>
              <a:ext cx="1071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panose="020B0604020202020204" pitchFamily="34" charset="0"/>
                  <a:ea typeface="新細明體" panose="02020500000000000000" pitchFamily="18" charset="-120"/>
                </a:defRPr>
              </a:lvl9pPr>
            </a:lstStyle>
            <a:p>
              <a:pPr algn="ctr" eaLnBrk="1" hangingPunct="1"/>
              <a:endParaRPr kumimoji="0" lang="en-US" altLang="zh-TW">
                <a:solidFill>
                  <a:srgbClr val="FFFFFF"/>
                </a:solidFill>
                <a:latin typeface="Lucida Sans Unicode" panose="020B0602030504020204" pitchFamily="34" charset="0"/>
              </a:endParaRPr>
            </a:p>
          </p:txBody>
        </p:sp>
      </p:grp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A0B5E89D-DAF8-F376-8E8E-11B24816408C}"/>
              </a:ext>
            </a:extLst>
          </p:cNvPr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標題版面配置區 8">
            <a:extLst>
              <a:ext uri="{FF2B5EF4-FFF2-40B4-BE49-F238E27FC236}">
                <a16:creationId xmlns:a16="http://schemas.microsoft.com/office/drawing/2014/main" id="{298A2098-637E-98FE-EFA8-2251CFD42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6375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33" name="文字版面配置區 29">
            <a:extLst>
              <a:ext uri="{FF2B5EF4-FFF2-40B4-BE49-F238E27FC236}">
                <a16:creationId xmlns:a16="http://schemas.microsoft.com/office/drawing/2014/main" id="{6713FC43-E62A-874E-DC1F-13BE0C2071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1112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altLang="zh-TW"/>
          </a:p>
        </p:txBody>
      </p:sp>
      <p:sp>
        <p:nvSpPr>
          <p:cNvPr id="10" name="日期版面配置區 9">
            <a:extLst>
              <a:ext uri="{FF2B5EF4-FFF2-40B4-BE49-F238E27FC236}">
                <a16:creationId xmlns:a16="http://schemas.microsoft.com/office/drawing/2014/main" id="{0E8C74CE-C2CB-8A0B-2234-5B25EBD617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4805363"/>
            <a:ext cx="1919288" cy="274637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fld id="{2E6AA719-6B61-4D38-8171-10AA4F2A24C2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22" name="頁尾版面配置區 21">
            <a:extLst>
              <a:ext uri="{FF2B5EF4-FFF2-40B4-BE49-F238E27FC236}">
                <a16:creationId xmlns:a16="http://schemas.microsoft.com/office/drawing/2014/main" id="{F48BB82D-A120-8105-71EB-85B968445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4805363"/>
            <a:ext cx="2351087" cy="274637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ea typeface="+mn-ea"/>
              </a:defRPr>
            </a:lvl1pPr>
            <a:extLst/>
          </a:lstStyle>
          <a:p>
            <a:pPr>
              <a:defRPr/>
            </a:pPr>
            <a:endParaRPr lang="zh-TW" altLang="en-US"/>
          </a:p>
        </p:txBody>
      </p:sp>
      <p:sp>
        <p:nvSpPr>
          <p:cNvPr id="18" name="投影片編號版面配置區 17">
            <a:extLst>
              <a:ext uri="{FF2B5EF4-FFF2-40B4-BE49-F238E27FC236}">
                <a16:creationId xmlns:a16="http://schemas.microsoft.com/office/drawing/2014/main" id="{FBAC0ED0-E066-7F14-C224-3CA7B2784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4805363"/>
            <a:ext cx="366712" cy="27463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000">
                <a:latin typeface="Lucida Sans Unicode" panose="020B0602030504020204" pitchFamily="34" charset="0"/>
                <a:ea typeface="微軟正黑體" panose="020B0604030504040204" pitchFamily="34" charset="-120"/>
              </a:defRPr>
            </a:lvl1pPr>
          </a:lstStyle>
          <a:p>
            <a:pPr>
              <a:defRPr/>
            </a:pPr>
            <a:fld id="{B30E67F9-7999-447A-B699-5545015464B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1" r:id="rId1"/>
    <p:sldLayoutId id="2147484117" r:id="rId2"/>
    <p:sldLayoutId id="2147484122" r:id="rId3"/>
    <p:sldLayoutId id="2147484123" r:id="rId4"/>
    <p:sldLayoutId id="2147484124" r:id="rId5"/>
    <p:sldLayoutId id="2147484125" r:id="rId6"/>
    <p:sldLayoutId id="2147484118" r:id="rId7"/>
    <p:sldLayoutId id="2147484126" r:id="rId8"/>
    <p:sldLayoutId id="2147484127" r:id="rId9"/>
    <p:sldLayoutId id="2147484119" r:id="rId10"/>
    <p:sldLayoutId id="214748412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anose="020B0602030504020204" pitchFamily="34" charset="0"/>
          <a:ea typeface="微軟正黑體" panose="020B0604030504040204" pitchFamily="34" charset="-12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bible.fhl.net/Bible2/cgic201/read201.cgi?ver=big5&amp;na=0&amp;chap=1160&amp;ft=0&amp;temp=91" TargetMode="External"/><Relationship Id="rId2" Type="http://schemas.openxmlformats.org/officeDocument/2006/relationships/hyperlink" Target="https://springbible.fhl.net/Bible2/cgic201/read201.cgi?ver=big5&amp;na=0&amp;chap=494&amp;ft=0&amp;temp=98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hyperlink" Target="https://springbible.fhl.net/Bible2/cgic201/read201.cgi?ver=big5&amp;na=0&amp;chap=1003&amp;ft=0&amp;temp=157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springbible.fhl.net/Bible2/cgic201/read201.cgi?ver=big5&amp;na=0&amp;chap=1160&amp;ft=0&amp;temp=9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bible.fhl.net/Bible2/cgic201/read201.cgi?ver=big5&amp;na=0&amp;chap=1160&amp;ft=0&amp;temp=9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標題 1">
            <a:extLst>
              <a:ext uri="{FF2B5EF4-FFF2-40B4-BE49-F238E27FC236}">
                <a16:creationId xmlns:a16="http://schemas.microsoft.com/office/drawing/2014/main" id="{FF58C20D-9019-AE87-A952-1EE362F12551}"/>
              </a:ext>
            </a:extLst>
          </p:cNvPr>
          <p:cNvPicPr>
            <a:picLocks noGrp="1" noChangeArrowheads="1"/>
          </p:cNvPicPr>
          <p:nvPr>
            <p:ph type="ctr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308100"/>
            <a:ext cx="8064500" cy="1663700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內容版面配置區 2">
            <a:extLst>
              <a:ext uri="{FF2B5EF4-FFF2-40B4-BE49-F238E27FC236}">
                <a16:creationId xmlns:a16="http://schemas.microsoft.com/office/drawing/2014/main" id="{FC70A01A-FBBB-521E-CA63-3AB822F1A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50" y="700088"/>
            <a:ext cx="8229600" cy="3394075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solidFill>
                  <a:srgbClr val="000099"/>
                </a:solidFill>
                <a:latin typeface="+mn-ea"/>
              </a:rPr>
              <a:t>【</a:t>
            </a:r>
            <a:r>
              <a:rPr lang="zh-TW" altLang="en-US" sz="2400" b="1" dirty="0">
                <a:solidFill>
                  <a:srgbClr val="000099"/>
                </a:solidFill>
                <a:latin typeface="+mn-ea"/>
                <a:cs typeface="Times New Roman" panose="02020603050405020304" pitchFamily="18" charset="0"/>
              </a:rPr>
              <a:t>提摩太後書三</a:t>
            </a:r>
            <a:r>
              <a:rPr lang="en-US" altLang="zh-TW" sz="2400" b="1" dirty="0">
                <a:solidFill>
                  <a:srgbClr val="000099"/>
                </a:solidFill>
                <a:latin typeface="+mn-ea"/>
                <a:cs typeface="Times New Roman" panose="02020603050405020304" pitchFamily="18" charset="0"/>
              </a:rPr>
              <a:t>16~17</a:t>
            </a:r>
            <a:r>
              <a:rPr lang="en-US" altLang="zh-TW" sz="2400" b="1" dirty="0">
                <a:solidFill>
                  <a:srgbClr val="000099"/>
                </a:solidFill>
                <a:latin typeface="+mn-ea"/>
              </a:rPr>
              <a:t>】</a:t>
            </a: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  <a:defRPr/>
            </a:pPr>
            <a:endParaRPr lang="en-US" altLang="zh-TW" sz="2400" b="1" dirty="0">
              <a:solidFill>
                <a:srgbClr val="000099"/>
              </a:solidFill>
              <a:latin typeface="+mn-ea"/>
            </a:endParaRPr>
          </a:p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200" b="1" dirty="0">
                <a:solidFill>
                  <a:srgbClr val="000099"/>
                </a:solidFill>
                <a:latin typeface="+mn-ea"/>
              </a:rPr>
              <a:t>聖經都是上帝所默示的，於教訓、督責、使人歸正、教導人學義都是有益的，叫屬上帝的人得以完全，預備行各樣的善事。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內容版面配置區 1">
            <a:extLst>
              <a:ext uri="{FF2B5EF4-FFF2-40B4-BE49-F238E27FC236}">
                <a16:creationId xmlns:a16="http://schemas.microsoft.com/office/drawing/2014/main" id="{2B84E7B8-C798-B94D-67D2-3A9311783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1200"/>
              </a:spcAft>
              <a:buFont typeface="Wingdings 3" panose="05040102010807070707" pitchFamily="18" charset="2"/>
              <a:buNone/>
            </a:pPr>
            <a:endParaRPr lang="zh-TW" altLang="en-US" sz="3000" b="1">
              <a:latin typeface="Times New Roman" panose="02020603050405020304" pitchFamily="18" charset="0"/>
              <a:ea typeface="標楷體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CE0D3FA2-BDB9-FF1A-1F77-7EE0EA4EB8CD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17600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內容版面配置區 1">
            <a:extLst>
              <a:ext uri="{FF2B5EF4-FFF2-40B4-BE49-F238E27FC236}">
                <a16:creationId xmlns:a16="http://schemas.microsoft.com/office/drawing/2014/main" id="{F266CC5F-98C1-F0E8-4243-DC7B21F7B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3" y="12763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加拉太書一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11~12】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弟兄們，我告訴你們，我素來所傳的福音不是出於人的意思。因為我不是從人領受的，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也不是人教導我的，乃是從耶穌基督啟示來的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BE458300-469F-F5B3-9679-E8CB8489E9E5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FDD8DDD5-64FD-3769-5D31-63A1B88F7017}"/>
              </a:ext>
            </a:extLst>
          </p:cNvPr>
          <p:cNvSpPr txBox="1">
            <a:spLocks/>
          </p:cNvSpPr>
          <p:nvPr/>
        </p:nvSpPr>
        <p:spPr>
          <a:xfrm>
            <a:off x="5796136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啟示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內容版面配置區 1">
            <a:extLst>
              <a:ext uri="{FF2B5EF4-FFF2-40B4-BE49-F238E27FC236}">
                <a16:creationId xmlns:a16="http://schemas.microsoft.com/office/drawing/2014/main" id="{595DFD17-4B78-F15D-2B71-9FD462E3E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彌迦書六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8】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世人哪，耶和華已指示你何為善。他向你所要的是甚麼呢？只要你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行公義，好憐憫，存謙卑的心，與你的上帝同行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75AD08F1-DC5A-1DFC-86D0-C37E8D101558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91440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6BA8B6D8-07CE-B9CA-AF50-D9AB4AB1C147}"/>
              </a:ext>
            </a:extLst>
          </p:cNvPr>
          <p:cNvSpPr txBox="1">
            <a:spLocks/>
          </p:cNvSpPr>
          <p:nvPr/>
        </p:nvSpPr>
        <p:spPr>
          <a:xfrm>
            <a:off x="6372200" y="205979"/>
            <a:ext cx="237626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生命之道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內容版面配置區 1">
            <a:extLst>
              <a:ext uri="{FF2B5EF4-FFF2-40B4-BE49-F238E27FC236}">
                <a16:creationId xmlns:a16="http://schemas.microsoft.com/office/drawing/2014/main" id="{1D0A5C51-6DBC-E6CD-E5E3-61911533D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路加福音二十四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32】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他們彼此說：「在路上，他和我們說話，給我們講解聖經的時候，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我們的心豈不是火熱的嗎？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」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60D9C30-72AF-104F-A713-D2013EFE3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聖經是上帝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F967F9EB-9F40-3E43-0234-01CCD0C38642}"/>
              </a:ext>
            </a:extLst>
          </p:cNvPr>
          <p:cNvSpPr txBox="1">
            <a:spLocks/>
          </p:cNvSpPr>
          <p:nvPr/>
        </p:nvSpPr>
        <p:spPr>
          <a:xfrm>
            <a:off x="3707904" y="205979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對我說話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內容版面配置區 1">
            <a:extLst>
              <a:ext uri="{FF2B5EF4-FFF2-40B4-BE49-F238E27FC236}">
                <a16:creationId xmlns:a16="http://schemas.microsoft.com/office/drawing/2014/main" id="{BEA37561-EEB1-A857-2CB6-D0707B8E41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利未記二十五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18】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我的律例，你們要遵行，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我的典章，你們要謹守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，就可以在那地上安然居住。</a:t>
            </a: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C82ECB15-C89B-03A8-E4B6-7FC0283C84F5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39367EAB-B3D3-38D1-63DE-C74BDDA064B2}"/>
              </a:ext>
            </a:extLst>
          </p:cNvPr>
          <p:cNvSpPr txBox="1">
            <a:spLocks/>
          </p:cNvSpPr>
          <p:nvPr/>
        </p:nvSpPr>
        <p:spPr>
          <a:xfrm>
            <a:off x="5292080" y="205979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唯一準則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標題 2">
            <a:extLst>
              <a:ext uri="{FF2B5EF4-FFF2-40B4-BE49-F238E27FC236}">
                <a16:creationId xmlns:a16="http://schemas.microsoft.com/office/drawing/2014/main" id="{9D5C1162-4DFA-5419-284B-08C1815AF577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17600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內容版面配置區 1">
            <a:extLst>
              <a:ext uri="{FF2B5EF4-FFF2-40B4-BE49-F238E27FC236}">
                <a16:creationId xmlns:a16="http://schemas.microsoft.com/office/drawing/2014/main" id="{9B693C55-9E46-FA91-53E9-32D8726009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提摩太後書三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15】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並且知道你是從小明白聖經，這聖經能使你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因信基督耶穌，有得救的智慧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101D9BC7-112C-A071-8382-D6A8B9D8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明白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A89B569C-8724-3823-ACB0-767934DB1EC9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救恩之道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內容版面配置區 1">
            <a:extLst>
              <a:ext uri="{FF2B5EF4-FFF2-40B4-BE49-F238E27FC236}">
                <a16:creationId xmlns:a16="http://schemas.microsoft.com/office/drawing/2014/main" id="{24245E4E-EE04-6AB3-1880-0534AAA80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latin typeface="+mn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n-ea"/>
                <a:cs typeface="Times New Roman" panose="02020603050405020304" pitchFamily="18" charset="0"/>
              </a:rPr>
              <a:t>提摩太後書三</a:t>
            </a:r>
            <a:r>
              <a:rPr lang="en-US" altLang="zh-TW" sz="2400" b="1" dirty="0">
                <a:latin typeface="+mn-ea"/>
                <a:cs typeface="Times New Roman" panose="02020603050405020304" pitchFamily="18" charset="0"/>
              </a:rPr>
              <a:t>16~17】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n-ea"/>
                <a:cs typeface="Times New Roman" panose="02020603050405020304" pitchFamily="18" charset="0"/>
              </a:rPr>
              <a:t>聖經都是上帝所默示的，於教訓、督責、</a:t>
            </a:r>
            <a:r>
              <a:rPr lang="zh-TW" altLang="en-US" sz="3000" b="1" u="sng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使人歸正、教導人學義</a:t>
            </a:r>
            <a:r>
              <a:rPr lang="zh-TW" altLang="en-US" sz="3000" b="1" dirty="0">
                <a:latin typeface="+mn-ea"/>
                <a:cs typeface="Times New Roman" panose="02020603050405020304" pitchFamily="18" charset="0"/>
              </a:rPr>
              <a:t>都是有益的，叫屬上帝的人得以完全，預備行各樣的善事。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5A6554C-9489-E9ED-FB64-AD16A98BA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認識上帝與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349F2DDE-6F5C-3852-75F7-8691BAEA7886}"/>
              </a:ext>
            </a:extLst>
          </p:cNvPr>
          <p:cNvSpPr txBox="1">
            <a:spLocks/>
          </p:cNvSpPr>
          <p:nvPr/>
        </p:nvSpPr>
        <p:spPr>
          <a:xfrm>
            <a:off x="3707904" y="205979"/>
            <a:ext cx="302433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上帝的旨意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內容版面配置區 1">
            <a:extLst>
              <a:ext uri="{FF2B5EF4-FFF2-40B4-BE49-F238E27FC236}">
                <a16:creationId xmlns:a16="http://schemas.microsoft.com/office/drawing/2014/main" id="{75757761-70FE-7F0B-9D13-5B9E4276A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latin typeface="+mn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n-ea"/>
                <a:cs typeface="Times New Roman" panose="02020603050405020304" pitchFamily="18" charset="0"/>
              </a:rPr>
              <a:t>約翰一書二</a:t>
            </a:r>
            <a:r>
              <a:rPr lang="en-US" altLang="zh-TW" sz="2400" b="1" dirty="0">
                <a:latin typeface="+mn-ea"/>
                <a:cs typeface="Times New Roman" panose="02020603050405020304" pitchFamily="18" charset="0"/>
              </a:rPr>
              <a:t>17】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n-ea"/>
                <a:cs typeface="Times New Roman" panose="02020603050405020304" pitchFamily="18" charset="0"/>
              </a:rPr>
              <a:t>這世界和其上的情慾都要過去，</a:t>
            </a:r>
            <a:r>
              <a:rPr lang="zh-TW" altLang="en-US" sz="3000" b="1" u="sng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惟獨遵行上帝旨意的，是永遠常存</a:t>
            </a:r>
            <a:r>
              <a:rPr lang="zh-TW" altLang="en-US" sz="3000" b="1" dirty="0">
                <a:latin typeface="+mn-ea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95CDC1EA-ABC6-20D6-B3FE-8BAAFDDD9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vert="horz" lIns="91440" tIns="45720" rIns="91440" bIns="45720" rtlCol="0" anchor="ctr">
            <a:noAutofit/>
            <a:scene3d>
              <a:camera prst="orthographicFront"/>
              <a:lightRig rig="soft" dir="t"/>
            </a:scene3d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>
                <a:solidFill>
                  <a:srgbClr val="000099"/>
                </a:solidFill>
                <a:effectLst/>
                <a:ea typeface="微軟正黑體"/>
              </a:rPr>
              <a:t>3.屬</a:t>
            </a:r>
            <a:r>
              <a:rPr lang="zh-TW" altLang="en-US">
                <a:solidFill>
                  <a:srgbClr val="000099"/>
                </a:solidFill>
                <a:effectLst/>
                <a:ea typeface="微軟正黑體"/>
              </a:rPr>
              <a:t>天價值的</a:t>
            </a:r>
            <a:r>
              <a:rPr lang="zh-TW" altLang="en-US" u="sng">
                <a:solidFill>
                  <a:srgbClr val="000099"/>
                </a:solidFill>
                <a:effectLst/>
                <a:ea typeface="微軟正黑體"/>
              </a:rPr>
              <a:t>　　　　</a:t>
            </a:r>
            <a:r>
              <a:rPr lang="en-US" altLang="zh-TW" dirty="0">
                <a:solidFill>
                  <a:schemeClr val="bg1"/>
                </a:solidFill>
                <a:effectLst/>
                <a:ea typeface="微軟正黑體"/>
              </a:rPr>
              <a:t>.</a:t>
            </a:r>
            <a:endParaRPr lang="zh-TW" altLang="en-US" dirty="0">
              <a:solidFill>
                <a:schemeClr val="bg1"/>
              </a:solidFill>
              <a:effectLst/>
              <a:ea typeface="微軟正黑體"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4F6004B0-ADB6-47E3-B643-546EFC035075}"/>
              </a:ext>
            </a:extLst>
          </p:cNvPr>
          <p:cNvSpPr txBox="1">
            <a:spLocks/>
          </p:cNvSpPr>
          <p:nvPr/>
        </p:nvSpPr>
        <p:spPr>
          <a:xfrm>
            <a:off x="3707904" y="205979"/>
            <a:ext cx="201622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確認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內容版面配置區 1">
            <a:extLst>
              <a:ext uri="{FF2B5EF4-FFF2-40B4-BE49-F238E27FC236}">
                <a16:creationId xmlns:a16="http://schemas.microsoft.com/office/drawing/2014/main" id="{2B6D3619-6B4E-BCB6-8D23-691026012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希伯來書二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6~7】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但有人在經上某處證明說：人算甚麼，你竟顧念他？世人算甚麼，你竟眷顧他？你叫他比天使微小一點，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賜他榮耀尊貴為冠冕，並將你手所造的都派他管理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9EE4BCBA-3E59-4C9A-281B-13982C247E85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8F4812B1-50AE-DB3A-2D88-8675CC152819}"/>
              </a:ext>
            </a:extLst>
          </p:cNvPr>
          <p:cNvSpPr txBox="1">
            <a:spLocks/>
          </p:cNvSpPr>
          <p:nvPr/>
        </p:nvSpPr>
        <p:spPr>
          <a:xfrm>
            <a:off x="5292080" y="205979"/>
            <a:ext cx="201622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定位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內容版面配置區 1">
            <a:extLst>
              <a:ext uri="{FF2B5EF4-FFF2-40B4-BE49-F238E27FC236}">
                <a16:creationId xmlns:a16="http://schemas.microsoft.com/office/drawing/2014/main" id="{E7683E57-9C04-6EFE-70C9-FEC51F5075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腓立比書三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17】</a:t>
            </a:r>
          </a:p>
          <a:p>
            <a:pPr marL="0" indent="0" eaLnBrk="1" hangingPunct="1">
              <a:spcBef>
                <a:spcPct val="0"/>
              </a:spcBef>
              <a:spcAft>
                <a:spcPts val="30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弟兄們，你們要一同效法我，也當留意看那些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照我們榜樣行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的人。</a:t>
            </a:r>
            <a:endParaRPr lang="en-US" altLang="zh-TW" sz="3000" b="1">
              <a:latin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哥林多前書十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11】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他們遭遇這些事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都要作為鑑戒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，並且寫在經上，正是警戒我們這末世的人。</a:t>
            </a: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AC23FF3E-0D14-F64A-1739-0ADBE0510C30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6106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08019EEB-FD56-2EA7-CD76-8DD922CF880D}"/>
              </a:ext>
            </a:extLst>
          </p:cNvPr>
          <p:cNvSpPr txBox="1">
            <a:spLocks/>
          </p:cNvSpPr>
          <p:nvPr/>
        </p:nvSpPr>
        <p:spPr>
          <a:xfrm>
            <a:off x="4716016" y="205979"/>
            <a:ext cx="360040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榜樣與鑑戒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標題 2">
            <a:extLst>
              <a:ext uri="{FF2B5EF4-FFF2-40B4-BE49-F238E27FC236}">
                <a16:creationId xmlns:a16="http://schemas.microsoft.com/office/drawing/2014/main" id="{4DC5BC49-AAAA-5139-F36C-0C4B711F60F8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966200" cy="111760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內容版面配置區 1">
            <a:extLst>
              <a:ext uri="{FF2B5EF4-FFF2-40B4-BE49-F238E27FC236}">
                <a16:creationId xmlns:a16="http://schemas.microsoft.com/office/drawing/2014/main" id="{64EDE3B2-4BF7-3037-1F3E-92095D26F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詩篇一Ｏ七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10~11】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那些坐在黑暗中、死蔭裏的人被困苦和鐵鍊捆鎖，是因他們違背上帝的話語，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藐視至高者的旨意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DFA5F9D6-E1DE-EF93-3100-61AD2343C019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966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580BAED2-08C9-2391-B27F-AEAD67E0430F}"/>
              </a:ext>
            </a:extLst>
          </p:cNvPr>
          <p:cNvSpPr txBox="1">
            <a:spLocks/>
          </p:cNvSpPr>
          <p:nvPr/>
        </p:nvSpPr>
        <p:spPr>
          <a:xfrm>
            <a:off x="1619672" y="205979"/>
            <a:ext cx="302433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輕忽、懷疑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內容版面配置區 1">
            <a:extLst>
              <a:ext uri="{FF2B5EF4-FFF2-40B4-BE49-F238E27FC236}">
                <a16:creationId xmlns:a16="http://schemas.microsoft.com/office/drawing/2014/main" id="{FCF8F62E-36AC-BE88-5025-0DE55B0E9B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彼得後書一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20~21】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第一要緊的，該知道經上所有的預言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沒有可隨私意解說的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；因為預言從來沒有出於人意的，乃是人被聖靈感動，說出上帝的話來。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3C5C3C1-0ED4-BF07-3E52-44AA9F714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讀經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506FAC4F-0AE7-7B39-5B6C-B7E1662C5DD8}"/>
              </a:ext>
            </a:extLst>
          </p:cNvPr>
          <p:cNvSpPr txBox="1">
            <a:spLocks/>
          </p:cNvSpPr>
          <p:nvPr/>
        </p:nvSpPr>
        <p:spPr>
          <a:xfrm>
            <a:off x="1115616" y="205979"/>
            <a:ext cx="194421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隨機式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內容版面配置區 1">
            <a:extLst>
              <a:ext uri="{FF2B5EF4-FFF2-40B4-BE49-F238E27FC236}">
                <a16:creationId xmlns:a16="http://schemas.microsoft.com/office/drawing/2014/main" id="{B9AE0BB0-2A10-7661-EF40-60E31A88C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馬太福音二十三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1~3】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那時，耶穌對眾人和門徒講論，說：「文士和法利賽人坐在摩西的位上，凡他們所吩咐你們的，你們都要謹守遵行。但不要效法他們的行為；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因為他們能說，不能行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。」</a:t>
            </a:r>
          </a:p>
          <a:p>
            <a:pPr marL="0" indent="0" eaLnBrk="1" hangingPunct="1">
              <a:spcBef>
                <a:spcPct val="0"/>
              </a:spcBef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約翰福音六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63b】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我對你們所說的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話就是靈，就是生命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D3A50C1-879D-9A42-6966-AC8B0D243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只把聖經當作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1D2E99FF-363E-77FC-75C1-089F9D8888CE}"/>
              </a:ext>
            </a:extLst>
          </p:cNvPr>
          <p:cNvSpPr txBox="1">
            <a:spLocks/>
          </p:cNvSpPr>
          <p:nvPr/>
        </p:nvSpPr>
        <p:spPr>
          <a:xfrm>
            <a:off x="4211960" y="205979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學問研究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內容版面配置區 1">
            <a:extLst>
              <a:ext uri="{FF2B5EF4-FFF2-40B4-BE49-F238E27FC236}">
                <a16:creationId xmlns:a16="http://schemas.microsoft.com/office/drawing/2014/main" id="{312C7A56-1E63-EC28-21E4-426CBF656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彼得後書三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16】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他一切的信上也都是講論這事。信中有些難明白的，那無學問、不堅固的人強解，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如強解別的經書一樣，就自取沉淪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2EEACFB1-28DE-EEBC-1628-688E28D2F920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42434CFB-5710-35C2-4041-B42977769EC0}"/>
              </a:ext>
            </a:extLst>
          </p:cNvPr>
          <p:cNvSpPr txBox="1">
            <a:spLocks/>
          </p:cNvSpPr>
          <p:nvPr/>
        </p:nvSpPr>
        <p:spPr>
          <a:xfrm>
            <a:off x="3203848" y="205979"/>
            <a:ext cx="3024336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經驗與知識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標題 2">
            <a:extLst>
              <a:ext uri="{FF2B5EF4-FFF2-40B4-BE49-F238E27FC236}">
                <a16:creationId xmlns:a16="http://schemas.microsoft.com/office/drawing/2014/main" id="{BD2C0ED3-57CE-41C9-87CE-AB8E3C996D75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17600"/>
          </a:xfr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內容版面配置區 1">
            <a:extLst>
              <a:ext uri="{FF2B5EF4-FFF2-40B4-BE49-F238E27FC236}">
                <a16:creationId xmlns:a16="http://schemas.microsoft.com/office/drawing/2014/main" id="{788046E3-24AE-C1E5-77B5-826729C1A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使徒行傳十七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11】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這地方的人賢於帖撒羅尼迦的人，甘心領受這道，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天天考查聖經，要曉得這道是與不是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4D735F6-F647-2AFA-81EA-8E26E223B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讀經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60CFBA72-1D39-ABC3-6513-FD6392573CE2}"/>
              </a:ext>
            </a:extLst>
          </p:cNvPr>
          <p:cNvSpPr txBox="1">
            <a:spLocks/>
          </p:cNvSpPr>
          <p:nvPr/>
        </p:nvSpPr>
        <p:spPr>
          <a:xfrm>
            <a:off x="1043608" y="205979"/>
            <a:ext cx="259228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有系統的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內容版面配置區 1">
            <a:extLst>
              <a:ext uri="{FF2B5EF4-FFF2-40B4-BE49-F238E27FC236}">
                <a16:creationId xmlns:a16="http://schemas.microsoft.com/office/drawing/2014/main" id="{B02C1977-471D-6C3F-518F-81BAEA6D7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詩篇一一九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59】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我思想我所行的道，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就轉步歸向你的法度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D16A573-800D-4E01-41EA-99A6C6615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以上帝的話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C9BD59D1-F3FC-41FE-0D14-37D745388F8A}"/>
              </a:ext>
            </a:extLst>
          </p:cNvPr>
          <p:cNvSpPr txBox="1">
            <a:spLocks/>
          </p:cNvSpPr>
          <p:nvPr/>
        </p:nvSpPr>
        <p:spPr>
          <a:xfrm>
            <a:off x="3707904" y="205979"/>
            <a:ext cx="252028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自我反省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內容版面配置區 1">
            <a:extLst>
              <a:ext uri="{FF2B5EF4-FFF2-40B4-BE49-F238E27FC236}">
                <a16:creationId xmlns:a16="http://schemas.microsoft.com/office/drawing/2014/main" id="{BD1A9314-124A-F9A7-D264-4E920DE21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馬太福音七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26~27】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凡聽見我這話不去行的，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好比一個無知的人，把房子蓋在沙土上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；雨淋，水沖，風吹，撞著那房子，房子就倒塌了，並且倒塌得很大。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6622ED5-7567-1A0E-1AD3-1EFADD0F7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在生活中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上帝的話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3F1ACC11-4EA8-AFED-577D-F8ADF58244A9}"/>
              </a:ext>
            </a:extLst>
          </p:cNvPr>
          <p:cNvSpPr txBox="1">
            <a:spLocks/>
          </p:cNvSpPr>
          <p:nvPr/>
        </p:nvSpPr>
        <p:spPr>
          <a:xfrm>
            <a:off x="3275856" y="205979"/>
            <a:ext cx="2376264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刻意順服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內容版面配置區 1">
            <a:extLst>
              <a:ext uri="{FF2B5EF4-FFF2-40B4-BE49-F238E27FC236}">
                <a16:creationId xmlns:a16="http://schemas.microsoft.com/office/drawing/2014/main" id="{AE91B746-4200-CFB9-E403-3CB3C9F34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申命記十一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18~19】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你們要將我這話存在心內，留在意中，繫在手上為記號，戴在額上為經文；也要教訓你們的兒女，無論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坐在家裏，行在路上，躺下，起來，都要談論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F3CC4B9-1B2B-4520-5D16-D8BF2E426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4.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上帝的話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AEA4D567-2804-057A-E62B-862FF9808854}"/>
              </a:ext>
            </a:extLst>
          </p:cNvPr>
          <p:cNvSpPr txBox="1">
            <a:spLocks/>
          </p:cNvSpPr>
          <p:nvPr/>
        </p:nvSpPr>
        <p:spPr>
          <a:xfrm>
            <a:off x="1115616" y="205979"/>
            <a:ext cx="144016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分享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標題 2">
            <a:extLst>
              <a:ext uri="{FF2B5EF4-FFF2-40B4-BE49-F238E27FC236}">
                <a16:creationId xmlns:a16="http://schemas.microsoft.com/office/drawing/2014/main" id="{5F21AA82-8B61-CE59-275B-4735AED07999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17600"/>
          </a:xfr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內容版面配置區 1">
            <a:extLst>
              <a:ext uri="{FF2B5EF4-FFF2-40B4-BE49-F238E27FC236}">
                <a16:creationId xmlns:a16="http://schemas.microsoft.com/office/drawing/2014/main" id="{A0C96F44-22B7-2F29-79EF-1D1C96025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詩篇一一九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49~50】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求你記念向你僕人所應許的話，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叫我有盼望。這話將我救活了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；我在患難中，因此得安慰。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78143EB8-7D23-0CDC-6B05-2ABF4A3DD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1.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帶來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與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31C653F5-DE5C-065E-358F-A27069348D23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3600400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安慰　　盼望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內容版面配置區 1">
            <a:extLst>
              <a:ext uri="{FF2B5EF4-FFF2-40B4-BE49-F238E27FC236}">
                <a16:creationId xmlns:a16="http://schemas.microsoft.com/office/drawing/2014/main" id="{3BDAC261-5172-FE5A-BCF0-6E66472E4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詩篇一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2~3】</a:t>
            </a:r>
          </a:p>
          <a:p>
            <a:pPr marL="0" indent="0" eaLnBrk="1" hangingPunct="1">
              <a:spcBef>
                <a:spcPct val="0"/>
              </a:spcBef>
              <a:spcAft>
                <a:spcPts val="24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惟喜愛耶和華的律法，晝夜思想，這人便為有福！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他要像一棵樹栽在溪水旁，按時候結果子，葉子也不枯乾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。凡他所做的盡都順利。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F33C7D9-995E-1BBD-78F0-47AF4B69F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2.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是結出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的果子</a:t>
            </a: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35BC17AB-B8ED-598E-AC6A-996EB1AC5FAA}"/>
              </a:ext>
            </a:extLst>
          </p:cNvPr>
          <p:cNvSpPr txBox="1">
            <a:spLocks/>
          </p:cNvSpPr>
          <p:nvPr/>
        </p:nvSpPr>
        <p:spPr>
          <a:xfrm>
            <a:off x="2627784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生命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內容版面配置區 1">
            <a:extLst>
              <a:ext uri="{FF2B5EF4-FFF2-40B4-BE49-F238E27FC236}">
                <a16:creationId xmlns:a16="http://schemas.microsoft.com/office/drawing/2014/main" id="{FF5A4FD1-FEF9-CEF9-B558-430C22639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詩篇一一九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97~99】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我何等愛慕你的律法，終日不住地思想。你的命令常存在我心裏，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使我比仇敵有智慧。我比我的師傅更通達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，因我思想你的法度。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9EE11B7-5028-960E-E19C-76807D10E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3.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擁有處事的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8DDFE271-B0A0-DBE6-D424-3564F656F45A}"/>
              </a:ext>
            </a:extLst>
          </p:cNvPr>
          <p:cNvSpPr txBox="1">
            <a:spLocks/>
          </p:cNvSpPr>
          <p:nvPr/>
        </p:nvSpPr>
        <p:spPr>
          <a:xfrm>
            <a:off x="3707904" y="205979"/>
            <a:ext cx="187220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智慧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內容版面配置區 1">
            <a:extLst>
              <a:ext uri="{FF2B5EF4-FFF2-40B4-BE49-F238E27FC236}">
                <a16:creationId xmlns:a16="http://schemas.microsoft.com/office/drawing/2014/main" id="{47C2A89C-6725-40E3-6831-E43B6AE89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en-US" altLang="zh-TW" sz="2400" b="1" dirty="0">
                <a:latin typeface="+mn-ea"/>
                <a:cs typeface="Times New Roman" panose="02020603050405020304" pitchFamily="18" charset="0"/>
              </a:rPr>
              <a:t>【</a:t>
            </a:r>
            <a:r>
              <a:rPr lang="zh-TW" altLang="en-US" sz="2400" b="1" dirty="0">
                <a:latin typeface="+mn-ea"/>
                <a:cs typeface="Times New Roman" panose="02020603050405020304" pitchFamily="18" charset="0"/>
              </a:rPr>
              <a:t>羅馬書四</a:t>
            </a:r>
            <a:r>
              <a:rPr lang="en-US" altLang="zh-TW" sz="2400" b="1" dirty="0">
                <a:latin typeface="+mn-ea"/>
                <a:cs typeface="Times New Roman" panose="02020603050405020304" pitchFamily="18" charset="0"/>
              </a:rPr>
              <a:t>20~21】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  <a:defRPr/>
            </a:pPr>
            <a:r>
              <a:rPr lang="zh-TW" altLang="en-US" sz="3000" b="1" dirty="0">
                <a:latin typeface="+mn-ea"/>
                <a:cs typeface="Times New Roman" panose="02020603050405020304" pitchFamily="18" charset="0"/>
              </a:rPr>
              <a:t>並且仰望上帝的應許，總沒有因不信心裏起疑惑，</a:t>
            </a:r>
            <a:r>
              <a:rPr lang="zh-TW" altLang="en-US" sz="3000" b="1" u="sng" dirty="0">
                <a:solidFill>
                  <a:srgbClr val="C00000"/>
                </a:solidFill>
                <a:latin typeface="+mn-ea"/>
                <a:cs typeface="Times New Roman" panose="02020603050405020304" pitchFamily="18" charset="0"/>
              </a:rPr>
              <a:t>反倒因信心裏得堅固</a:t>
            </a:r>
            <a:r>
              <a:rPr lang="zh-TW" altLang="en-US" sz="3000" b="1" dirty="0">
                <a:latin typeface="+mn-ea"/>
                <a:cs typeface="Times New Roman" panose="02020603050405020304" pitchFamily="18" charset="0"/>
              </a:rPr>
              <a:t>，將榮耀歸給上帝，且滿心相信上帝所應許的必能做成。</a:t>
            </a:r>
          </a:p>
        </p:txBody>
      </p:sp>
      <p:pic>
        <p:nvPicPr>
          <p:cNvPr id="3" name="標題 2">
            <a:extLst>
              <a:ext uri="{FF2B5EF4-FFF2-40B4-BE49-F238E27FC236}">
                <a16:creationId xmlns:a16="http://schemas.microsoft.com/office/drawing/2014/main" id="{2A3B2057-3B09-65D7-9122-C0D9115DAFB1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600"/>
            <a:ext cx="8458200" cy="1181100"/>
          </a:xfrm>
        </p:spPr>
      </p:pic>
      <p:sp>
        <p:nvSpPr>
          <p:cNvPr id="5" name="標題 2">
            <a:extLst>
              <a:ext uri="{FF2B5EF4-FFF2-40B4-BE49-F238E27FC236}">
                <a16:creationId xmlns:a16="http://schemas.microsoft.com/office/drawing/2014/main" id="{C91A746C-7423-5202-2AEC-6C919065EE2E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深化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內容版面配置區 1">
            <a:extLst>
              <a:ext uri="{FF2B5EF4-FFF2-40B4-BE49-F238E27FC236}">
                <a16:creationId xmlns:a16="http://schemas.microsoft.com/office/drawing/2014/main" id="{38E27F6F-E7A5-FDBB-C0F9-6244F8B36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詩篇一一九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9~11】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少年人用甚麼潔淨他的行為呢？是要遵行你的話！我一心尋求了你；求你不要叫我偏離你的命令。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我將你的話藏在心裏，免得我得罪你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5EB5AA55-0F8A-0F6E-9C56-FF820FBB5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5.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避免犯罪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　　</a:t>
            </a:r>
            <a:r>
              <a:rPr lang="en-US" altLang="zh-TW" dirty="0">
                <a:solidFill>
                  <a:schemeClr val="bg1"/>
                </a:solidFill>
                <a:effectLst/>
              </a:rPr>
              <a:t>.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49AAFD7B-A586-FF49-4B01-353D992396EC}"/>
              </a:ext>
            </a:extLst>
          </p:cNvPr>
          <p:cNvSpPr txBox="1">
            <a:spLocks/>
          </p:cNvSpPr>
          <p:nvPr/>
        </p:nvSpPr>
        <p:spPr>
          <a:xfrm>
            <a:off x="3203848" y="205979"/>
            <a:ext cx="2448272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得罪上帝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內容版面配置區 1">
            <a:extLst>
              <a:ext uri="{FF2B5EF4-FFF2-40B4-BE49-F238E27FC236}">
                <a16:creationId xmlns:a16="http://schemas.microsoft.com/office/drawing/2014/main" id="{DC83DB3A-CCD9-FD9D-77CC-BAE4F9F74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063625"/>
            <a:ext cx="8229600" cy="4032250"/>
          </a:xfrm>
        </p:spPr>
        <p:txBody>
          <a:bodyPr/>
          <a:lstStyle/>
          <a:p>
            <a:pPr marL="0" indent="0" eaLnBrk="1" hangingPunct="1">
              <a:spcBef>
                <a:spcPct val="0"/>
              </a:spcBef>
              <a:spcAft>
                <a:spcPts val="600"/>
              </a:spcAft>
              <a:buFont typeface="Wingdings 3" panose="05040102010807070707" pitchFamily="18" charset="2"/>
              <a:buNone/>
            </a:pP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【</a:t>
            </a:r>
            <a:r>
              <a:rPr lang="zh-TW" altLang="en-US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約書亞記一</a:t>
            </a:r>
            <a:r>
              <a:rPr lang="en-US" altLang="zh-TW" sz="2400" b="1">
                <a:latin typeface="微軟正黑體" panose="020B0604030504040204" pitchFamily="34" charset="-120"/>
                <a:cs typeface="Times New Roman" panose="02020603050405020304" pitchFamily="18" charset="0"/>
              </a:rPr>
              <a:t>8】</a:t>
            </a:r>
          </a:p>
          <a:p>
            <a:pPr marL="0" indent="0" eaLnBrk="1" hangingPunct="1">
              <a:spcBef>
                <a:spcPct val="0"/>
              </a:spcBef>
              <a:spcAft>
                <a:spcPts val="1800"/>
              </a:spcAft>
              <a:buFont typeface="Wingdings 3" panose="05040102010807070707" pitchFamily="18" charset="2"/>
              <a:buNone/>
            </a:pP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這律法書不可離開你的口，總要晝夜思想，好使你謹守遵行這書上所寫的一切話。如此，</a:t>
            </a:r>
            <a:r>
              <a:rPr lang="zh-TW" altLang="en-US" sz="3000" b="1" u="sng">
                <a:solidFill>
                  <a:srgbClr val="C00000"/>
                </a:solidFill>
                <a:latin typeface="微軟正黑體" panose="020B0604030504040204" pitchFamily="34" charset="-120"/>
                <a:cs typeface="Times New Roman" panose="02020603050405020304" pitchFamily="18" charset="0"/>
              </a:rPr>
              <a:t>你的道路就可以亨通，凡事順利</a:t>
            </a:r>
            <a:r>
              <a:rPr lang="zh-TW" altLang="en-US" sz="3000" b="1">
                <a:latin typeface="微軟正黑體" panose="020B0604030504040204" pitchFamily="34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CB136C1-F276-407F-D479-C75B31D6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TW" dirty="0">
                <a:solidFill>
                  <a:srgbClr val="000099"/>
                </a:solidFill>
                <a:effectLst/>
              </a:rPr>
              <a:t>6.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帶來</a:t>
            </a:r>
            <a:r>
              <a:rPr lang="zh-TW" altLang="en-US" u="sng" dirty="0">
                <a:solidFill>
                  <a:srgbClr val="000099"/>
                </a:solidFill>
                <a:effectLst/>
              </a:rPr>
              <a:t>　　　</a:t>
            </a:r>
            <a:r>
              <a:rPr lang="zh-TW" altLang="en-US" dirty="0">
                <a:solidFill>
                  <a:srgbClr val="000099"/>
                </a:solidFill>
                <a:effectLst/>
              </a:rPr>
              <a:t>的人生</a:t>
            </a:r>
            <a:endParaRPr lang="zh-TW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5" name="標題 2">
            <a:extLst>
              <a:ext uri="{FF2B5EF4-FFF2-40B4-BE49-F238E27FC236}">
                <a16:creationId xmlns:a16="http://schemas.microsoft.com/office/drawing/2014/main" id="{F0E3A822-0B73-055B-9D10-523AAE6876E5}"/>
              </a:ext>
            </a:extLst>
          </p:cNvPr>
          <p:cNvSpPr txBox="1">
            <a:spLocks/>
          </p:cNvSpPr>
          <p:nvPr/>
        </p:nvSpPr>
        <p:spPr>
          <a:xfrm>
            <a:off x="2123728" y="205979"/>
            <a:ext cx="1512168" cy="857250"/>
          </a:xfrm>
          <a:prstGeom prst="rect">
            <a:avLst/>
          </a:prstGeom>
        </p:spPr>
        <p:txBody>
          <a:bodyPr anchor="ctr">
            <a:scene3d>
              <a:camera prst="orthographicFront"/>
              <a:lightRig rig="soft" dir="t"/>
            </a:scene3d>
            <a:sp3d prstMaterial="softEdge"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 fontAlgn="auto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C00000"/>
                </a:solidFill>
                <a:effectLst/>
              </a:rPr>
              <a:t>蒙福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內容版面配置區 1">
            <a:extLst>
              <a:ext uri="{FF2B5EF4-FFF2-40B4-BE49-F238E27FC236}">
                <a16:creationId xmlns:a16="http://schemas.microsoft.com/office/drawing/2014/main" id="{3B7F8128-5171-54F0-D269-C22207805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11250"/>
            <a:ext cx="8229600" cy="2900363"/>
          </a:xfrm>
        </p:spPr>
        <p:txBody>
          <a:bodyPr/>
          <a:lstStyle/>
          <a:p>
            <a:pPr marL="358775" indent="-358775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1.</a:t>
            </a: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上帝的話曾帶給你怎樣的幫助與成長？</a:t>
            </a:r>
          </a:p>
          <a:p>
            <a:pPr marL="358775" indent="-358775" eaLnBrk="1" hangingPunct="1">
              <a:spcBef>
                <a:spcPct val="0"/>
              </a:spcBef>
              <a:spcAft>
                <a:spcPts val="3600"/>
              </a:spcAft>
              <a:buFont typeface="Wingdings 3" panose="05040102010807070707" pitchFamily="18" charset="2"/>
              <a:buNone/>
            </a:pPr>
            <a:r>
              <a:rPr lang="en-US" altLang="zh-TW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2.</a:t>
            </a:r>
            <a:r>
              <a:rPr lang="zh-TW" altLang="en-US" sz="3200" b="1">
                <a:latin typeface="微軟正黑體" panose="020B0604030504040204" pitchFamily="34" charset="-120"/>
                <a:cs typeface="Times New Roman" panose="02020603050405020304" pitchFamily="18" charset="0"/>
              </a:rPr>
              <a:t>閱讀聖經的過程中，你遭遇過何種困難？你如何面對與克服？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04D80141-69B4-22E3-82DA-EE32A7586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dirty="0">
                <a:solidFill>
                  <a:srgbClr val="000099"/>
                </a:solidFill>
                <a:effectLst/>
              </a:rPr>
              <a:t>討論題目：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內容版面配置區 1">
            <a:extLst>
              <a:ext uri="{FF2B5EF4-FFF2-40B4-BE49-F238E27FC236}">
                <a16:creationId xmlns:a16="http://schemas.microsoft.com/office/drawing/2014/main" id="{C5C1B100-32B2-44F9-B04F-F8DC9A5FD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1347788"/>
            <a:ext cx="8497888" cy="3960812"/>
          </a:xfrm>
        </p:spPr>
        <p:txBody>
          <a:bodyPr/>
          <a:lstStyle/>
          <a:p>
            <a:pPr>
              <a:buFont typeface="Wingdings 3" pitchFamily="2" charset="2"/>
              <a:buChar char=""/>
              <a:defRPr/>
            </a:pPr>
            <a:r>
              <a:rPr lang="zh-TW" altLang="en-US" sz="2000" dirty="0">
                <a:hlinkClick r:id="rId2"/>
              </a:rPr>
              <a:t>詩</a:t>
            </a:r>
            <a:r>
              <a:rPr lang="en-US" altLang="zh-TW" sz="2000" dirty="0">
                <a:hlinkClick r:id="rId2"/>
              </a:rPr>
              <a:t>16:11</a:t>
            </a:r>
            <a:r>
              <a:rPr lang="zh-TW" altLang="en-US" sz="2000" dirty="0"/>
              <a:t> 你必將</a:t>
            </a:r>
            <a:r>
              <a:rPr lang="zh-TW" altLang="en-US" sz="2000" b="1" dirty="0"/>
              <a:t>生命的道路</a:t>
            </a:r>
            <a:r>
              <a:rPr lang="zh-TW" altLang="en-US" sz="2000" dirty="0"/>
              <a:t>指示我。在你面前有滿足的喜樂；在你右手中有永遠的福樂。</a:t>
            </a:r>
            <a:endParaRPr lang="en-US" altLang="zh-TW" sz="2000" dirty="0">
              <a:hlinkClick r:id="rId3"/>
            </a:endParaRPr>
          </a:p>
          <a:p>
            <a:pPr>
              <a:buFont typeface="Wingdings 3" pitchFamily="2" charset="2"/>
              <a:buChar char=""/>
              <a:defRPr/>
            </a:pPr>
            <a:r>
              <a:rPr lang="zh-TW" altLang="en-US" sz="2000" dirty="0">
                <a:hlinkClick r:id="rId3"/>
              </a:rPr>
              <a:t>約一</a:t>
            </a:r>
            <a:r>
              <a:rPr lang="en-US" altLang="zh-TW" sz="2000" dirty="0">
                <a:hlinkClick r:id="rId3"/>
              </a:rPr>
              <a:t>1:1</a:t>
            </a:r>
            <a:r>
              <a:rPr lang="zh-TW" altLang="en-US" sz="2000" dirty="0"/>
              <a:t> 論到從起初原有的</a:t>
            </a:r>
            <a:r>
              <a:rPr lang="zh-TW" altLang="en-US" sz="2000" b="1" dirty="0"/>
              <a:t>生命之道</a:t>
            </a:r>
            <a:r>
              <a:rPr lang="zh-TW" altLang="en-US" sz="2000" dirty="0"/>
              <a:t>，就是我們所聽見、所看見、親眼看過、親手摸過的。</a:t>
            </a:r>
            <a:endParaRPr lang="en-US" altLang="zh-TW" sz="2000" dirty="0"/>
          </a:p>
          <a:p>
            <a:pPr>
              <a:buFont typeface="Wingdings 3" pitchFamily="2" charset="2"/>
              <a:buChar char=""/>
              <a:defRPr/>
            </a:pPr>
            <a:r>
              <a:rPr lang="zh-TW" altLang="en-US" sz="2000" u="sng" dirty="0"/>
              <a:t>約</a:t>
            </a:r>
            <a:r>
              <a:rPr lang="en-US" altLang="zh-TW" sz="2000" u="sng" dirty="0"/>
              <a:t>1:1-2</a:t>
            </a:r>
            <a:r>
              <a:rPr lang="en-US" altLang="zh-TW" sz="2000" dirty="0"/>
              <a:t> </a:t>
            </a:r>
            <a:r>
              <a:rPr lang="zh-TW" altLang="en-US" sz="2000" dirty="0"/>
              <a:t>太初有</a:t>
            </a:r>
            <a:r>
              <a:rPr lang="zh-TW" altLang="en-US" sz="2000" b="1" dirty="0"/>
              <a:t>道</a:t>
            </a:r>
            <a:r>
              <a:rPr lang="zh-TW" altLang="en-US" sz="2000" dirty="0"/>
              <a:t>，</a:t>
            </a:r>
            <a:r>
              <a:rPr lang="zh-TW" altLang="en-US" sz="2000" b="1" dirty="0"/>
              <a:t>道</a:t>
            </a:r>
            <a:r>
              <a:rPr lang="zh-TW" altLang="en-US" sz="2000" dirty="0"/>
              <a:t>與神同在，</a:t>
            </a:r>
            <a:r>
              <a:rPr lang="zh-TW" altLang="en-US" sz="2000" b="1" dirty="0"/>
              <a:t>道</a:t>
            </a:r>
            <a:r>
              <a:rPr lang="zh-TW" altLang="en-US" sz="2000" dirty="0"/>
              <a:t>就是神。這</a:t>
            </a:r>
            <a:r>
              <a:rPr lang="zh-TW" altLang="en-US" sz="2000" b="1" dirty="0"/>
              <a:t>道</a:t>
            </a:r>
            <a:r>
              <a:rPr lang="zh-TW" altLang="en-US" sz="2000" dirty="0"/>
              <a:t>太初與神同在。</a:t>
            </a:r>
            <a:endParaRPr lang="en-US" altLang="zh-TW" sz="2000" dirty="0"/>
          </a:p>
          <a:p>
            <a:pPr>
              <a:buFont typeface="Wingdings 3" pitchFamily="2" charset="2"/>
              <a:buChar char=""/>
              <a:defRPr/>
            </a:pPr>
            <a:r>
              <a:rPr lang="zh-TW" altLang="en-US" sz="2000" u="sng" dirty="0"/>
              <a:t>約</a:t>
            </a:r>
            <a:r>
              <a:rPr lang="en-US" altLang="zh-TW" sz="2000" u="sng" dirty="0"/>
              <a:t>1:14</a:t>
            </a:r>
            <a:r>
              <a:rPr lang="en-US" altLang="zh-TW" sz="2000" dirty="0"/>
              <a:t> </a:t>
            </a:r>
            <a:r>
              <a:rPr lang="zh-TW" altLang="en-US" sz="2000" b="1" dirty="0"/>
              <a:t>道</a:t>
            </a:r>
            <a:r>
              <a:rPr lang="zh-TW" altLang="en-US" sz="2000" dirty="0"/>
              <a:t>成了肉身，住在我們中間，充充滿滿的</a:t>
            </a:r>
            <a:r>
              <a:rPr lang="zh-TW" altLang="en-US" sz="2000" b="1" dirty="0"/>
              <a:t>有恩典有真理</a:t>
            </a:r>
            <a:r>
              <a:rPr lang="zh-TW" altLang="en-US" sz="2000" dirty="0"/>
              <a:t>。我們也見過他的榮光，正是父獨生子的榮光。</a:t>
            </a:r>
            <a:endParaRPr lang="en-US" altLang="zh-TW" sz="2000" dirty="0"/>
          </a:p>
          <a:p>
            <a:pPr>
              <a:buFont typeface="Wingdings 3" pitchFamily="2" charset="2"/>
              <a:buChar char=""/>
              <a:defRPr/>
            </a:pPr>
            <a:r>
              <a:rPr lang="zh-TW" altLang="en-US" sz="2000" dirty="0">
                <a:hlinkClick r:id="rId4"/>
              </a:rPr>
              <a:t>約</a:t>
            </a:r>
            <a:r>
              <a:rPr lang="en-US" altLang="zh-TW" sz="2000" dirty="0">
                <a:hlinkClick r:id="rId4"/>
              </a:rPr>
              <a:t>6:35</a:t>
            </a:r>
            <a:r>
              <a:rPr lang="zh-TW" altLang="en-US" sz="2000" dirty="0"/>
              <a:t> 耶穌說：我就是</a:t>
            </a:r>
            <a:r>
              <a:rPr lang="zh-TW" altLang="en-US" sz="2000" b="1" dirty="0"/>
              <a:t>生命的糧</a:t>
            </a:r>
            <a:r>
              <a:rPr lang="zh-TW" altLang="en-US" sz="2000" dirty="0"/>
              <a:t>。到我這裡來的，必定不餓；信我的，永遠不渴。</a:t>
            </a:r>
            <a:br>
              <a:rPr lang="zh-TW" altLang="en-US" sz="2000" dirty="0"/>
            </a:br>
            <a:br>
              <a:rPr lang="zh-TW" altLang="en-US" sz="2000" dirty="0"/>
            </a:br>
            <a:br>
              <a:rPr lang="zh-TW" altLang="en-US" sz="2000" dirty="0"/>
            </a:br>
            <a:br>
              <a:rPr lang="zh-TW" altLang="en-US" sz="2000" dirty="0"/>
            </a:br>
            <a:endParaRPr lang="zh-TW" altLang="en-US" sz="30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6" name="標題 2">
            <a:extLst>
              <a:ext uri="{FF2B5EF4-FFF2-40B4-BE49-F238E27FC236}">
                <a16:creationId xmlns:a16="http://schemas.microsoft.com/office/drawing/2014/main" id="{8DFEE86E-0AE9-800C-DFC6-3A9CCBB4EF75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" y="101600"/>
            <a:ext cx="8458200" cy="1104900"/>
          </a:xfrm>
        </p:spPr>
      </p:pic>
      <p:pic>
        <p:nvPicPr>
          <p:cNvPr id="7" name="標題 2">
            <a:extLst>
              <a:ext uri="{FF2B5EF4-FFF2-40B4-BE49-F238E27FC236}">
                <a16:creationId xmlns:a16="http://schemas.microsoft.com/office/drawing/2014/main" id="{822641FC-09CA-6D9D-11A4-3434A385DFEE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7000"/>
            <a:ext cx="4114800" cy="123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78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內容版面配置區 1">
            <a:extLst>
              <a:ext uri="{FF2B5EF4-FFF2-40B4-BE49-F238E27FC236}">
                <a16:creationId xmlns:a16="http://schemas.microsoft.com/office/drawing/2014/main" id="{4CE9ABF8-7F1B-E044-A0E4-F27EDA779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419225"/>
            <a:ext cx="8496300" cy="3960813"/>
          </a:xfrm>
        </p:spPr>
        <p:txBody>
          <a:bodyPr/>
          <a:lstStyle/>
          <a:p>
            <a:pPr marL="109537" indent="0">
              <a:buFont typeface="Wingdings 3" pitchFamily="2" charset="2"/>
              <a:buNone/>
              <a:defRPr/>
            </a:pPr>
            <a:r>
              <a:rPr lang="zh-TW" altLang="en-US" sz="2000" u="sng" dirty="0">
                <a:latin typeface="+mj-ea"/>
                <a:ea typeface="+mj-ea"/>
                <a:hlinkClick r:id="rId2"/>
              </a:rPr>
              <a:t>約</a:t>
            </a:r>
            <a:r>
              <a:rPr lang="en-US" altLang="zh-TW" sz="2000" u="sng" dirty="0">
                <a:latin typeface="+mj-ea"/>
                <a:ea typeface="+mj-ea"/>
              </a:rPr>
              <a:t>6:51</a:t>
            </a:r>
            <a:r>
              <a:rPr lang="en-US" altLang="zh-TW" sz="2000" dirty="0">
                <a:latin typeface="+mj-ea"/>
                <a:ea typeface="+mj-ea"/>
              </a:rPr>
              <a:t> </a:t>
            </a:r>
            <a: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  <a:t>我是從天上降下來</a:t>
            </a:r>
            <a:r>
              <a:rPr lang="zh-TW" altLang="en-US" sz="2000" b="1" dirty="0">
                <a:solidFill>
                  <a:srgbClr val="000050"/>
                </a:solidFill>
                <a:latin typeface="+mj-ea"/>
                <a:ea typeface="+mj-ea"/>
              </a:rPr>
              <a:t>生命的糧</a:t>
            </a:r>
            <a: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  <a:t>；人若吃這糧，就必永遠活著。我所要賜的糧就是我的肉，為世人之生命所賜的。</a:t>
            </a:r>
            <a:endParaRPr lang="en-US" altLang="zh-TW" sz="2000" dirty="0">
              <a:solidFill>
                <a:srgbClr val="000050"/>
              </a:solidFill>
              <a:latin typeface="+mj-ea"/>
              <a:ea typeface="+mj-ea"/>
            </a:endParaRPr>
          </a:p>
          <a:p>
            <a:pPr marL="109537" indent="0">
              <a:buFont typeface="Wingdings 3" pitchFamily="2" charset="2"/>
              <a:buNone/>
              <a:defRPr/>
            </a:pPr>
            <a:endParaRPr lang="en-US" altLang="zh-TW" sz="2000" dirty="0">
              <a:solidFill>
                <a:srgbClr val="000050"/>
              </a:solidFill>
              <a:latin typeface="+mj-ea"/>
              <a:ea typeface="+mj-ea"/>
            </a:endParaRPr>
          </a:p>
          <a:p>
            <a:pPr marL="109537" indent="0">
              <a:buFont typeface="Wingdings 3" pitchFamily="2" charset="2"/>
              <a:buNone/>
              <a:defRPr/>
            </a:pPr>
            <a:r>
              <a:rPr lang="zh-TW" altLang="en-US" sz="2000" u="sng" dirty="0">
                <a:solidFill>
                  <a:srgbClr val="000050"/>
                </a:solidFill>
                <a:latin typeface="+mj-ea"/>
                <a:ea typeface="+mj-ea"/>
                <a:hlinkClick r:id="rId2"/>
              </a:rPr>
              <a:t>約</a:t>
            </a:r>
            <a:r>
              <a:rPr lang="en-US" altLang="zh-TW" sz="2000" u="sng" dirty="0">
                <a:solidFill>
                  <a:srgbClr val="000050"/>
                </a:solidFill>
                <a:latin typeface="+mj-ea"/>
                <a:ea typeface="+mj-ea"/>
              </a:rPr>
              <a:t>6:63</a:t>
            </a:r>
            <a:r>
              <a:rPr lang="en-US" altLang="zh-TW" sz="2000" dirty="0">
                <a:solidFill>
                  <a:srgbClr val="000050"/>
                </a:solidFill>
                <a:latin typeface="+mj-ea"/>
                <a:ea typeface="+mj-ea"/>
              </a:rPr>
              <a:t> </a:t>
            </a:r>
            <a: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  <a:t>叫人活著的乃是靈，肉體是無益的。我對你們</a:t>
            </a:r>
            <a:r>
              <a:rPr lang="zh-TW" altLang="en-US" sz="2000" b="1" dirty="0">
                <a:solidFill>
                  <a:srgbClr val="000050"/>
                </a:solidFill>
                <a:latin typeface="+mj-ea"/>
                <a:ea typeface="+mj-ea"/>
              </a:rPr>
              <a:t>所說的話</a:t>
            </a:r>
            <a: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  <a:t>就是</a:t>
            </a:r>
            <a:r>
              <a:rPr lang="zh-TW" altLang="en-US" sz="2000" b="1" dirty="0">
                <a:solidFill>
                  <a:srgbClr val="000050"/>
                </a:solidFill>
                <a:latin typeface="+mj-ea"/>
                <a:ea typeface="+mj-ea"/>
              </a:rPr>
              <a:t>靈</a:t>
            </a:r>
            <a: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  <a:t>，就是生命。</a:t>
            </a:r>
            <a:endParaRPr lang="en-US" altLang="zh-TW" sz="2000" dirty="0">
              <a:solidFill>
                <a:srgbClr val="000050"/>
              </a:solidFill>
              <a:latin typeface="+mj-ea"/>
              <a:ea typeface="+mj-ea"/>
            </a:endParaRPr>
          </a:p>
          <a:p>
            <a:pPr marL="109537" indent="0">
              <a:buFont typeface="Wingdings 3" pitchFamily="2" charset="2"/>
              <a:buNone/>
              <a:defRPr/>
            </a:pPr>
            <a:endParaRPr lang="zh-TW" altLang="en-US" sz="2000" dirty="0">
              <a:solidFill>
                <a:srgbClr val="000050"/>
              </a:solidFill>
              <a:latin typeface="+mj-ea"/>
              <a:ea typeface="+mj-ea"/>
            </a:endParaRPr>
          </a:p>
          <a:p>
            <a:pPr marL="109537" indent="0">
              <a:buFont typeface="Wingdings 3" pitchFamily="2" charset="2"/>
              <a:buNone/>
              <a:defRPr/>
            </a:pPr>
            <a:r>
              <a:rPr lang="zh-TW" altLang="en-US" sz="2000" u="sng" dirty="0">
                <a:solidFill>
                  <a:srgbClr val="000050"/>
                </a:solidFill>
                <a:latin typeface="+mj-ea"/>
                <a:ea typeface="+mj-ea"/>
                <a:hlinkClick r:id="rId2"/>
              </a:rPr>
              <a:t>約</a:t>
            </a:r>
            <a:r>
              <a:rPr lang="en-US" altLang="zh-TW" sz="2000" u="sng" dirty="0">
                <a:solidFill>
                  <a:srgbClr val="000050"/>
                </a:solidFill>
                <a:latin typeface="+mj-ea"/>
                <a:ea typeface="+mj-ea"/>
              </a:rPr>
              <a:t>6:68</a:t>
            </a:r>
            <a:r>
              <a:rPr lang="en-US" altLang="zh-TW" sz="2000" dirty="0">
                <a:solidFill>
                  <a:srgbClr val="000050"/>
                </a:solidFill>
                <a:latin typeface="+mj-ea"/>
                <a:ea typeface="+mj-ea"/>
              </a:rPr>
              <a:t> </a:t>
            </a:r>
            <a: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  <a:t>西門彼得回答說：主啊，你有</a:t>
            </a:r>
            <a:r>
              <a:rPr lang="zh-TW" altLang="en-US" sz="2000" b="1" dirty="0">
                <a:solidFill>
                  <a:srgbClr val="000050"/>
                </a:solidFill>
                <a:latin typeface="+mj-ea"/>
                <a:ea typeface="+mj-ea"/>
              </a:rPr>
              <a:t>永生之道</a:t>
            </a:r>
            <a: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  <a:t>，我們還歸從誰呢？</a:t>
            </a:r>
          </a:p>
          <a:p>
            <a:pPr>
              <a:buFont typeface="Wingdings 3" pitchFamily="2" charset="2"/>
              <a:buChar char=""/>
              <a:defRPr/>
            </a:pPr>
            <a:b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</a:br>
            <a:b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</a:br>
            <a:endParaRPr lang="en-US" altLang="zh-TW" sz="2000" dirty="0">
              <a:solidFill>
                <a:srgbClr val="000050"/>
              </a:solidFill>
              <a:latin typeface="+mj-ea"/>
              <a:ea typeface="+mj-ea"/>
            </a:endParaRPr>
          </a:p>
          <a:p>
            <a:pPr marL="109537" indent="0">
              <a:buFont typeface="Wingdings 3" pitchFamily="2" charset="2"/>
              <a:buNone/>
              <a:defRPr/>
            </a:pPr>
            <a:br>
              <a:rPr lang="zh-TW" altLang="en-US" sz="2000" dirty="0"/>
            </a:br>
            <a:br>
              <a:rPr lang="zh-TW" altLang="en-US" sz="2000" dirty="0"/>
            </a:br>
            <a:br>
              <a:rPr lang="zh-TW" altLang="en-US" sz="2000" dirty="0"/>
            </a:br>
            <a:endParaRPr lang="zh-TW" altLang="en-US" sz="30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pic>
        <p:nvPicPr>
          <p:cNvPr id="6" name="標題 2">
            <a:extLst>
              <a:ext uri="{FF2B5EF4-FFF2-40B4-BE49-F238E27FC236}">
                <a16:creationId xmlns:a16="http://schemas.microsoft.com/office/drawing/2014/main" id="{FDE13F8A-A053-5CC7-E1C4-A2FFFAE344D4}"/>
              </a:ext>
            </a:extLst>
          </p:cNvPr>
          <p:cNvPicPr>
            <a:picLocks noGrp="1" noChangeArrowheads="1"/>
          </p:cNvPicPr>
          <p:nvPr>
            <p:ph type="title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800" y="101600"/>
            <a:ext cx="8458200" cy="1104900"/>
          </a:xfrm>
        </p:spPr>
      </p:pic>
      <p:pic>
        <p:nvPicPr>
          <p:cNvPr id="7" name="標題 2">
            <a:extLst>
              <a:ext uri="{FF2B5EF4-FFF2-40B4-BE49-F238E27FC236}">
                <a16:creationId xmlns:a16="http://schemas.microsoft.com/office/drawing/2014/main" id="{F170FA9D-702E-C673-15BA-F179362ACE9B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27000"/>
            <a:ext cx="4114800" cy="123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內容版面配置區 1">
            <a:extLst>
              <a:ext uri="{FF2B5EF4-FFF2-40B4-BE49-F238E27FC236}">
                <a16:creationId xmlns:a16="http://schemas.microsoft.com/office/drawing/2014/main" id="{0A874EB7-1D3A-CE6E-965D-9107704DB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0825" y="987425"/>
            <a:ext cx="8497888" cy="3960813"/>
          </a:xfrm>
        </p:spPr>
        <p:txBody>
          <a:bodyPr/>
          <a:lstStyle/>
          <a:p>
            <a:pPr marL="109537" indent="0">
              <a:buFont typeface="Wingdings 3" pitchFamily="2" charset="2"/>
              <a:buNone/>
              <a:defRPr/>
            </a:pPr>
            <a:r>
              <a:rPr lang="zh-TW" altLang="en-US" sz="2000" u="sng" dirty="0">
                <a:latin typeface="+mj-ea"/>
                <a:ea typeface="+mj-ea"/>
                <a:hlinkClick r:id="rId2"/>
              </a:rPr>
              <a:t>約</a:t>
            </a:r>
            <a:r>
              <a:rPr lang="zh-TW" altLang="en-US" sz="2000" u="sng" dirty="0">
                <a:latin typeface="+mj-ea"/>
                <a:ea typeface="+mj-ea"/>
              </a:rPr>
              <a:t>翰福音 </a:t>
            </a:r>
            <a:r>
              <a:rPr lang="en-US" altLang="zh-TW" sz="2000" u="sng" dirty="0">
                <a:latin typeface="+mj-ea"/>
                <a:ea typeface="+mj-ea"/>
              </a:rPr>
              <a:t>21:15-17</a:t>
            </a:r>
          </a:p>
          <a:p>
            <a:pPr marL="109537" indent="0">
              <a:buFont typeface="Wingdings 3" pitchFamily="2" charset="2"/>
              <a:buNone/>
              <a:defRPr/>
            </a:pPr>
            <a:endParaRPr lang="en-US" altLang="zh-TW" sz="2000" u="sng" dirty="0">
              <a:latin typeface="+mj-ea"/>
              <a:ea typeface="+mj-ea"/>
            </a:endParaRPr>
          </a:p>
          <a:p>
            <a:pPr>
              <a:buFont typeface="Wingdings 3" pitchFamily="2" charset="2"/>
              <a:buChar char=""/>
              <a:defRPr/>
            </a:pPr>
            <a:r>
              <a:rPr lang="zh-TW" altLang="en-US" sz="2000" dirty="0"/>
              <a:t>他們吃完了早飯，耶穌對西門彼得說：約翰的兒子西門，你愛我比這些更深嗎？彼得說：主啊，是的，你知道我愛你。耶穌對他說：你餵養我的小羊。</a:t>
            </a:r>
          </a:p>
          <a:p>
            <a:pPr>
              <a:buFont typeface="Wingdings 3" pitchFamily="2" charset="2"/>
              <a:buChar char=""/>
              <a:defRPr/>
            </a:pPr>
            <a:r>
              <a:rPr lang="zh-TW" altLang="en-US" sz="2000" dirty="0"/>
              <a:t>耶穌第二次又對他說：約翰的兒子西門，你愛我嗎？彼得說：主啊，是的，你知道我愛你。耶穌說：你牧養我的羊。</a:t>
            </a:r>
          </a:p>
          <a:p>
            <a:pPr>
              <a:buFont typeface="Wingdings 3" pitchFamily="2" charset="2"/>
              <a:buChar char=""/>
              <a:defRPr/>
            </a:pPr>
            <a:r>
              <a:rPr lang="zh-TW" altLang="en-US" sz="2000" dirty="0"/>
              <a:t>第三次對他說：約翰的兒子西門，你愛我嗎？彼得因為耶穌第三次對他說你愛我嗎，就憂愁，對耶穌說：主啊，你是無所不知的；你知道我愛你。耶穌說：你餵養我的羊。</a:t>
            </a:r>
          </a:p>
          <a:p>
            <a:pPr marL="109537" indent="0">
              <a:buFont typeface="Wingdings 3" pitchFamily="2" charset="2"/>
              <a:buNone/>
              <a:defRPr/>
            </a:pPr>
            <a:endParaRPr lang="en-US" altLang="zh-TW" sz="2000" u="sng" dirty="0">
              <a:solidFill>
                <a:srgbClr val="000050"/>
              </a:solidFill>
              <a:latin typeface="+mj-ea"/>
              <a:ea typeface="+mj-ea"/>
            </a:endParaRPr>
          </a:p>
          <a:p>
            <a:pPr marL="109537" indent="0">
              <a:buFont typeface="Wingdings 3" pitchFamily="2" charset="2"/>
              <a:buNone/>
              <a:defRPr/>
            </a:pPr>
            <a:b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</a:br>
            <a:br>
              <a:rPr lang="zh-TW" altLang="en-US" sz="2000" dirty="0">
                <a:solidFill>
                  <a:srgbClr val="000050"/>
                </a:solidFill>
                <a:latin typeface="+mj-ea"/>
                <a:ea typeface="+mj-ea"/>
              </a:rPr>
            </a:br>
            <a:endParaRPr lang="en-US" altLang="zh-TW" sz="2000" dirty="0">
              <a:solidFill>
                <a:srgbClr val="000050"/>
              </a:solidFill>
              <a:latin typeface="+mj-ea"/>
              <a:ea typeface="+mj-ea"/>
            </a:endParaRPr>
          </a:p>
          <a:p>
            <a:pPr marL="109537" indent="0">
              <a:buFont typeface="Wingdings 3" pitchFamily="2" charset="2"/>
              <a:buNone/>
              <a:defRPr/>
            </a:pPr>
            <a:br>
              <a:rPr lang="zh-TW" altLang="en-US" sz="2000" dirty="0"/>
            </a:br>
            <a:br>
              <a:rPr lang="zh-TW" altLang="en-US" sz="2000" dirty="0"/>
            </a:br>
            <a:br>
              <a:rPr lang="zh-TW" altLang="en-US" sz="2000" dirty="0"/>
            </a:br>
            <a:endParaRPr lang="zh-TW" altLang="en-US" sz="3000" b="1" dirty="0">
              <a:latin typeface="微軟正黑體" panose="020B0604030504040204" pitchFamily="34" charset="-120"/>
              <a:cs typeface="Times New Roman" panose="02020603050405020304" pitchFamily="18" charset="0"/>
            </a:endParaRPr>
          </a:p>
        </p:txBody>
      </p:sp>
      <p:sp>
        <p:nvSpPr>
          <p:cNvPr id="6" name="標題 2">
            <a:extLst>
              <a:ext uri="{FF2B5EF4-FFF2-40B4-BE49-F238E27FC236}">
                <a16:creationId xmlns:a16="http://schemas.microsoft.com/office/drawing/2014/main" id="{86D557C2-FDB2-651B-7DF5-D0916E12D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3808" y="195486"/>
            <a:ext cx="5565304" cy="857250"/>
          </a:xfrm>
        </p:spPr>
        <p:txBody>
          <a:bodyPr>
            <a:noAutofit/>
            <a:sp3d prstMaterial="softEdge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TW" altLang="en-US" u="sng" dirty="0">
                <a:solidFill>
                  <a:schemeClr val="accent4">
                    <a:lumMod val="75000"/>
                  </a:schemeClr>
                </a:solidFill>
                <a:effectLst/>
              </a:rPr>
              <a:t>餵養</a:t>
            </a:r>
            <a:r>
              <a:rPr lang="zh-TW" altLang="en-US" dirty="0">
                <a:solidFill>
                  <a:schemeClr val="accent4">
                    <a:lumMod val="75000"/>
                  </a:schemeClr>
                </a:solidFill>
                <a:effectLst/>
              </a:rPr>
              <a:t>我的羊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匯合">
  <a:themeElements>
    <a:clrScheme name="圖釘">
      <a:dk1>
        <a:sysClr val="windowText" lastClr="000000"/>
      </a:dk1>
      <a:lt1>
        <a:sysClr val="window" lastClr="FFFFFF"/>
      </a:lt1>
      <a:dk2>
        <a:srgbClr val="465E9C"/>
      </a:dk2>
      <a:lt2>
        <a:srgbClr val="CCDDEA"/>
      </a:lt2>
      <a:accent1>
        <a:srgbClr val="FDA023"/>
      </a:accent1>
      <a:accent2>
        <a:srgbClr val="AA2B1E"/>
      </a:accent2>
      <a:accent3>
        <a:srgbClr val="71685C"/>
      </a:accent3>
      <a:accent4>
        <a:srgbClr val="64A73B"/>
      </a:accent4>
      <a:accent5>
        <a:srgbClr val="EB5605"/>
      </a:accent5>
      <a:accent6>
        <a:srgbClr val="B9CA1A"/>
      </a:accent6>
      <a:hlink>
        <a:srgbClr val="D83E2C"/>
      </a:hlink>
      <a:folHlink>
        <a:srgbClr val="ED7D27"/>
      </a:folHlink>
    </a:clrScheme>
    <a:fontScheme name="匯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匯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>
    <a:txDef>
      <a:spPr/>
      <a:bodyPr vert="horz">
        <a:normAutofit/>
      </a:bodyPr>
      <a:lstStyle>
        <a:defPPr marL="0" indent="0">
          <a:spcBef>
            <a:spcPts val="0"/>
          </a:spcBef>
          <a:spcAft>
            <a:spcPts val="3600"/>
          </a:spcAft>
          <a:buClr>
            <a:srgbClr val="2DA2BF"/>
          </a:buClr>
          <a:buNone/>
          <a:defRPr sz="3600" b="1" dirty="0" smtClean="0">
            <a:solidFill>
              <a:srgbClr val="C00000"/>
            </a:solidFill>
            <a:latin typeface="+mn-ea"/>
            <a:cs typeface="Times New Roman" panose="02020603050405020304" pitchFamily="18" charset="0"/>
            <a:sym typeface="Wingdings"/>
          </a:defRPr>
        </a:defPPr>
      </a:lstStyle>
    </a:txDef>
  </a:objectDefaults>
  <a:extraClrSchemeLst/>
</a:theme>
</file>

<file path=ppt/theme/themeOverride1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2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3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ppt/theme/themeOverride4.xml><?xml version="1.0" encoding="utf-8"?>
<a:themeOverride xmlns:a="http://schemas.openxmlformats.org/drawingml/2006/main">
  <a:clrScheme name="圖釘">
    <a:dk1>
      <a:sysClr val="windowText" lastClr="000000"/>
    </a:dk1>
    <a:lt1>
      <a:sysClr val="window" lastClr="FFFFFF"/>
    </a:lt1>
    <a:dk2>
      <a:srgbClr val="465E9C"/>
    </a:dk2>
    <a:lt2>
      <a:srgbClr val="CCDDEA"/>
    </a:lt2>
    <a:accent1>
      <a:srgbClr val="FDA023"/>
    </a:accent1>
    <a:accent2>
      <a:srgbClr val="AA2B1E"/>
    </a:accent2>
    <a:accent3>
      <a:srgbClr val="71685C"/>
    </a:accent3>
    <a:accent4>
      <a:srgbClr val="64A73B"/>
    </a:accent4>
    <a:accent5>
      <a:srgbClr val="EB5605"/>
    </a:accent5>
    <a:accent6>
      <a:srgbClr val="B9CA1A"/>
    </a:accent6>
    <a:hlink>
      <a:srgbClr val="D83E2C"/>
    </a:hlink>
    <a:folHlink>
      <a:srgbClr val="ED7D27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1490</TotalTime>
  <Words>1852</Words>
  <Application>Microsoft Office PowerPoint</Application>
  <PresentationFormat>如螢幕大小 (16:9)</PresentationFormat>
  <Paragraphs>135</Paragraphs>
  <Slides>34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34</vt:i4>
      </vt:variant>
    </vt:vector>
  </HeadingPairs>
  <TitlesOfParts>
    <vt:vector size="35" baseType="lpstr">
      <vt:lpstr>匯合</vt:lpstr>
      <vt:lpstr>PowerPoint 簡報</vt:lpstr>
      <vt:lpstr>PowerPoint 簡報</vt:lpstr>
      <vt:lpstr>PowerPoint 簡報</vt:lpstr>
      <vt:lpstr>PowerPoint 簡報</vt:lpstr>
      <vt:lpstr>PowerPoint 簡報</vt:lpstr>
      <vt:lpstr>3.聖經是上帝　　　　　.</vt:lpstr>
      <vt:lpstr>PowerPoint 簡報</vt:lpstr>
      <vt:lpstr>PowerPoint 簡報</vt:lpstr>
      <vt:lpstr>1.明白　　　　　.</vt:lpstr>
      <vt:lpstr>2.認識上帝與　　　　　　.</vt:lpstr>
      <vt:lpstr>3.屬天價值的　　　　.</vt:lpstr>
      <vt:lpstr>PowerPoint 簡報</vt:lpstr>
      <vt:lpstr>PowerPoint 簡報</vt:lpstr>
      <vt:lpstr>PowerPoint 簡報</vt:lpstr>
      <vt:lpstr>PowerPoint 簡報</vt:lpstr>
      <vt:lpstr>2.　　　　讀經</vt:lpstr>
      <vt:lpstr>3.只把聖經當作　　　　　.</vt:lpstr>
      <vt:lpstr>PowerPoint 簡報</vt:lpstr>
      <vt:lpstr>PowerPoint 簡報</vt:lpstr>
      <vt:lpstr>1.　　　　　讀經</vt:lpstr>
      <vt:lpstr>2.以上帝的話　　　　　.</vt:lpstr>
      <vt:lpstr>3.在生活中　　　　　上帝的話</vt:lpstr>
      <vt:lpstr>4.　　　上帝的話</vt:lpstr>
      <vt:lpstr>PowerPoint 簡報</vt:lpstr>
      <vt:lpstr>1.帶來　　　與　　　.</vt:lpstr>
      <vt:lpstr>2.是結出　　　的果子</vt:lpstr>
      <vt:lpstr>3.擁有處事的　　　　.</vt:lpstr>
      <vt:lpstr>PowerPoint 簡報</vt:lpstr>
      <vt:lpstr>5.避免犯罪　　　　　.</vt:lpstr>
      <vt:lpstr>6.帶來　　　的人生</vt:lpstr>
      <vt:lpstr>討論題目：</vt:lpstr>
      <vt:lpstr>PowerPoint 簡報</vt:lpstr>
      <vt:lpstr>PowerPoint 簡報</vt:lpstr>
      <vt:lpstr>餵養我的羊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APPLE</dc:creator>
  <cp:lastModifiedBy>Walter Lu</cp:lastModifiedBy>
  <cp:revision>118</cp:revision>
  <dcterms:created xsi:type="dcterms:W3CDTF">2019-09-19T01:44:22Z</dcterms:created>
  <dcterms:modified xsi:type="dcterms:W3CDTF">2025-04-27T00:44:35Z</dcterms:modified>
</cp:coreProperties>
</file>