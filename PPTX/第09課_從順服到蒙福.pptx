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4" r:id="rId1"/>
  </p:sldMasterIdLst>
  <p:sldIdLst>
    <p:sldId id="256" r:id="rId2"/>
    <p:sldId id="257" r:id="rId3"/>
    <p:sldId id="445" r:id="rId4"/>
    <p:sldId id="472" r:id="rId5"/>
    <p:sldId id="503" r:id="rId6"/>
    <p:sldId id="505" r:id="rId7"/>
    <p:sldId id="504" r:id="rId8"/>
    <p:sldId id="506" r:id="rId9"/>
    <p:sldId id="471" r:id="rId10"/>
    <p:sldId id="450" r:id="rId11"/>
    <p:sldId id="495" r:id="rId12"/>
    <p:sldId id="507" r:id="rId13"/>
    <p:sldId id="508" r:id="rId14"/>
    <p:sldId id="462" r:id="rId15"/>
    <p:sldId id="447" r:id="rId16"/>
    <p:sldId id="509" r:id="rId17"/>
    <p:sldId id="510" r:id="rId18"/>
    <p:sldId id="511" r:id="rId19"/>
    <p:sldId id="512" r:id="rId20"/>
    <p:sldId id="456" r:id="rId21"/>
    <p:sldId id="449" r:id="rId22"/>
    <p:sldId id="502" r:id="rId23"/>
    <p:sldId id="513" r:id="rId24"/>
    <p:sldId id="514" r:id="rId25"/>
    <p:sldId id="515" r:id="rId26"/>
    <p:sldId id="516" r:id="rId27"/>
    <p:sldId id="517" r:id="rId28"/>
    <p:sldId id="518" r:id="rId29"/>
    <p:sldId id="519" r:id="rId30"/>
    <p:sldId id="520" r:id="rId31"/>
    <p:sldId id="521" r:id="rId32"/>
    <p:sldId id="522" r:id="rId33"/>
    <p:sldId id="288" r:id="rId34"/>
    <p:sldId id="523" r:id="rId35"/>
  </p:sldIdLst>
  <p:sldSz cx="9144000" cy="5143500" type="screen16x9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A58214-3B3A-4C87-851C-06C29D7488AA}" v="14" dt="2024-03-01T06:30:05.5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09" autoAdjust="0"/>
    <p:restoredTop sz="94660"/>
  </p:normalViewPr>
  <p:slideViewPr>
    <p:cSldViewPr>
      <p:cViewPr varScale="1">
        <p:scale>
          <a:sx n="138" d="100"/>
          <a:sy n="138" d="100"/>
        </p:scale>
        <p:origin x="702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ter Lu" userId="6e55fa501f30df28" providerId="LiveId" clId="{C0A58214-3B3A-4C87-851C-06C29D7488AA}"/>
    <pc:docChg chg="modSld">
      <pc:chgData name="Walter Lu" userId="6e55fa501f30df28" providerId="LiveId" clId="{C0A58214-3B3A-4C87-851C-06C29D7488AA}" dt="2024-03-01T06:30:05.530" v="30" actId="478"/>
      <pc:docMkLst>
        <pc:docMk/>
      </pc:docMkLst>
      <pc:sldChg chg="delSp">
        <pc:chgData name="Walter Lu" userId="6e55fa501f30df28" providerId="LiveId" clId="{C0A58214-3B3A-4C87-851C-06C29D7488AA}" dt="2024-03-01T06:27:32.784" v="0" actId="478"/>
        <pc:sldMkLst>
          <pc:docMk/>
          <pc:sldMk cId="0" sldId="256"/>
        </pc:sldMkLst>
        <pc:spChg chg="del">
          <ac:chgData name="Walter Lu" userId="6e55fa501f30df28" providerId="LiveId" clId="{C0A58214-3B3A-4C87-851C-06C29D7488AA}" dt="2024-03-01T06:27:32.784" v="0" actId="478"/>
          <ac:spMkLst>
            <pc:docMk/>
            <pc:sldMk cId="0" sldId="256"/>
            <ac:spMk id="9219" creationId="{D634B1E0-DB38-9E77-793C-4EA1E09055F3}"/>
          </ac:spMkLst>
        </pc:spChg>
      </pc:sldChg>
      <pc:sldChg chg="modSp mod">
        <pc:chgData name="Walter Lu" userId="6e55fa501f30df28" providerId="LiveId" clId="{C0A58214-3B3A-4C87-851C-06C29D7488AA}" dt="2024-03-01T06:27:40.912" v="2" actId="404"/>
        <pc:sldMkLst>
          <pc:docMk/>
          <pc:sldMk cId="0" sldId="257"/>
        </pc:sldMkLst>
        <pc:spChg chg="mod">
          <ac:chgData name="Walter Lu" userId="6e55fa501f30df28" providerId="LiveId" clId="{C0A58214-3B3A-4C87-851C-06C29D7488AA}" dt="2024-03-01T06:27:40.912" v="2" actId="404"/>
          <ac:spMkLst>
            <pc:docMk/>
            <pc:sldMk cId="0" sldId="257"/>
            <ac:spMk id="10242" creationId="{CC8E5B5D-FC27-0A51-C7A0-3181EDDF1352}"/>
          </ac:spMkLst>
        </pc:spChg>
      </pc:sldChg>
      <pc:sldChg chg="delSp">
        <pc:chgData name="Walter Lu" userId="6e55fa501f30df28" providerId="LiveId" clId="{C0A58214-3B3A-4C87-851C-06C29D7488AA}" dt="2024-03-01T06:29:34.661" v="27" actId="478"/>
        <pc:sldMkLst>
          <pc:docMk/>
          <pc:sldMk cId="0" sldId="471"/>
        </pc:sldMkLst>
        <pc:spChg chg="del">
          <ac:chgData name="Walter Lu" userId="6e55fa501f30df28" providerId="LiveId" clId="{C0A58214-3B3A-4C87-851C-06C29D7488AA}" dt="2024-03-01T06:29:34.661" v="27" actId="478"/>
          <ac:spMkLst>
            <pc:docMk/>
            <pc:sldMk cId="0" sldId="471"/>
            <ac:spMk id="17410" creationId="{7CC2E84E-269C-4946-F3C9-FE20EBF15D52}"/>
          </ac:spMkLst>
        </pc:spChg>
      </pc:sldChg>
      <pc:sldChg chg="modSp mod">
        <pc:chgData name="Walter Lu" userId="6e55fa501f30df28" providerId="LiveId" clId="{C0A58214-3B3A-4C87-851C-06C29D7488AA}" dt="2024-03-01T06:28:48.640" v="21" actId="1076"/>
        <pc:sldMkLst>
          <pc:docMk/>
          <pc:sldMk cId="0" sldId="472"/>
        </pc:sldMkLst>
        <pc:spChg chg="mod">
          <ac:chgData name="Walter Lu" userId="6e55fa501f30df28" providerId="LiveId" clId="{C0A58214-3B3A-4C87-851C-06C29D7488AA}" dt="2024-03-01T06:28:48.640" v="21" actId="1076"/>
          <ac:spMkLst>
            <pc:docMk/>
            <pc:sldMk cId="0" sldId="472"/>
            <ac:spMk id="12290" creationId="{5829DACF-686C-1E82-E610-7DCA07DD176E}"/>
          </ac:spMkLst>
        </pc:spChg>
      </pc:sldChg>
      <pc:sldChg chg="modSp mod">
        <pc:chgData name="Walter Lu" userId="6e55fa501f30df28" providerId="LiveId" clId="{C0A58214-3B3A-4C87-851C-06C29D7488AA}" dt="2024-03-01T06:29:23.601" v="26" actId="1076"/>
        <pc:sldMkLst>
          <pc:docMk/>
          <pc:sldMk cId="0" sldId="503"/>
        </pc:sldMkLst>
        <pc:spChg chg="mod">
          <ac:chgData name="Walter Lu" userId="6e55fa501f30df28" providerId="LiveId" clId="{C0A58214-3B3A-4C87-851C-06C29D7488AA}" dt="2024-03-01T06:29:23.601" v="26" actId="1076"/>
          <ac:spMkLst>
            <pc:docMk/>
            <pc:sldMk cId="0" sldId="503"/>
            <ac:spMk id="3" creationId="{B3FAE12B-C9C1-5501-B979-F2EE4A05F734}"/>
          </ac:spMkLst>
        </pc:spChg>
        <pc:spChg chg="mod">
          <ac:chgData name="Walter Lu" userId="6e55fa501f30df28" providerId="LiveId" clId="{C0A58214-3B3A-4C87-851C-06C29D7488AA}" dt="2024-03-01T06:29:23.601" v="26" actId="1076"/>
          <ac:spMkLst>
            <pc:docMk/>
            <pc:sldMk cId="0" sldId="503"/>
            <ac:spMk id="5" creationId="{0DF2E821-0307-F965-54B3-5A2AB6E6DC41}"/>
          </ac:spMkLst>
        </pc:spChg>
        <pc:spChg chg="mod">
          <ac:chgData name="Walter Lu" userId="6e55fa501f30df28" providerId="LiveId" clId="{C0A58214-3B3A-4C87-851C-06C29D7488AA}" dt="2024-03-01T06:29:11.702" v="25" actId="1076"/>
          <ac:spMkLst>
            <pc:docMk/>
            <pc:sldMk cId="0" sldId="503"/>
            <ac:spMk id="13314" creationId="{B5F1253E-4035-1DC3-D836-9018ACC21BC4}"/>
          </ac:spMkLst>
        </pc:spChg>
      </pc:sldChg>
      <pc:sldChg chg="delSp">
        <pc:chgData name="Walter Lu" userId="6e55fa501f30df28" providerId="LiveId" clId="{C0A58214-3B3A-4C87-851C-06C29D7488AA}" dt="2024-03-01T06:29:51.506" v="28" actId="478"/>
        <pc:sldMkLst>
          <pc:docMk/>
          <pc:sldMk cId="0" sldId="512"/>
        </pc:sldMkLst>
        <pc:spChg chg="del">
          <ac:chgData name="Walter Lu" userId="6e55fa501f30df28" providerId="LiveId" clId="{C0A58214-3B3A-4C87-851C-06C29D7488AA}" dt="2024-03-01T06:29:51.506" v="28" actId="478"/>
          <ac:spMkLst>
            <pc:docMk/>
            <pc:sldMk cId="0" sldId="512"/>
            <ac:spMk id="27650" creationId="{1B9AE1A3-B4E2-7B0E-369C-58387DA8C7FD}"/>
          </ac:spMkLst>
        </pc:spChg>
      </pc:sldChg>
      <pc:sldChg chg="delSp">
        <pc:chgData name="Walter Lu" userId="6e55fa501f30df28" providerId="LiveId" clId="{C0A58214-3B3A-4C87-851C-06C29D7488AA}" dt="2024-03-01T06:30:00.400" v="29" actId="478"/>
        <pc:sldMkLst>
          <pc:docMk/>
          <pc:sldMk cId="0" sldId="514"/>
        </pc:sldMkLst>
        <pc:spChg chg="del">
          <ac:chgData name="Walter Lu" userId="6e55fa501f30df28" providerId="LiveId" clId="{C0A58214-3B3A-4C87-851C-06C29D7488AA}" dt="2024-03-01T06:30:00.400" v="29" actId="478"/>
          <ac:spMkLst>
            <pc:docMk/>
            <pc:sldMk cId="0" sldId="514"/>
            <ac:spMk id="32770" creationId="{A49B856C-3BF1-63F3-669B-CDF0A616B6A3}"/>
          </ac:spMkLst>
        </pc:spChg>
      </pc:sldChg>
      <pc:sldChg chg="delSp">
        <pc:chgData name="Walter Lu" userId="6e55fa501f30df28" providerId="LiveId" clId="{C0A58214-3B3A-4C87-851C-06C29D7488AA}" dt="2024-03-01T06:30:05.530" v="30" actId="478"/>
        <pc:sldMkLst>
          <pc:docMk/>
          <pc:sldMk cId="0" sldId="518"/>
        </pc:sldMkLst>
        <pc:spChg chg="del">
          <ac:chgData name="Walter Lu" userId="6e55fa501f30df28" providerId="LiveId" clId="{C0A58214-3B3A-4C87-851C-06C29D7488AA}" dt="2024-03-01T06:30:05.530" v="30" actId="478"/>
          <ac:spMkLst>
            <pc:docMk/>
            <pc:sldMk cId="0" sldId="518"/>
            <ac:spMk id="36866" creationId="{FF09E616-C6DF-7E9A-7812-FE76AA790C48}"/>
          </ac:spMkLst>
        </pc:spChg>
      </pc:sldChg>
    </pc:docChg>
  </pc:docChgLst>
  <pc:docChgLst>
    <pc:chgData name="Lu Walter" userId="6e55fa501f30df28" providerId="Windows Live" clId="Web-{E349EE5A-A3C3-4E4F-B976-8F5B77F49091}"/>
    <pc:docChg chg="addSld modSld">
      <pc:chgData name="Lu Walter" userId="6e55fa501f30df28" providerId="Windows Live" clId="Web-{E349EE5A-A3C3-4E4F-B976-8F5B77F49091}" dt="2023-06-17T06:34:51.738" v="65" actId="1076"/>
      <pc:docMkLst>
        <pc:docMk/>
      </pc:docMkLst>
      <pc:sldChg chg="addSp delSp modSp new addAnim delAnim">
        <pc:chgData name="Lu Walter" userId="6e55fa501f30df28" providerId="Windows Live" clId="Web-{E349EE5A-A3C3-4E4F-B976-8F5B77F49091}" dt="2023-06-17T06:34:51.738" v="65" actId="1076"/>
        <pc:sldMkLst>
          <pc:docMk/>
          <pc:sldMk cId="4049959163" sldId="523"/>
        </pc:sldMkLst>
        <pc:spChg chg="del">
          <ac:chgData name="Lu Walter" userId="6e55fa501f30df28" providerId="Windows Live" clId="Web-{E349EE5A-A3C3-4E4F-B976-8F5B77F49091}" dt="2023-06-17T06:26:12.895" v="3"/>
          <ac:spMkLst>
            <pc:docMk/>
            <pc:sldMk cId="4049959163" sldId="523"/>
            <ac:spMk id="2" creationId="{BCDD02A8-DD8F-F116-FED7-2A95980A0F4A}"/>
          </ac:spMkLst>
        </pc:spChg>
        <pc:spChg chg="del">
          <ac:chgData name="Lu Walter" userId="6e55fa501f30df28" providerId="Windows Live" clId="Web-{E349EE5A-A3C3-4E4F-B976-8F5B77F49091}" dt="2023-06-17T06:30:54.903" v="19"/>
          <ac:spMkLst>
            <pc:docMk/>
            <pc:sldMk cId="4049959163" sldId="523"/>
            <ac:spMk id="3" creationId="{85099A78-0559-62B1-ADC3-7C284E5C2067}"/>
          </ac:spMkLst>
        </pc:spChg>
        <pc:spChg chg="add mod">
          <ac:chgData name="Lu Walter" userId="6e55fa501f30df28" providerId="Windows Live" clId="Web-{E349EE5A-A3C3-4E4F-B976-8F5B77F49091}" dt="2023-06-17T06:34:29.097" v="58" actId="20577"/>
          <ac:spMkLst>
            <pc:docMk/>
            <pc:sldMk cId="4049959163" sldId="523"/>
            <ac:spMk id="5" creationId="{C3A4D64B-EFEB-3CCB-1C9A-5243631F07C0}"/>
          </ac:spMkLst>
        </pc:spChg>
        <pc:spChg chg="add del mod">
          <ac:chgData name="Lu Walter" userId="6e55fa501f30df28" providerId="Windows Live" clId="Web-{E349EE5A-A3C3-4E4F-B976-8F5B77F49091}" dt="2023-06-17T06:33:28.783" v="42"/>
          <ac:spMkLst>
            <pc:docMk/>
            <pc:sldMk cId="4049959163" sldId="523"/>
            <ac:spMk id="7" creationId="{E595E679-2496-CD63-2834-0D073A00304E}"/>
          </ac:spMkLst>
        </pc:spChg>
        <pc:spChg chg="add mod">
          <ac:chgData name="Lu Walter" userId="6e55fa501f30df28" providerId="Windows Live" clId="Web-{E349EE5A-A3C3-4E4F-B976-8F5B77F49091}" dt="2023-06-17T06:34:51.738" v="65" actId="1076"/>
          <ac:spMkLst>
            <pc:docMk/>
            <pc:sldMk cId="4049959163" sldId="523"/>
            <ac:spMk id="9" creationId="{755B1B21-07C0-B97D-2314-0564D4E0095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>
            <a:extLst>
              <a:ext uri="{FF2B5EF4-FFF2-40B4-BE49-F238E27FC236}">
                <a16:creationId xmlns:a16="http://schemas.microsoft.com/office/drawing/2014/main" id="{3DCB17F8-04B8-F956-F37F-49B8544DFF25}"/>
              </a:ext>
            </a:extLst>
          </p:cNvPr>
          <p:cNvSpPr/>
          <p:nvPr/>
        </p:nvSpPr>
        <p:spPr>
          <a:xfrm>
            <a:off x="0" y="3498850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grpSp>
        <p:nvGrpSpPr>
          <p:cNvPr id="3" name="群組 15">
            <a:extLst>
              <a:ext uri="{FF2B5EF4-FFF2-40B4-BE49-F238E27FC236}">
                <a16:creationId xmlns:a16="http://schemas.microsoft.com/office/drawing/2014/main" id="{D397E458-8DCC-872C-EF21-A78566CC8C19}"/>
              </a:ext>
            </a:extLst>
          </p:cNvPr>
          <p:cNvGrpSpPr>
            <a:grpSpLocks/>
          </p:cNvGrpSpPr>
          <p:nvPr/>
        </p:nvGrpSpPr>
        <p:grpSpPr bwMode="auto">
          <a:xfrm>
            <a:off x="-3175" y="3714750"/>
            <a:ext cx="9147175" cy="1433513"/>
            <a:chOff x="-3765" y="4832896"/>
            <a:chExt cx="9147765" cy="2032192"/>
          </a:xfrm>
        </p:grpSpPr>
        <p:sp>
          <p:nvSpPr>
            <p:cNvPr id="4" name="手繪多邊形 16">
              <a:extLst>
                <a:ext uri="{FF2B5EF4-FFF2-40B4-BE49-F238E27FC236}">
                  <a16:creationId xmlns:a16="http://schemas.microsoft.com/office/drawing/2014/main" id="{EE72CFCB-D50A-A96D-BF01-026C05594A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032" y="4832896"/>
              <a:ext cx="7456968" cy="51986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>
                <a:latin typeface="+mn-lt"/>
                <a:ea typeface="+mn-ea"/>
              </a:endParaRPr>
            </a:p>
          </p:txBody>
        </p:sp>
        <p:sp>
          <p:nvSpPr>
            <p:cNvPr id="5" name="手繪多邊形 18">
              <a:extLst>
                <a:ext uri="{FF2B5EF4-FFF2-40B4-BE49-F238E27FC236}">
                  <a16:creationId xmlns:a16="http://schemas.microsoft.com/office/drawing/2014/main" id="{80F1BA64-DBC9-14FB-8E7F-C7F0F344A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26" y="5134461"/>
              <a:ext cx="9108074" cy="839433"/>
            </a:xfrm>
            <a:custGeom>
              <a:avLst/>
              <a:gdLst>
                <a:gd name="T0" fmla="*/ 0 w 5760"/>
                <a:gd name="T1" fmla="*/ 0 h 528"/>
                <a:gd name="T2" fmla="*/ 5760 w 5760"/>
                <a:gd name="T3" fmla="*/ 0 h 528"/>
                <a:gd name="T4" fmla="*/ 5760 w 5760"/>
                <a:gd name="T5" fmla="*/ 528 h 528"/>
                <a:gd name="T6" fmla="*/ 48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手繪多邊形 19">
              <a:extLst>
                <a:ext uri="{FF2B5EF4-FFF2-40B4-BE49-F238E27FC236}">
                  <a16:creationId xmlns:a16="http://schemas.microsoft.com/office/drawing/2014/main" id="{A103A325-A16D-7707-7ADA-656D01223C8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/>
            </a:p>
          </p:txBody>
        </p:sp>
        <p:cxnSp>
          <p:nvCxnSpPr>
            <p:cNvPr id="7" name="直線接點 6">
              <a:extLst>
                <a:ext uri="{FF2B5EF4-FFF2-40B4-BE49-F238E27FC236}">
                  <a16:creationId xmlns:a16="http://schemas.microsoft.com/office/drawing/2014/main" id="{73D09BBA-4D13-E720-1243-351743DB8754}"/>
                </a:ext>
              </a:extLst>
            </p:cNvPr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標題 8"/>
          <p:cNvSpPr>
            <a:spLocks noGrp="1"/>
          </p:cNvSpPr>
          <p:nvPr>
            <p:ph type="ctrTitle"/>
          </p:nvPr>
        </p:nvSpPr>
        <p:spPr>
          <a:xfrm>
            <a:off x="685800" y="1314451"/>
            <a:ext cx="7772400" cy="137232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7" name="副標題 16"/>
          <p:cNvSpPr>
            <a:spLocks noGrp="1"/>
          </p:cNvSpPr>
          <p:nvPr>
            <p:ph type="subTitle" idx="1"/>
          </p:nvPr>
        </p:nvSpPr>
        <p:spPr>
          <a:xfrm>
            <a:off x="685800" y="2708705"/>
            <a:ext cx="7772400" cy="899778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zh-TW" altLang="en-US"/>
              <a:t>按一下以編輯母片副標題樣式</a:t>
            </a:r>
            <a:endParaRPr lang="en-US"/>
          </a:p>
        </p:txBody>
      </p:sp>
      <p:sp>
        <p:nvSpPr>
          <p:cNvPr id="8" name="日期版面配置區 29">
            <a:extLst>
              <a:ext uri="{FF2B5EF4-FFF2-40B4-BE49-F238E27FC236}">
                <a16:creationId xmlns:a16="http://schemas.microsoft.com/office/drawing/2014/main" id="{F0F84D4E-D561-43DA-3C83-C6D018B72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10CAFABE-A7E6-4C01-944C-4C97A83A7379}" type="datetimeFigureOut">
              <a:rPr lang="zh-TW" altLang="en-US"/>
              <a:pPr>
                <a:defRPr/>
              </a:pPr>
              <a:t>2024/3/1</a:t>
            </a:fld>
            <a:endParaRPr lang="zh-TW" altLang="en-US"/>
          </a:p>
        </p:txBody>
      </p:sp>
      <p:sp>
        <p:nvSpPr>
          <p:cNvPr id="10" name="頁尾版面配置區 18">
            <a:extLst>
              <a:ext uri="{FF2B5EF4-FFF2-40B4-BE49-F238E27FC236}">
                <a16:creationId xmlns:a16="http://schemas.microsoft.com/office/drawing/2014/main" id="{0317B51F-4553-3C30-146B-C6DD820F1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zh-TW" altLang="en-US"/>
          </a:p>
        </p:txBody>
      </p:sp>
      <p:sp>
        <p:nvSpPr>
          <p:cNvPr id="11" name="投影片編號版面配置區 26">
            <a:extLst>
              <a:ext uri="{FF2B5EF4-FFF2-40B4-BE49-F238E27FC236}">
                <a16:creationId xmlns:a16="http://schemas.microsoft.com/office/drawing/2014/main" id="{197AD2C7-2ACF-1EE4-67DD-1150F05E2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866D52F-1ADC-4030-8055-556374FD70B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4974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2" name="日期版面配置區 9">
            <a:extLst>
              <a:ext uri="{FF2B5EF4-FFF2-40B4-BE49-F238E27FC236}">
                <a16:creationId xmlns:a16="http://schemas.microsoft.com/office/drawing/2014/main" id="{A70D2D31-0E29-EF78-E5ED-4EE9AAFB7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42FE7A-F9BE-4DC4-964D-C5453B12CB56}" type="datetimeFigureOut">
              <a:rPr lang="zh-TW" altLang="en-US"/>
              <a:pPr>
                <a:defRPr/>
              </a:pPr>
              <a:t>2024/3/1</a:t>
            </a:fld>
            <a:endParaRPr lang="zh-TW" altLang="en-US"/>
          </a:p>
        </p:txBody>
      </p:sp>
      <p:sp>
        <p:nvSpPr>
          <p:cNvPr id="4" name="頁尾版面配置區 21">
            <a:extLst>
              <a:ext uri="{FF2B5EF4-FFF2-40B4-BE49-F238E27FC236}">
                <a16:creationId xmlns:a16="http://schemas.microsoft.com/office/drawing/2014/main" id="{FA04CD23-FBB1-24AF-6346-B00331AB6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17">
            <a:extLst>
              <a:ext uri="{FF2B5EF4-FFF2-40B4-BE49-F238E27FC236}">
                <a16:creationId xmlns:a16="http://schemas.microsoft.com/office/drawing/2014/main" id="{208D3492-1BE4-3B9B-436C-B2B1A2AC8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664592-D416-410F-9928-BD6668E0080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745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＞形箭號 10">
            <a:extLst>
              <a:ext uri="{FF2B5EF4-FFF2-40B4-BE49-F238E27FC236}">
                <a16:creationId xmlns:a16="http://schemas.microsoft.com/office/drawing/2014/main" id="{AA29479B-906D-4B2D-718D-B32F22407851}"/>
              </a:ext>
            </a:extLst>
          </p:cNvPr>
          <p:cNvSpPr/>
          <p:nvPr/>
        </p:nvSpPr>
        <p:spPr>
          <a:xfrm>
            <a:off x="3636963" y="2254250"/>
            <a:ext cx="182562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5" name="＞形箭號 15">
            <a:extLst>
              <a:ext uri="{FF2B5EF4-FFF2-40B4-BE49-F238E27FC236}">
                <a16:creationId xmlns:a16="http://schemas.microsoft.com/office/drawing/2014/main" id="{85E13352-2243-68EE-995F-F2B9100FC3C2}"/>
              </a:ext>
            </a:extLst>
          </p:cNvPr>
          <p:cNvSpPr/>
          <p:nvPr/>
        </p:nvSpPr>
        <p:spPr>
          <a:xfrm>
            <a:off x="3449638" y="2254250"/>
            <a:ext cx="18415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76" y="794784"/>
            <a:ext cx="7772400" cy="13716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922713" y="2198784"/>
            <a:ext cx="4572000" cy="1091166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日期版面配置區 3">
            <a:extLst>
              <a:ext uri="{FF2B5EF4-FFF2-40B4-BE49-F238E27FC236}">
                <a16:creationId xmlns:a16="http://schemas.microsoft.com/office/drawing/2014/main" id="{FA28E620-8E0A-628E-AF2E-BAE5B2CF2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FC198F-CCBC-4B16-9C0B-5683E4491542}" type="datetimeFigureOut">
              <a:rPr lang="zh-TW" altLang="en-US"/>
              <a:pPr>
                <a:defRPr/>
              </a:pPr>
              <a:t>2024/3/1</a:t>
            </a:fld>
            <a:endParaRPr lang="zh-TW" altLang="en-US"/>
          </a:p>
        </p:txBody>
      </p:sp>
      <p:sp>
        <p:nvSpPr>
          <p:cNvPr id="7" name="頁尾版面配置區 4">
            <a:extLst>
              <a:ext uri="{FF2B5EF4-FFF2-40B4-BE49-F238E27FC236}">
                <a16:creationId xmlns:a16="http://schemas.microsoft.com/office/drawing/2014/main" id="{288989AB-A815-8651-61F7-2208C4EA3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2467CE63-9EB8-8286-15A4-10D504C1A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6732BB3-8FD4-445B-A43A-B009E9A2B23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25702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2" name="日期版面配置區 4">
            <a:extLst>
              <a:ext uri="{FF2B5EF4-FFF2-40B4-BE49-F238E27FC236}">
                <a16:creationId xmlns:a16="http://schemas.microsoft.com/office/drawing/2014/main" id="{EC9F7854-AB34-5DE0-5181-F754A646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B4E974-317F-4C4F-8D80-847B2018189A}" type="datetimeFigureOut">
              <a:rPr lang="zh-TW" altLang="en-US"/>
              <a:pPr>
                <a:defRPr/>
              </a:pPr>
              <a:t>2024/3/1</a:t>
            </a:fld>
            <a:endParaRPr lang="zh-TW" altLang="en-US"/>
          </a:p>
        </p:txBody>
      </p:sp>
      <p:sp>
        <p:nvSpPr>
          <p:cNvPr id="5" name="頁尾版面配置區 5">
            <a:extLst>
              <a:ext uri="{FF2B5EF4-FFF2-40B4-BE49-F238E27FC236}">
                <a16:creationId xmlns:a16="http://schemas.microsoft.com/office/drawing/2014/main" id="{F52B8C1A-315B-90EF-E4DC-E00405842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6">
            <a:extLst>
              <a:ext uri="{FF2B5EF4-FFF2-40B4-BE49-F238E27FC236}">
                <a16:creationId xmlns:a16="http://schemas.microsoft.com/office/drawing/2014/main" id="{DECB6F05-F150-C9D3-BD33-A7B9473C0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EBC7DC5-C435-49C0-A8AC-289741EBD6F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87908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4057650"/>
            <a:ext cx="4040188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5027" y="4057650"/>
            <a:ext cx="4041775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1083221"/>
            <a:ext cx="4040188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083221"/>
            <a:ext cx="4041775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B446479-50E3-385E-8033-0E577488D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84BAC7-C46C-41E7-B233-BDB1B6932F5B}" type="datetimeFigureOut">
              <a:rPr lang="zh-TW" altLang="en-US"/>
              <a:pPr>
                <a:defRPr/>
              </a:pPr>
              <a:t>2024/3/1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52821C7-B16B-0DB5-E9C3-486B4804A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D203C02-EA0D-5F86-B8D0-90A01A72C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D8661CC-8D22-40CA-BF98-AAB766AD56B3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7123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2" name="日期版面配置區 2">
            <a:extLst>
              <a:ext uri="{FF2B5EF4-FFF2-40B4-BE49-F238E27FC236}">
                <a16:creationId xmlns:a16="http://schemas.microsoft.com/office/drawing/2014/main" id="{255BCE47-2BED-437E-E8B1-F075F8E34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E15B7F-43B6-4990-8625-28B026713883}" type="datetimeFigureOut">
              <a:rPr lang="zh-TW" altLang="en-US"/>
              <a:pPr>
                <a:defRPr/>
              </a:pPr>
              <a:t>2024/3/1</a:t>
            </a:fld>
            <a:endParaRPr lang="zh-TW" altLang="en-US"/>
          </a:p>
        </p:txBody>
      </p:sp>
      <p:sp>
        <p:nvSpPr>
          <p:cNvPr id="3" name="頁尾版面配置區 3">
            <a:extLst>
              <a:ext uri="{FF2B5EF4-FFF2-40B4-BE49-F238E27FC236}">
                <a16:creationId xmlns:a16="http://schemas.microsoft.com/office/drawing/2014/main" id="{61701899-7D83-2253-3C82-368884D9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4">
            <a:extLst>
              <a:ext uri="{FF2B5EF4-FFF2-40B4-BE49-F238E27FC236}">
                <a16:creationId xmlns:a16="http://schemas.microsoft.com/office/drawing/2014/main" id="{38E0688B-FF66-B25F-3222-F7C36531E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0404F5E-FBAC-4095-B2A5-64E383A4FBA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92042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9">
            <a:extLst>
              <a:ext uri="{FF2B5EF4-FFF2-40B4-BE49-F238E27FC236}">
                <a16:creationId xmlns:a16="http://schemas.microsoft.com/office/drawing/2014/main" id="{6BE03084-0471-727F-6AA3-6AFB193C1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38F06D-2822-43A9-8F3D-8EF217847CF3}" type="datetimeFigureOut">
              <a:rPr lang="zh-TW" altLang="en-US"/>
              <a:pPr>
                <a:defRPr/>
              </a:pPr>
              <a:t>2024/3/1</a:t>
            </a:fld>
            <a:endParaRPr lang="zh-TW" altLang="en-US"/>
          </a:p>
        </p:txBody>
      </p:sp>
      <p:sp>
        <p:nvSpPr>
          <p:cNvPr id="3" name="頁尾版面配置區 21">
            <a:extLst>
              <a:ext uri="{FF2B5EF4-FFF2-40B4-BE49-F238E27FC236}">
                <a16:creationId xmlns:a16="http://schemas.microsoft.com/office/drawing/2014/main" id="{1BA59A57-FD7C-5C6C-2229-C10D5DB45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17">
            <a:extLst>
              <a:ext uri="{FF2B5EF4-FFF2-40B4-BE49-F238E27FC236}">
                <a16:creationId xmlns:a16="http://schemas.microsoft.com/office/drawing/2014/main" id="{A23635B9-A149-31BB-E626-819EB76AE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40730E-A859-400E-8A38-8E7FE716090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668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3657600"/>
            <a:ext cx="7481776" cy="3429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419600" y="4016327"/>
            <a:ext cx="3974592" cy="6858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914400" y="205740"/>
            <a:ext cx="7479792" cy="3429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AF0CD82-EE6F-4ABA-F729-88570070F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D354E7-ADD7-4F73-AEC2-A57FE61D8EA2}" type="datetimeFigureOut">
              <a:rPr lang="zh-TW" altLang="en-US"/>
              <a:pPr>
                <a:defRPr/>
              </a:pPr>
              <a:t>2024/3/1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5DD6D42-E11C-4A20-C94F-00E547CB7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1469D44-5E3E-B19A-33DA-FE665AA3F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5F32794-B8E0-41A6-B8A3-6796397E0FD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2076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手繪多邊形 10">
            <a:extLst>
              <a:ext uri="{FF2B5EF4-FFF2-40B4-BE49-F238E27FC236}">
                <a16:creationId xmlns:a16="http://schemas.microsoft.com/office/drawing/2014/main" id="{1AE19585-3A98-C392-CD4D-6FE7A1002F46}"/>
              </a:ext>
            </a:extLst>
          </p:cNvPr>
          <p:cNvSpPr>
            <a:spLocks/>
          </p:cNvSpPr>
          <p:nvPr/>
        </p:nvSpPr>
        <p:spPr bwMode="auto">
          <a:xfrm>
            <a:off x="500063" y="4459288"/>
            <a:ext cx="4940300" cy="6905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>
              <a:latin typeface="+mn-lt"/>
              <a:ea typeface="+mn-ea"/>
            </a:endParaRPr>
          </a:p>
        </p:txBody>
      </p:sp>
      <p:sp>
        <p:nvSpPr>
          <p:cNvPr id="6" name="手繪多邊形 15">
            <a:extLst>
              <a:ext uri="{FF2B5EF4-FFF2-40B4-BE49-F238E27FC236}">
                <a16:creationId xmlns:a16="http://schemas.microsoft.com/office/drawing/2014/main" id="{30ED8DA6-A588-6790-FC1D-F24664A30DDC}"/>
              </a:ext>
            </a:extLst>
          </p:cNvPr>
          <p:cNvSpPr>
            <a:spLocks/>
          </p:cNvSpPr>
          <p:nvPr/>
        </p:nvSpPr>
        <p:spPr bwMode="auto">
          <a:xfrm>
            <a:off x="485775" y="4454525"/>
            <a:ext cx="3690938" cy="700088"/>
          </a:xfrm>
          <a:custGeom>
            <a:avLst/>
            <a:gdLst>
              <a:gd name="T0" fmla="*/ 0 w 5591"/>
              <a:gd name="T1" fmla="*/ 0 h 588"/>
              <a:gd name="T2" fmla="*/ 5760 w 5591"/>
              <a:gd name="T3" fmla="*/ 0 h 588"/>
              <a:gd name="T4" fmla="*/ 5760 w 5591"/>
              <a:gd name="T5" fmla="*/ 528 h 588"/>
              <a:gd name="T6" fmla="*/ 48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" name="直角三角形 6">
            <a:extLst>
              <a:ext uri="{FF2B5EF4-FFF2-40B4-BE49-F238E27FC236}">
                <a16:creationId xmlns:a16="http://schemas.microsoft.com/office/drawing/2014/main" id="{EE44CED1-51CA-9E2A-1E7A-83286CA2F7EA}"/>
              </a:ext>
            </a:extLst>
          </p:cNvPr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BFF0EEAD-3DD4-FEE6-6D17-930DEFDFD883}"/>
              </a:ext>
            </a:extLst>
          </p:cNvPr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＞形箭號 19">
            <a:extLst>
              <a:ext uri="{FF2B5EF4-FFF2-40B4-BE49-F238E27FC236}">
                <a16:creationId xmlns:a16="http://schemas.microsoft.com/office/drawing/2014/main" id="{EB17057B-129F-C1BB-7E09-5EBB117F1EC6}"/>
              </a:ext>
            </a:extLst>
          </p:cNvPr>
          <p:cNvSpPr/>
          <p:nvPr/>
        </p:nvSpPr>
        <p:spPr>
          <a:xfrm>
            <a:off x="8664575" y="3741738"/>
            <a:ext cx="182563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10" name="＞形箭號 20">
            <a:extLst>
              <a:ext uri="{FF2B5EF4-FFF2-40B4-BE49-F238E27FC236}">
                <a16:creationId xmlns:a16="http://schemas.microsoft.com/office/drawing/2014/main" id="{7E1DD51A-1BE5-08B9-9DA1-91C218C3C9F9}"/>
              </a:ext>
            </a:extLst>
          </p:cNvPr>
          <p:cNvSpPr/>
          <p:nvPr/>
        </p:nvSpPr>
        <p:spPr>
          <a:xfrm>
            <a:off x="8477250" y="3741738"/>
            <a:ext cx="182563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141232" y="4082552"/>
            <a:ext cx="7162800" cy="486174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28600" y="142476"/>
            <a:ext cx="8686800" cy="329184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zh-TW" altLang="en-US" noProof="0"/>
              <a:t>按一下圖示以新增圖片</a:t>
            </a:r>
            <a:endParaRPr lang="en-US" noProof="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8600" y="3648842"/>
            <a:ext cx="8075432" cy="422004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1" name="日期版面配置區 4">
            <a:extLst>
              <a:ext uri="{FF2B5EF4-FFF2-40B4-BE49-F238E27FC236}">
                <a16:creationId xmlns:a16="http://schemas.microsoft.com/office/drawing/2014/main" id="{17B2B817-B8D1-9C0B-1931-7C026E13F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84F67C09-229B-453E-A973-C22CF9C8F264}" type="datetimeFigureOut">
              <a:rPr lang="zh-TW" altLang="en-US"/>
              <a:pPr>
                <a:defRPr/>
              </a:pPr>
              <a:t>2024/3/1</a:t>
            </a:fld>
            <a:endParaRPr lang="zh-TW" altLang="en-US"/>
          </a:p>
        </p:txBody>
      </p:sp>
      <p:sp>
        <p:nvSpPr>
          <p:cNvPr id="12" name="頁尾版面配置區 5">
            <a:extLst>
              <a:ext uri="{FF2B5EF4-FFF2-40B4-BE49-F238E27FC236}">
                <a16:creationId xmlns:a16="http://schemas.microsoft.com/office/drawing/2014/main" id="{34F6DDBB-0826-DF1D-2CA1-EBBEC0147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zh-TW" altLang="en-US"/>
          </a:p>
        </p:txBody>
      </p:sp>
      <p:sp>
        <p:nvSpPr>
          <p:cNvPr id="13" name="投影片編號版面配置區 6">
            <a:extLst>
              <a:ext uri="{FF2B5EF4-FFF2-40B4-BE49-F238E27FC236}">
                <a16:creationId xmlns:a16="http://schemas.microsoft.com/office/drawing/2014/main" id="{C8910CEA-89C2-F66E-A02B-89706564B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2F64E9C-9A46-436A-BA3B-490F09A7620A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53769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10997"/>
            <a:ext cx="8229600" cy="3289553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9">
            <a:extLst>
              <a:ext uri="{FF2B5EF4-FFF2-40B4-BE49-F238E27FC236}">
                <a16:creationId xmlns:a16="http://schemas.microsoft.com/office/drawing/2014/main" id="{D1EB8A7D-B3DC-5A99-3215-5A141BDB2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BB7112-15C1-4264-B750-6CEA519048A8}" type="datetimeFigureOut">
              <a:rPr lang="zh-TW" altLang="en-US"/>
              <a:pPr>
                <a:defRPr/>
              </a:pPr>
              <a:t>2024/3/1</a:t>
            </a:fld>
            <a:endParaRPr lang="zh-TW" altLang="en-US"/>
          </a:p>
        </p:txBody>
      </p:sp>
      <p:sp>
        <p:nvSpPr>
          <p:cNvPr id="5" name="頁尾版面配置區 21">
            <a:extLst>
              <a:ext uri="{FF2B5EF4-FFF2-40B4-BE49-F238E27FC236}">
                <a16:creationId xmlns:a16="http://schemas.microsoft.com/office/drawing/2014/main" id="{81A29FF7-6103-11C8-C97E-F8EFD5A38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17">
            <a:extLst>
              <a:ext uri="{FF2B5EF4-FFF2-40B4-BE49-F238E27FC236}">
                <a16:creationId xmlns:a16="http://schemas.microsoft.com/office/drawing/2014/main" id="{E185E554-84D3-DC6D-4885-E09A523DF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CAEAB3-4D8F-4182-B317-DAAFA6CC352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7004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44013" y="205980"/>
            <a:ext cx="1777470" cy="419457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1"/>
            <a:ext cx="6324600" cy="419457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9">
            <a:extLst>
              <a:ext uri="{FF2B5EF4-FFF2-40B4-BE49-F238E27FC236}">
                <a16:creationId xmlns:a16="http://schemas.microsoft.com/office/drawing/2014/main" id="{E44EF48B-D95F-8B63-88BD-2E6E5128D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5AACF-5B32-418B-8B9C-403D20D09EF5}" type="datetimeFigureOut">
              <a:rPr lang="zh-TW" altLang="en-US"/>
              <a:pPr>
                <a:defRPr/>
              </a:pPr>
              <a:t>2024/3/1</a:t>
            </a:fld>
            <a:endParaRPr lang="zh-TW" altLang="en-US"/>
          </a:p>
        </p:txBody>
      </p:sp>
      <p:sp>
        <p:nvSpPr>
          <p:cNvPr id="5" name="頁尾版面配置區 21">
            <a:extLst>
              <a:ext uri="{FF2B5EF4-FFF2-40B4-BE49-F238E27FC236}">
                <a16:creationId xmlns:a16="http://schemas.microsoft.com/office/drawing/2014/main" id="{E0F6F1BE-3F0C-ED32-FBAF-41C3F03AF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17">
            <a:extLst>
              <a:ext uri="{FF2B5EF4-FFF2-40B4-BE49-F238E27FC236}">
                <a16:creationId xmlns:a16="http://schemas.microsoft.com/office/drawing/2014/main" id="{93864BA7-1355-C7B8-4F5E-C691244AF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89ABCE-B8D1-4AE1-9A05-D893C85EC65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3012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手繪多邊形 12">
            <a:extLst>
              <a:ext uri="{FF2B5EF4-FFF2-40B4-BE49-F238E27FC236}">
                <a16:creationId xmlns:a16="http://schemas.microsoft.com/office/drawing/2014/main" id="{9D344F54-79F6-6317-F246-7FD18BBE1F76}"/>
              </a:ext>
            </a:extLst>
          </p:cNvPr>
          <p:cNvSpPr>
            <a:spLocks/>
          </p:cNvSpPr>
          <p:nvPr/>
        </p:nvSpPr>
        <p:spPr bwMode="auto">
          <a:xfrm>
            <a:off x="500063" y="4459288"/>
            <a:ext cx="4940300" cy="6905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>
              <a:latin typeface="+mn-lt"/>
              <a:ea typeface="+mn-ea"/>
            </a:endParaRPr>
          </a:p>
        </p:txBody>
      </p:sp>
      <p:sp>
        <p:nvSpPr>
          <p:cNvPr id="1027" name="手繪多邊形 11">
            <a:extLst>
              <a:ext uri="{FF2B5EF4-FFF2-40B4-BE49-F238E27FC236}">
                <a16:creationId xmlns:a16="http://schemas.microsoft.com/office/drawing/2014/main" id="{26EE04CF-3B10-2B6B-A9E6-BE06266161E2}"/>
              </a:ext>
            </a:extLst>
          </p:cNvPr>
          <p:cNvSpPr>
            <a:spLocks/>
          </p:cNvSpPr>
          <p:nvPr/>
        </p:nvSpPr>
        <p:spPr bwMode="auto">
          <a:xfrm>
            <a:off x="485775" y="4454525"/>
            <a:ext cx="3690938" cy="700088"/>
          </a:xfrm>
          <a:custGeom>
            <a:avLst/>
            <a:gdLst>
              <a:gd name="T0" fmla="*/ 0 w 5591"/>
              <a:gd name="T1" fmla="*/ 0 h 588"/>
              <a:gd name="T2" fmla="*/ 5760 w 5591"/>
              <a:gd name="T3" fmla="*/ 0 h 588"/>
              <a:gd name="T4" fmla="*/ 5760 w 5591"/>
              <a:gd name="T5" fmla="*/ 528 h 588"/>
              <a:gd name="T6" fmla="*/ 48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4" name="直角三角形 13">
            <a:extLst>
              <a:ext uri="{FF2B5EF4-FFF2-40B4-BE49-F238E27FC236}">
                <a16:creationId xmlns:a16="http://schemas.microsoft.com/office/drawing/2014/main" id="{DE4E4C91-DC61-477A-E9AB-57E618FD131B}"/>
              </a:ext>
            </a:extLst>
          </p:cNvPr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08E12843-901C-D905-59BC-9D9DF8EF8A52}"/>
              </a:ext>
            </a:extLst>
          </p:cNvPr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標題版面配置區 8">
            <a:extLst>
              <a:ext uri="{FF2B5EF4-FFF2-40B4-BE49-F238E27FC236}">
                <a16:creationId xmlns:a16="http://schemas.microsoft.com/office/drawing/2014/main" id="{E25008C7-1F4D-0CD2-5CAD-7ED7B21E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33" name="文字版面配置區 29">
            <a:extLst>
              <a:ext uri="{FF2B5EF4-FFF2-40B4-BE49-F238E27FC236}">
                <a16:creationId xmlns:a16="http://schemas.microsoft.com/office/drawing/2014/main" id="{9294BC25-388F-5DE5-376D-48515E58D02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1112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0" name="日期版面配置區 9">
            <a:extLst>
              <a:ext uri="{FF2B5EF4-FFF2-40B4-BE49-F238E27FC236}">
                <a16:creationId xmlns:a16="http://schemas.microsoft.com/office/drawing/2014/main" id="{615350DC-680E-3896-817F-4FDCE172F0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27825" y="4805363"/>
            <a:ext cx="1919288" cy="274637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ea typeface="+mn-ea"/>
              </a:defRPr>
            </a:lvl1pPr>
            <a:extLst/>
          </a:lstStyle>
          <a:p>
            <a:pPr>
              <a:defRPr/>
            </a:pPr>
            <a:fld id="{75BD7AE9-3376-44CB-9A7F-899F631E21DC}" type="datetimeFigureOut">
              <a:rPr lang="zh-TW" altLang="en-US"/>
              <a:pPr>
                <a:defRPr/>
              </a:pPr>
              <a:t>2024/3/1</a:t>
            </a:fld>
            <a:endParaRPr lang="zh-TW" altLang="en-US"/>
          </a:p>
        </p:txBody>
      </p:sp>
      <p:sp>
        <p:nvSpPr>
          <p:cNvPr id="22" name="頁尾版面配置區 21">
            <a:extLst>
              <a:ext uri="{FF2B5EF4-FFF2-40B4-BE49-F238E27FC236}">
                <a16:creationId xmlns:a16="http://schemas.microsoft.com/office/drawing/2014/main" id="{A430C1DA-7553-5041-263C-BB57C20AEB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13" y="4805363"/>
            <a:ext cx="2351087" cy="274637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ea typeface="+mn-ea"/>
              </a:defRPr>
            </a:lvl1pPr>
            <a:extLst/>
          </a:lstStyle>
          <a:p>
            <a:pPr>
              <a:defRPr/>
            </a:pPr>
            <a:endParaRPr lang="zh-TW" altLang="en-US"/>
          </a:p>
        </p:txBody>
      </p:sp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8E8EACA2-3B54-6A11-5895-D8AC241CA4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7113" y="4805363"/>
            <a:ext cx="366712" cy="27463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000" smtClean="0">
                <a:latin typeface="Lucida Sans Unicode" panose="020B0602030504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33579C3F-BAE4-4E5A-963C-EBC62462D9B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5" r:id="rId1"/>
    <p:sldLayoutId id="2147484081" r:id="rId2"/>
    <p:sldLayoutId id="2147484086" r:id="rId3"/>
    <p:sldLayoutId id="2147484087" r:id="rId4"/>
    <p:sldLayoutId id="2147484088" r:id="rId5"/>
    <p:sldLayoutId id="2147484089" r:id="rId6"/>
    <p:sldLayoutId id="2147484082" r:id="rId7"/>
    <p:sldLayoutId id="2147484090" r:id="rId8"/>
    <p:sldLayoutId id="2147484091" r:id="rId9"/>
    <p:sldLayoutId id="2147484083" r:id="rId10"/>
    <p:sldLayoutId id="214748408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9pPr>
      <a:extLst/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757BB7-AC25-2EA8-332D-943848B152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sp3d prstMaterial="softEdge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000099"/>
                </a:solidFill>
                <a:effectLst/>
              </a:rPr>
              <a:t>第九課　從順服到蒙福</a:t>
            </a:r>
            <a:endParaRPr lang="zh-TW" altLang="en-US" dirty="0"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內容版面配置區 2">
            <a:extLst>
              <a:ext uri="{FF2B5EF4-FFF2-40B4-BE49-F238E27FC236}">
                <a16:creationId xmlns:a16="http://schemas.microsoft.com/office/drawing/2014/main" id="{CC8E5B5D-FC27-0A51-C7A0-3181EDDF1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3598"/>
            <a:ext cx="8229600" cy="3394075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anose="05040102010807070707" pitchFamily="18" charset="2"/>
              <a:buNone/>
            </a:pPr>
            <a:r>
              <a:rPr lang="en-US" altLang="zh-TW" sz="2400" b="1" dirty="0">
                <a:solidFill>
                  <a:srgbClr val="000099"/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rgbClr val="000099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腓立比書二 </a:t>
            </a:r>
            <a:r>
              <a:rPr lang="en-US" altLang="zh-TW" sz="2400" b="1" dirty="0">
                <a:solidFill>
                  <a:srgbClr val="000099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5~8</a:t>
            </a:r>
            <a:r>
              <a:rPr lang="en-US" altLang="zh-TW" sz="2400" b="1" dirty="0">
                <a:solidFill>
                  <a:srgbClr val="000099"/>
                </a:solidFill>
                <a:latin typeface="微軟正黑體" panose="020B0604030504040204" pitchFamily="34" charset="-120"/>
              </a:rPr>
              <a:t>】</a:t>
            </a:r>
          </a:p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anose="05040102010807070707" pitchFamily="18" charset="2"/>
              <a:buNone/>
            </a:pPr>
            <a:r>
              <a:rPr lang="zh-TW" altLang="en-US" sz="2800" b="1" dirty="0">
                <a:solidFill>
                  <a:srgbClr val="000099"/>
                </a:solidFill>
                <a:latin typeface="微軟正黑體" panose="020B0604030504040204" pitchFamily="34" charset="-120"/>
              </a:rPr>
              <a:t>你們當以基督耶穌的心為心：他本有上帝的形像，不以自己與上帝同等為強奪的；反倒虛己，取了奴僕的形像，成為人的樣式；既有人的樣子，就自己卑微，存心順服，以至於死，且死在十字架上。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379F4C7-B167-8CD9-5FEF-6F7FE84EB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endParaRPr lang="zh-TW" altLang="en-US" dirty="0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內容版面配置區 1">
            <a:extLst>
              <a:ext uri="{FF2B5EF4-FFF2-40B4-BE49-F238E27FC236}">
                <a16:creationId xmlns:a16="http://schemas.microsoft.com/office/drawing/2014/main" id="{3278813F-7A2C-D8D8-E821-E16176660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anose="05040102010807070707" pitchFamily="18" charset="2"/>
              <a:buNone/>
            </a:pPr>
            <a:endParaRPr lang="zh-TW" altLang="en-US" sz="3000" b="1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4080E1EF-A7D7-B630-BEA2-FFD3DC0DD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000099"/>
                </a:solidFill>
                <a:effectLst/>
              </a:rPr>
              <a:t>一、主的門徒應當完全順服主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內容版面配置區 1">
            <a:extLst>
              <a:ext uri="{FF2B5EF4-FFF2-40B4-BE49-F238E27FC236}">
                <a16:creationId xmlns:a16="http://schemas.microsoft.com/office/drawing/2014/main" id="{5829DACF-686C-1E82-E610-7DCA07DD1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8651304" cy="3384178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3000"/>
              </a:spcAft>
              <a:buFont typeface="Wingdings 3" panose="05040102010807070707" pitchFamily="18" charset="2"/>
              <a:buNone/>
              <a:defRPr/>
            </a:pP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聖經都是</a:t>
            </a:r>
            <a:r>
              <a:rPr lang="zh-TW" altLang="en-US" sz="3000" b="1" u="sng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上帝所默示的</a:t>
            </a: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，</a:t>
            </a:r>
            <a:endParaRPr lang="en-US" altLang="zh-TW" sz="3000" b="1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3000"/>
              </a:spcAft>
              <a:buFont typeface="Wingdings 3" panose="05040102010807070707" pitchFamily="18" charset="2"/>
              <a:buNone/>
              <a:defRPr/>
            </a:pP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於</a:t>
            </a:r>
            <a:r>
              <a:rPr lang="zh-TW" altLang="en-US" sz="3000" b="1" u="sng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教訓、督責、使人歸正、教導人學義</a:t>
            </a: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都是有益的，</a:t>
            </a:r>
            <a:endParaRPr lang="en-US" altLang="zh-TW" sz="3000" b="1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3000"/>
              </a:spcAft>
              <a:buFont typeface="Wingdings 3" panose="05040102010807070707" pitchFamily="18" charset="2"/>
              <a:buNone/>
              <a:defRPr/>
            </a:pP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叫屬上帝的人得以完全，預備行各樣的善事。</a:t>
            </a:r>
            <a:endParaRPr lang="en-US" altLang="zh-TW" sz="3000" b="1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0" indent="0" algn="r" eaLnBrk="1" hangingPunct="1">
              <a:spcBef>
                <a:spcPct val="0"/>
              </a:spcBef>
              <a:spcAft>
                <a:spcPts val="3000"/>
              </a:spcAft>
              <a:buNone/>
              <a:defRPr/>
            </a:pPr>
            <a:r>
              <a:rPr lang="en-US" altLang="zh-TW" sz="2000" b="1" dirty="0">
                <a:latin typeface="+mj-ea"/>
                <a:ea typeface="+mj-ea"/>
                <a:cs typeface="Times New Roman" panose="02020603050405020304" pitchFamily="18" charset="0"/>
              </a:rPr>
              <a:t>【</a:t>
            </a:r>
            <a:r>
              <a:rPr lang="zh-TW" altLang="en-US" sz="2000" b="1" dirty="0">
                <a:latin typeface="+mj-ea"/>
                <a:ea typeface="+mj-ea"/>
                <a:cs typeface="Times New Roman" panose="02020603050405020304" pitchFamily="18" charset="0"/>
              </a:rPr>
              <a:t>提摩太後書三 </a:t>
            </a:r>
            <a:r>
              <a:rPr lang="en-US" altLang="zh-TW" sz="2000" b="1" dirty="0">
                <a:latin typeface="+mj-ea"/>
                <a:ea typeface="+mj-ea"/>
                <a:cs typeface="Times New Roman" panose="02020603050405020304" pitchFamily="18" charset="0"/>
              </a:rPr>
              <a:t>16~17】</a:t>
            </a:r>
          </a:p>
          <a:p>
            <a:pPr marL="0" indent="0" eaLnBrk="1" hangingPunct="1">
              <a:spcBef>
                <a:spcPct val="0"/>
              </a:spcBef>
              <a:spcAft>
                <a:spcPts val="3000"/>
              </a:spcAft>
              <a:buFont typeface="Wingdings 3" panose="05040102010807070707" pitchFamily="18" charset="2"/>
              <a:buNone/>
              <a:defRPr/>
            </a:pPr>
            <a:endParaRPr lang="zh-TW" altLang="en-US" sz="3000" b="1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2F1AE87-19B0-EB3B-3814-34C991D69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1.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順服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FFF5C474-B1EB-9210-F683-E812D1DC388D}"/>
              </a:ext>
            </a:extLst>
          </p:cNvPr>
          <p:cNvSpPr txBox="1">
            <a:spLocks/>
          </p:cNvSpPr>
          <p:nvPr/>
        </p:nvSpPr>
        <p:spPr>
          <a:xfrm>
            <a:off x="2123728" y="205979"/>
            <a:ext cx="2520280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主的話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內容版面配置區 1">
            <a:extLst>
              <a:ext uri="{FF2B5EF4-FFF2-40B4-BE49-F238E27FC236}">
                <a16:creationId xmlns:a16="http://schemas.microsoft.com/office/drawing/2014/main" id="{B5F1253E-4035-1DC3-D836-9018ACC21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079528"/>
            <a:ext cx="86868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使徒行傳十三 </a:t>
            </a:r>
            <a:r>
              <a:rPr lang="en-US" altLang="zh-TW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2~3】</a:t>
            </a: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zh-TW" altLang="en-US" sz="30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他們事奉主、禁食的時候，</a:t>
            </a:r>
            <a:endParaRPr lang="en-US" altLang="zh-TW" sz="3000" b="1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zh-TW" altLang="en-US" sz="30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聖靈說：「</a:t>
            </a:r>
            <a:r>
              <a:rPr lang="zh-TW" altLang="en-US" sz="3000" b="1" u="sng" dirty="0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要為我分派巴拿巴和掃羅，去做我召他們所做的工。</a:t>
            </a:r>
            <a:r>
              <a:rPr lang="zh-TW" altLang="en-US" sz="30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」</a:t>
            </a:r>
            <a:endParaRPr lang="en-US" altLang="zh-TW" sz="3000" b="1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zh-TW" altLang="en-US" sz="30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於是禁食禱告，按手在他們頭上，就打發他們去了。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3FAE12B-C9C1-5501-B979-F2EE4A05F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23478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2.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順服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0DF2E821-0307-F965-54B3-5A2AB6E6DC41}"/>
              </a:ext>
            </a:extLst>
          </p:cNvPr>
          <p:cNvSpPr txBox="1">
            <a:spLocks/>
          </p:cNvSpPr>
          <p:nvPr/>
        </p:nvSpPr>
        <p:spPr>
          <a:xfrm>
            <a:off x="1918048" y="123478"/>
            <a:ext cx="3024336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聖靈的引導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內容版面配置區 1">
            <a:extLst>
              <a:ext uri="{FF2B5EF4-FFF2-40B4-BE49-F238E27FC236}">
                <a16:creationId xmlns:a16="http://schemas.microsoft.com/office/drawing/2014/main" id="{9B51E3F8-26FD-C155-AB90-82D054E98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buFont typeface="Wingdings 3" panose="05040102010807070707" pitchFamily="18" charset="2"/>
              <a:buNone/>
              <a:defRPr/>
            </a:pPr>
            <a:r>
              <a:rPr lang="en-US" altLang="zh-TW" sz="2400" b="1" dirty="0">
                <a:latin typeface="+mj-ea"/>
                <a:ea typeface="+mj-ea"/>
                <a:cs typeface="Times New Roman" panose="02020603050405020304" pitchFamily="18" charset="0"/>
              </a:rPr>
              <a:t>【</a:t>
            </a:r>
            <a:r>
              <a:rPr lang="zh-TW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羅馬書八 </a:t>
            </a:r>
            <a:r>
              <a:rPr lang="en-US" altLang="zh-TW" sz="2400" b="1" dirty="0">
                <a:latin typeface="+mj-ea"/>
                <a:ea typeface="+mj-ea"/>
                <a:cs typeface="Times New Roman" panose="02020603050405020304" pitchFamily="18" charset="0"/>
              </a:rPr>
              <a:t>5-6】</a:t>
            </a:r>
            <a:r>
              <a:rPr lang="en-US" altLang="zh-TW" sz="3000" b="1" dirty="0">
                <a:latin typeface="+mj-ea"/>
                <a:ea typeface="+mj-ea"/>
                <a:cs typeface="Times New Roman" panose="02020603050405020304" pitchFamily="18" charset="0"/>
              </a:rPr>
              <a:t>	</a:t>
            </a:r>
          </a:p>
          <a:p>
            <a:pPr marL="0" indent="0" eaLnBrk="1" hangingPunct="1">
              <a:spcBef>
                <a:spcPct val="0"/>
              </a:spcBef>
              <a:buFont typeface="Wingdings 3" panose="05040102010807070707" pitchFamily="18" charset="2"/>
              <a:buNone/>
              <a:defRPr/>
            </a:pP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因為，隨從肉體的人體貼肉體的事；</a:t>
            </a:r>
            <a:r>
              <a:rPr lang="zh-TW" altLang="en-US" sz="3000" b="1" u="sng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隨從聖靈的人體貼聖靈的事</a:t>
            </a: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。體貼肉體的，就是死；體貼聖靈的，乃是</a:t>
            </a:r>
            <a:r>
              <a:rPr lang="zh-TW" altLang="en-US" sz="3000" b="1" u="sng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生命</a:t>
            </a: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、</a:t>
            </a:r>
            <a:r>
              <a:rPr lang="zh-TW" altLang="en-US" sz="3000" b="1" u="sng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平安</a:t>
            </a: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7C097EB-04DA-A0BF-C8E0-7963EA524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2.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順服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7BB9BF07-3269-FC53-77DD-AAA785E53609}"/>
              </a:ext>
            </a:extLst>
          </p:cNvPr>
          <p:cNvSpPr txBox="1">
            <a:spLocks/>
          </p:cNvSpPr>
          <p:nvPr/>
        </p:nvSpPr>
        <p:spPr>
          <a:xfrm>
            <a:off x="2123728" y="205979"/>
            <a:ext cx="3024336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聖靈的引導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內容版面配置區 1">
            <a:extLst>
              <a:ext uri="{FF2B5EF4-FFF2-40B4-BE49-F238E27FC236}">
                <a16:creationId xmlns:a16="http://schemas.microsoft.com/office/drawing/2014/main" id="{4FD43DAB-9160-DBAC-839E-9EC77725D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哥林多前書十六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15~16】</a:t>
            </a: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弟兄們，你們曉得司提法那一家，是亞該亞初結的果子，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並且他們專以服事聖徒為念。我勸你們順服這樣的人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，並一切同工同勞的人。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9F9732E-D520-06E3-F2C1-3B3772526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3.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順服主所設立的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10412855-15F6-3F82-EAE6-31D905ECFFA3}"/>
              </a:ext>
            </a:extLst>
          </p:cNvPr>
          <p:cNvSpPr txBox="1">
            <a:spLocks/>
          </p:cNvSpPr>
          <p:nvPr/>
        </p:nvSpPr>
        <p:spPr>
          <a:xfrm>
            <a:off x="4716016" y="205979"/>
            <a:ext cx="3096344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屬靈權柄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內容版面配置區 1">
            <a:extLst>
              <a:ext uri="{FF2B5EF4-FFF2-40B4-BE49-F238E27FC236}">
                <a16:creationId xmlns:a16="http://schemas.microsoft.com/office/drawing/2014/main" id="{97C6A42E-9148-670F-73C9-329F9B37B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希伯來書十三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17】</a:t>
            </a:r>
            <a:r>
              <a:rPr lang="en-US" altLang="zh-TW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	</a:t>
            </a:r>
          </a:p>
          <a:p>
            <a:pPr marL="0" indent="0" eaLnBrk="1" hangingPunct="1"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你們要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依從那些引導你們的，且要順服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；因他們為你們的靈魂時刻警醒，好像那將來交帳的人。你們要使他們交的時候有快樂，不致憂愁；若憂愁就與你們無益了。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9D2F08BD-713F-FBFD-75B5-BBB9676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3.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順服主所設立的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320BEB9D-02AE-D0B4-D1EC-9BDCBF89A6BB}"/>
              </a:ext>
            </a:extLst>
          </p:cNvPr>
          <p:cNvSpPr txBox="1">
            <a:spLocks/>
          </p:cNvSpPr>
          <p:nvPr/>
        </p:nvSpPr>
        <p:spPr>
          <a:xfrm>
            <a:off x="4716016" y="205979"/>
            <a:ext cx="3096344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屬靈權柄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C78CB98D-9E3A-A971-664E-24B076A13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000099"/>
                </a:solidFill>
                <a:effectLst/>
              </a:rPr>
              <a:t>二、主設立屬靈權柄的目的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內容版面配置區 1">
            <a:extLst>
              <a:ext uri="{FF2B5EF4-FFF2-40B4-BE49-F238E27FC236}">
                <a16:creationId xmlns:a16="http://schemas.microsoft.com/office/drawing/2014/main" id="{F1B457CE-85E1-4145-5CC4-65ABA0B18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箴言四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11】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2800" b="1">
                <a:latin typeface="微軟正黑體" panose="020B0604030504040204" pitchFamily="34" charset="-120"/>
                <a:cs typeface="Times New Roman" panose="02020603050405020304" pitchFamily="18" charset="0"/>
              </a:rPr>
              <a:t>我已指教你走</a:t>
            </a:r>
            <a:r>
              <a:rPr lang="zh-TW" altLang="en-US" sz="28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智慧的道</a:t>
            </a:r>
            <a:r>
              <a:rPr lang="zh-TW" altLang="en-US" sz="2800" b="1">
                <a:latin typeface="微軟正黑體" panose="020B0604030504040204" pitchFamily="34" charset="-120"/>
                <a:cs typeface="Times New Roman" panose="02020603050405020304" pitchFamily="18" charset="0"/>
              </a:rPr>
              <a:t>，引導你行</a:t>
            </a:r>
            <a:r>
              <a:rPr lang="zh-TW" altLang="en-US" sz="28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正直的路</a:t>
            </a:r>
            <a:r>
              <a:rPr lang="zh-TW" altLang="en-US" sz="28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en-US" altLang="zh-TW" sz="2800" b="1">
              <a:latin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約翰福音二十一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18-19】</a:t>
            </a:r>
            <a:r>
              <a:rPr lang="en-US" altLang="zh-TW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	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28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「我實實在在地告訴你，</a:t>
            </a:r>
            <a:r>
              <a:rPr lang="zh-TW" altLang="en-US" sz="28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你年少的時候，自己束上帶子，隨意往來；但年老的時候，你要伸出手來，別人要把你束上，帶你到不願意去的地方。</a:t>
            </a:r>
            <a:r>
              <a:rPr lang="zh-TW" altLang="en-US" sz="28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」說了這話，就對他說：「你跟從我吧！」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F87FDB4-7867-242B-B869-FAF383A53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1.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為了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我們</a:t>
            </a: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0029B362-5912-DE07-FAEC-868FDD0B9C2F}"/>
              </a:ext>
            </a:extLst>
          </p:cNvPr>
          <p:cNvSpPr txBox="1">
            <a:spLocks/>
          </p:cNvSpPr>
          <p:nvPr/>
        </p:nvSpPr>
        <p:spPr>
          <a:xfrm>
            <a:off x="2051720" y="205979"/>
            <a:ext cx="1584176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引導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內容版面配置區 1">
            <a:extLst>
              <a:ext uri="{FF2B5EF4-FFF2-40B4-BE49-F238E27FC236}">
                <a16:creationId xmlns:a16="http://schemas.microsoft.com/office/drawing/2014/main" id="{6CDAA2BE-9377-BA84-DBDF-A92D4A0FC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以賽亞書四十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11】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他必像牧人牧養自己的羊羣，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用膀臂聚集羊羔抱在懷中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，慢慢引導那乳養小羊的。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94055C48-BFFB-AA68-033A-4DD6A9B19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2.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為了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我們</a:t>
            </a: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3542D7FF-AF50-EDED-3033-89A2CC5779C3}"/>
              </a:ext>
            </a:extLst>
          </p:cNvPr>
          <p:cNvSpPr txBox="1">
            <a:spLocks/>
          </p:cNvSpPr>
          <p:nvPr/>
        </p:nvSpPr>
        <p:spPr>
          <a:xfrm>
            <a:off x="2123728" y="205979"/>
            <a:ext cx="1512168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保護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內容版面配置區 1">
            <a:extLst>
              <a:ext uri="{FF2B5EF4-FFF2-40B4-BE49-F238E27FC236}">
                <a16:creationId xmlns:a16="http://schemas.microsoft.com/office/drawing/2014/main" id="{81699061-42A0-EACA-FEF6-C44779F3E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耶利米書二十三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4】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我必設立照管他們的牧人，牧養他們。他們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不再懼怕，不再驚惶，也不缺少一個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；這是耶和華說的。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B1E17D0-C6C3-250E-3123-E260761F3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3.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為了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我們</a:t>
            </a: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2E0F96BD-E243-A508-DE32-5A6C34829E48}"/>
              </a:ext>
            </a:extLst>
          </p:cNvPr>
          <p:cNvSpPr txBox="1">
            <a:spLocks/>
          </p:cNvSpPr>
          <p:nvPr/>
        </p:nvSpPr>
        <p:spPr>
          <a:xfrm>
            <a:off x="2123728" y="205979"/>
            <a:ext cx="1512168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牧養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內容版面配置區 1">
            <a:extLst>
              <a:ext uri="{FF2B5EF4-FFF2-40B4-BE49-F238E27FC236}">
                <a16:creationId xmlns:a16="http://schemas.microsoft.com/office/drawing/2014/main" id="{75C72C9E-9461-7D38-C013-546B8CDDD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使徒行傳二十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20】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你們也知道，凡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與你們有益的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，我沒有一樣避諱不說的，或在眾人面前，或在各人家裏，我都教導你們。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4D42BEA6-4EF0-2F72-C0BD-BD1803C9E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4.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為了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我們</a:t>
            </a: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5FCBF289-D978-A6FB-1014-F24ED5742858}"/>
              </a:ext>
            </a:extLst>
          </p:cNvPr>
          <p:cNvSpPr txBox="1">
            <a:spLocks/>
          </p:cNvSpPr>
          <p:nvPr/>
        </p:nvSpPr>
        <p:spPr>
          <a:xfrm>
            <a:off x="2123728" y="205979"/>
            <a:ext cx="1512168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教導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內容版面配置區 1">
            <a:extLst>
              <a:ext uri="{FF2B5EF4-FFF2-40B4-BE49-F238E27FC236}">
                <a16:creationId xmlns:a16="http://schemas.microsoft.com/office/drawing/2014/main" id="{050D89CA-BB93-3D2B-C4C6-E1C3A2F75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anose="05040102010807070707" pitchFamily="18" charset="2"/>
              <a:buNone/>
            </a:pPr>
            <a:endParaRPr lang="zh-TW" altLang="en-US" sz="3000" b="1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04FA2E4-CDB5-28F0-704C-074030EBA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000099"/>
                </a:solidFill>
                <a:effectLst/>
              </a:rPr>
              <a:t>三、聖經中順服屬靈權柄的榜樣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內容版面配置區 1">
            <a:extLst>
              <a:ext uri="{FF2B5EF4-FFF2-40B4-BE49-F238E27FC236}">
                <a16:creationId xmlns:a16="http://schemas.microsoft.com/office/drawing/2014/main" id="{EEC9BFB2-BC8A-257B-737D-533A845D9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馬可福音十四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36】</a:t>
            </a: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他說：「阿爸！父啊！在你凡事都能；求你將這杯撤去。然而，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不要從我的意思，只要從你的意思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。」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797152C-3E4A-99A2-AAD5-A8BDE7F31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1.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CB7BB51D-BAA0-BD1D-ED86-2909F6F9DEC1}"/>
              </a:ext>
            </a:extLst>
          </p:cNvPr>
          <p:cNvSpPr txBox="1">
            <a:spLocks/>
          </p:cNvSpPr>
          <p:nvPr/>
        </p:nvSpPr>
        <p:spPr>
          <a:xfrm>
            <a:off x="1043608" y="205979"/>
            <a:ext cx="2016224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耶穌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內容版面配置區 1">
            <a:extLst>
              <a:ext uri="{FF2B5EF4-FFF2-40B4-BE49-F238E27FC236}">
                <a16:creationId xmlns:a16="http://schemas.microsoft.com/office/drawing/2014/main" id="{C8A43EE2-AA01-C7CF-E526-D1E961988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撒母耳記上二十四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4~6】</a:t>
            </a: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zh-TW" altLang="en-US" sz="2800" b="1">
                <a:latin typeface="微軟正黑體" panose="020B0604030504040204" pitchFamily="34" charset="-120"/>
                <a:cs typeface="Times New Roman" panose="02020603050405020304" pitchFamily="18" charset="0"/>
              </a:rPr>
              <a:t>跟隨的人對大衛說：「耶和華曾應許你說：</a:t>
            </a:r>
            <a:r>
              <a:rPr lang="en-US" altLang="zh-TW" sz="28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『</a:t>
            </a:r>
            <a:r>
              <a:rPr lang="zh-TW" altLang="en-US" sz="2800" b="1">
                <a:latin typeface="微軟正黑體" panose="020B0604030504040204" pitchFamily="34" charset="-120"/>
                <a:cs typeface="Times New Roman" panose="02020603050405020304" pitchFamily="18" charset="0"/>
              </a:rPr>
              <a:t>我要將你的仇敵交在你手裏，你可以任意待他。</a:t>
            </a:r>
            <a:r>
              <a:rPr lang="en-US" altLang="zh-TW" sz="28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』</a:t>
            </a:r>
            <a:r>
              <a:rPr lang="zh-TW" altLang="en-US" sz="28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如今時候到了！」大衛就起來，悄悄地割下掃羅外袍的衣襟。隨後大衛心中自責，因為割下掃羅的衣襟；對跟隨他的人說：「</a:t>
            </a:r>
            <a:r>
              <a:rPr lang="zh-TW" altLang="en-US" sz="28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我的主乃是耶和華的受膏者，我在耶和華面前萬不敢伸手害他，因他是耶和華的受膏者。</a:t>
            </a:r>
            <a:r>
              <a:rPr lang="zh-TW" altLang="en-US" sz="28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」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8A7B163-1C5D-0B2C-2613-67EF0308E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2.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D3A089BD-431E-10DB-0A11-9520E7E00BCC}"/>
              </a:ext>
            </a:extLst>
          </p:cNvPr>
          <p:cNvSpPr txBox="1">
            <a:spLocks/>
          </p:cNvSpPr>
          <p:nvPr/>
        </p:nvSpPr>
        <p:spPr>
          <a:xfrm>
            <a:off x="1043608" y="205979"/>
            <a:ext cx="2016224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大衛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內容版面配置區 1">
            <a:extLst>
              <a:ext uri="{FF2B5EF4-FFF2-40B4-BE49-F238E27FC236}">
                <a16:creationId xmlns:a16="http://schemas.microsoft.com/office/drawing/2014/main" id="{3D9AE06F-1125-30C5-B015-F7D96EC62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  <a:defRPr/>
            </a:pPr>
            <a:r>
              <a:rPr lang="en-US" altLang="zh-TW" sz="2400" b="1" dirty="0">
                <a:latin typeface="+mj-ea"/>
                <a:ea typeface="+mj-ea"/>
                <a:cs typeface="Times New Roman" panose="02020603050405020304" pitchFamily="18" charset="0"/>
              </a:rPr>
              <a:t>【</a:t>
            </a:r>
            <a:r>
              <a:rPr lang="zh-TW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約書亞記十一 </a:t>
            </a:r>
            <a:r>
              <a:rPr lang="en-US" altLang="zh-TW" sz="2400" b="1" dirty="0">
                <a:latin typeface="+mj-ea"/>
                <a:ea typeface="+mj-ea"/>
                <a:cs typeface="Times New Roman" panose="02020603050405020304" pitchFamily="18" charset="0"/>
              </a:rPr>
              <a:t>15】</a:t>
            </a: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  <a:defRPr/>
            </a:pP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耶和華怎樣吩咐他僕人摩西，摩西就照樣吩咐約書亞，約書亞也照樣行。</a:t>
            </a:r>
            <a:r>
              <a:rPr lang="zh-TW" altLang="en-US" sz="3000" b="1" u="sng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凡耶和華所吩咐摩西的，約書亞沒有一件懈怠不行的</a:t>
            </a: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D34D17F-57FF-3580-EFF2-8C3A4C1A7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3.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B05ECE86-9AFF-4EDD-055F-D06BAC3E7832}"/>
              </a:ext>
            </a:extLst>
          </p:cNvPr>
          <p:cNvSpPr txBox="1">
            <a:spLocks/>
          </p:cNvSpPr>
          <p:nvPr/>
        </p:nvSpPr>
        <p:spPr>
          <a:xfrm>
            <a:off x="1043608" y="205979"/>
            <a:ext cx="2016224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約書亞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內容版面配置區 1">
            <a:extLst>
              <a:ext uri="{FF2B5EF4-FFF2-40B4-BE49-F238E27FC236}">
                <a16:creationId xmlns:a16="http://schemas.microsoft.com/office/drawing/2014/main" id="{649755D3-D303-AED4-0BBD-98C7A8D2F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以斯帖記四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14~16】</a:t>
            </a: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zh-TW" altLang="en-US" sz="2800" b="1">
                <a:latin typeface="微軟正黑體" panose="020B0604030504040204" pitchFamily="34" charset="-120"/>
                <a:cs typeface="Times New Roman" panose="02020603050405020304" pitchFamily="18" charset="0"/>
              </a:rPr>
              <a:t>此時你若閉口不言，猶大人必從別處得解脫，蒙拯救；你和你父家必致滅亡。焉知你得了王后的位分不是為現今的機會嗎？」以斯帖就吩咐人回報末底改說：「你當去招聚書珊城所有的猶大人，為我禁食三晝三夜，不吃不喝；</a:t>
            </a:r>
            <a:r>
              <a:rPr lang="zh-TW" altLang="en-US" sz="28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我和我的宮女也要這樣禁食。然後我違例進去見王，我若死就死吧！</a:t>
            </a:r>
            <a:r>
              <a:rPr lang="zh-TW" altLang="en-US" sz="28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」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0E358E1-0105-DB4E-FB33-EA0C30F76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4.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438092D4-F8BA-285C-698E-A3C1965038DC}"/>
              </a:ext>
            </a:extLst>
          </p:cNvPr>
          <p:cNvSpPr txBox="1">
            <a:spLocks/>
          </p:cNvSpPr>
          <p:nvPr/>
        </p:nvSpPr>
        <p:spPr>
          <a:xfrm>
            <a:off x="1043608" y="205979"/>
            <a:ext cx="2016224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以斯帖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132E1FD7-66D1-87D3-884E-CA9D8A8CD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000099"/>
                </a:solidFill>
                <a:effectLst/>
              </a:rPr>
              <a:t>四、無法順服屬靈權柄的原因？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內容版面配置區 1">
            <a:extLst>
              <a:ext uri="{FF2B5EF4-FFF2-40B4-BE49-F238E27FC236}">
                <a16:creationId xmlns:a16="http://schemas.microsoft.com/office/drawing/2014/main" id="{89B8DB4A-994F-126A-4BDF-F59AF72C4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民數記十六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12】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摩西打發人去召以利押的兒子大坍、亞比蘭。他們說：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「我們不上去！」</a:t>
            </a:r>
            <a:endParaRPr lang="zh-TW" altLang="en-US" sz="3000" b="1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4F15DC8F-AC52-71A7-EC99-9D75510E2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1.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的心態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326ED669-332A-CA0A-42CF-C92E59F70FF9}"/>
              </a:ext>
            </a:extLst>
          </p:cNvPr>
          <p:cNvSpPr txBox="1">
            <a:spLocks/>
          </p:cNvSpPr>
          <p:nvPr/>
        </p:nvSpPr>
        <p:spPr>
          <a:xfrm>
            <a:off x="1043608" y="205979"/>
            <a:ext cx="2592288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不以為然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內容版面配置區 1">
            <a:extLst>
              <a:ext uri="{FF2B5EF4-FFF2-40B4-BE49-F238E27FC236}">
                <a16:creationId xmlns:a16="http://schemas.microsoft.com/office/drawing/2014/main" id="{8CC4F26F-C23D-12F9-D0E1-EF3BF9670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羅馬書八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7】</a:t>
            </a:r>
          </a:p>
          <a:p>
            <a:pPr marL="0" indent="0" eaLnBrk="1" hangingPunct="1">
              <a:spcBef>
                <a:spcPct val="0"/>
              </a:spcBef>
              <a:spcAft>
                <a:spcPts val="30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原來體貼肉體的，就是與上帝為仇；因為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不服上帝的律法，也是不能服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。	</a:t>
            </a: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申命記九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24】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自從我認識你們以來，你們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常常悖逆耶和華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。	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AD48361-9126-B792-C381-9EF6F5F28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2.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的慣性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2F449480-F90C-CCEA-CC18-3D70DE1ACA02}"/>
              </a:ext>
            </a:extLst>
          </p:cNvPr>
          <p:cNvSpPr txBox="1">
            <a:spLocks/>
          </p:cNvSpPr>
          <p:nvPr/>
        </p:nvSpPr>
        <p:spPr>
          <a:xfrm>
            <a:off x="1043608" y="205979"/>
            <a:ext cx="1584176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悖逆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內容版面配置區 1">
            <a:extLst>
              <a:ext uri="{FF2B5EF4-FFF2-40B4-BE49-F238E27FC236}">
                <a16:creationId xmlns:a16="http://schemas.microsoft.com/office/drawing/2014/main" id="{48E9CCB4-22D2-05A7-5A0A-98E6B35F0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哥林多前書六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7~8】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你們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彼此告狀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，這已經是你們的大錯了。為甚麼不情願受欺呢？為甚麼不情願吃虧呢？你們倒是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欺壓人、虧負人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，況且所欺壓所虧負的就是弟兄。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6BFD9AE-749D-0E1B-7F34-4C77E8127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3.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負面經歷造成的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626708D1-078A-AAFA-2E78-48B3978C0730}"/>
              </a:ext>
            </a:extLst>
          </p:cNvPr>
          <p:cNvSpPr txBox="1">
            <a:spLocks/>
          </p:cNvSpPr>
          <p:nvPr/>
        </p:nvSpPr>
        <p:spPr>
          <a:xfrm>
            <a:off x="4644008" y="205979"/>
            <a:ext cx="1656184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傷害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內容版面配置區 1">
            <a:extLst>
              <a:ext uri="{FF2B5EF4-FFF2-40B4-BE49-F238E27FC236}">
                <a16:creationId xmlns:a16="http://schemas.microsoft.com/office/drawing/2014/main" id="{F00E7D8E-32F3-C81A-035E-E967B8AC6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民數記十二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1~2】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摩西娶了古實女子為妻。米利暗和亞倫因他所娶的古實女子就毀謗他，說：「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難道耶和華單與摩西說話，不也與我們說話嗎？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」這話耶和華聽見了。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AB5B899-8B0B-5AB7-5A31-985A5C6B1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4.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心中的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3F2584AC-5520-9BCF-C01D-BC695A205AA6}"/>
              </a:ext>
            </a:extLst>
          </p:cNvPr>
          <p:cNvSpPr txBox="1">
            <a:spLocks/>
          </p:cNvSpPr>
          <p:nvPr/>
        </p:nvSpPr>
        <p:spPr>
          <a:xfrm>
            <a:off x="2627784" y="205979"/>
            <a:ext cx="1512168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驕傲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9A0E45F3-19EC-916A-58BC-A370108CC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000099"/>
                </a:solidFill>
                <a:effectLst/>
              </a:rPr>
              <a:t>五、如何順服屬靈的權柄？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內容版面配置區 1">
            <a:extLst>
              <a:ext uri="{FF2B5EF4-FFF2-40B4-BE49-F238E27FC236}">
                <a16:creationId xmlns:a16="http://schemas.microsoft.com/office/drawing/2014/main" id="{1CB47CAC-E9ED-46C2-C61C-E86F7B41E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腓立比書一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3~5】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我每逢想念你們，就感謝我的上帝；每逢為你們眾人祈求的時候，常是歡歡喜喜地祈求。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因為從頭一天直到如今，你們是同心合意地興旺福音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4F9C8D6-8A79-5155-6768-FBA042B12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1.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教會的使命與異象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FC61FC8C-0328-6AFE-06EC-8891DA8A1986}"/>
              </a:ext>
            </a:extLst>
          </p:cNvPr>
          <p:cNvSpPr txBox="1">
            <a:spLocks/>
          </p:cNvSpPr>
          <p:nvPr/>
        </p:nvSpPr>
        <p:spPr>
          <a:xfrm>
            <a:off x="1043608" y="205979"/>
            <a:ext cx="1512168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跟隨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內容版面配置區 1">
            <a:extLst>
              <a:ext uri="{FF2B5EF4-FFF2-40B4-BE49-F238E27FC236}">
                <a16:creationId xmlns:a16="http://schemas.microsoft.com/office/drawing/2014/main" id="{3DBBB657-6286-3B56-4809-3B4ABB7E1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35125"/>
            <a:ext cx="8229600" cy="3508375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提摩太後書二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2】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你在許多見證人面前聽見我所教訓的，也要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交託那忠心能教導別人的人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0B8587E-3FE8-5EDA-84E5-2BC3D99BD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857250"/>
          </a:xfrm>
        </p:spPr>
        <p:txBody>
          <a:bodyPr anchor="t">
            <a:noAutofit/>
            <a:sp3d prstMaterial="softEdge"/>
          </a:bodyPr>
          <a:lstStyle/>
          <a:p>
            <a:pPr marL="540000" indent="-540000"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2.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屬靈領袖在真理上的教導與帶領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F948FD85-78FF-F1E9-DBCF-B884B94ABF38}"/>
              </a:ext>
            </a:extLst>
          </p:cNvPr>
          <p:cNvSpPr txBox="1">
            <a:spLocks/>
          </p:cNvSpPr>
          <p:nvPr/>
        </p:nvSpPr>
        <p:spPr>
          <a:xfrm>
            <a:off x="1043608" y="205979"/>
            <a:ext cx="1512168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接受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內容版面配置區 1">
            <a:extLst>
              <a:ext uri="{FF2B5EF4-FFF2-40B4-BE49-F238E27FC236}">
                <a16:creationId xmlns:a16="http://schemas.microsoft.com/office/drawing/2014/main" id="{BA9DAD65-4990-7AF8-9129-136BA6A74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創世記二十四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48~49】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隨後我低頭向耶和華下拜，稱頌耶和華─我主人亞伯拉罕的上帝；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因為他引導我走合式的道路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，使我得著我主人兄弟的孫女，給我主人的兒子為妻。現在你們若願以慈愛誠實待我主人，就告訴我；若不然，也告訴我，使我可以或向左，或向右。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2F50BC5-47EB-D42B-88CE-FEC70C61B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3.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完成任務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6DE18C6F-B38B-E307-10C3-1815A3028851}"/>
              </a:ext>
            </a:extLst>
          </p:cNvPr>
          <p:cNvSpPr txBox="1">
            <a:spLocks/>
          </p:cNvSpPr>
          <p:nvPr/>
        </p:nvSpPr>
        <p:spPr>
          <a:xfrm>
            <a:off x="1043608" y="205979"/>
            <a:ext cx="2088232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忠心地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C63C684B-ED93-EB7E-1E9F-CF609F0B2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000099"/>
                </a:solidFill>
                <a:effectLst/>
              </a:rPr>
              <a:t>六、順服帶來哪些祝福？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內容版面配置區 1">
            <a:extLst>
              <a:ext uri="{FF2B5EF4-FFF2-40B4-BE49-F238E27FC236}">
                <a16:creationId xmlns:a16="http://schemas.microsoft.com/office/drawing/2014/main" id="{4D9C823D-CAEA-77A5-3858-7E13C373F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希伯來書十一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7】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挪亞因著信，既蒙上帝指示他未見的事，動了敬畏的心，預備了一隻方舟，使他全家得救。因此就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定了那世代的罪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，自己也承受了那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從信而來的義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8EB897D-09D0-EEF3-DAE6-E4B5C604A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1.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被上帝大大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A28FE74F-64D1-778B-BE73-941F1DB4385E}"/>
              </a:ext>
            </a:extLst>
          </p:cNvPr>
          <p:cNvSpPr txBox="1">
            <a:spLocks/>
          </p:cNvSpPr>
          <p:nvPr/>
        </p:nvSpPr>
        <p:spPr>
          <a:xfrm>
            <a:off x="3635896" y="205979"/>
            <a:ext cx="1584176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肯定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內容版面配置區 1">
            <a:extLst>
              <a:ext uri="{FF2B5EF4-FFF2-40B4-BE49-F238E27FC236}">
                <a16:creationId xmlns:a16="http://schemas.microsoft.com/office/drawing/2014/main" id="{79252F33-7BE1-56AC-ADA1-20A285D87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  <a:defRPr/>
            </a:pPr>
            <a:r>
              <a:rPr lang="en-US" altLang="zh-TW" sz="2400" b="1" dirty="0">
                <a:latin typeface="+mj-ea"/>
                <a:ea typeface="+mj-ea"/>
                <a:cs typeface="Times New Roman" panose="02020603050405020304" pitchFamily="18" charset="0"/>
              </a:rPr>
              <a:t>【</a:t>
            </a:r>
            <a:r>
              <a:rPr lang="zh-TW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約書亞記十一 </a:t>
            </a:r>
            <a:r>
              <a:rPr lang="en-US" altLang="zh-TW" sz="2400" b="1" dirty="0">
                <a:latin typeface="+mj-ea"/>
                <a:ea typeface="+mj-ea"/>
                <a:cs typeface="Times New Roman" panose="02020603050405020304" pitchFamily="18" charset="0"/>
              </a:rPr>
              <a:t>15】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  <a:defRPr/>
            </a:pP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耶和華怎樣吩咐他僕人摩西，摩西就照樣吩咐約書亞，約書亞也照樣行。</a:t>
            </a:r>
            <a:r>
              <a:rPr lang="zh-TW" altLang="en-US" sz="3000" b="1" u="sng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凡耶和華所吩咐摩西的，約書亞沒有一件懈怠不行的</a:t>
            </a: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8568980D-3845-C792-1759-9369B0EA9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2.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被上帝大大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276E2B8B-A229-8171-BD9C-2E27E0C08F0F}"/>
              </a:ext>
            </a:extLst>
          </p:cNvPr>
          <p:cNvSpPr txBox="1">
            <a:spLocks/>
          </p:cNvSpPr>
          <p:nvPr/>
        </p:nvSpPr>
        <p:spPr>
          <a:xfrm>
            <a:off x="3635896" y="205979"/>
            <a:ext cx="1584176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使用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內容版面配置區 1">
            <a:extLst>
              <a:ext uri="{FF2B5EF4-FFF2-40B4-BE49-F238E27FC236}">
                <a16:creationId xmlns:a16="http://schemas.microsoft.com/office/drawing/2014/main" id="{B4C446C5-045B-40E7-6ED9-32D3D44E1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創世記二十二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17~18】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論福，我必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賜大福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給你；論子孫，我必叫你的子孫多起來，如同天上的星，海邊的沙。你子孫必得着仇敵的城門，並且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地上萬國都必因你的後裔得福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，因為你聽從了我的話。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8FB1FDC-7340-7F18-2FFE-8964D840D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3.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被上帝大大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3CF2D9C5-9F52-C2C2-5B2D-771A99560FC5}"/>
              </a:ext>
            </a:extLst>
          </p:cNvPr>
          <p:cNvSpPr txBox="1">
            <a:spLocks/>
          </p:cNvSpPr>
          <p:nvPr/>
        </p:nvSpPr>
        <p:spPr>
          <a:xfrm>
            <a:off x="3635896" y="205979"/>
            <a:ext cx="1584176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賞賜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內容版面配置區 1">
            <a:extLst>
              <a:ext uri="{FF2B5EF4-FFF2-40B4-BE49-F238E27FC236}">
                <a16:creationId xmlns:a16="http://schemas.microsoft.com/office/drawing/2014/main" id="{C24F0D76-BFED-1138-576E-CB1F44843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  <a:defRPr/>
            </a:pPr>
            <a:r>
              <a:rPr lang="en-US" altLang="zh-TW" sz="2400" b="1" dirty="0">
                <a:latin typeface="+mj-ea"/>
                <a:ea typeface="+mj-ea"/>
                <a:cs typeface="Times New Roman" panose="02020603050405020304" pitchFamily="18" charset="0"/>
              </a:rPr>
              <a:t>【</a:t>
            </a:r>
            <a:r>
              <a:rPr lang="zh-TW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約翰福音十四 </a:t>
            </a:r>
            <a:r>
              <a:rPr lang="en-US" altLang="zh-TW" sz="2400" b="1" dirty="0">
                <a:latin typeface="+mj-ea"/>
                <a:ea typeface="+mj-ea"/>
                <a:cs typeface="Times New Roman" panose="02020603050405020304" pitchFamily="18" charset="0"/>
              </a:rPr>
              <a:t>21】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  <a:defRPr/>
            </a:pP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有了我的命令又遵守的，這人就是愛我的；</a:t>
            </a:r>
            <a:r>
              <a:rPr lang="zh-TW" altLang="en-US" sz="3000" b="1" u="sng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愛我的必蒙我父愛他，我也要愛他，並且要向他顯現</a:t>
            </a: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A71CFDB-057E-9FAD-DD7D-D168C0BD1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4.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被上帝大大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9BEFBA09-11B0-4223-A61E-6D393A2BEA28}"/>
              </a:ext>
            </a:extLst>
          </p:cNvPr>
          <p:cNvSpPr txBox="1">
            <a:spLocks/>
          </p:cNvSpPr>
          <p:nvPr/>
        </p:nvSpPr>
        <p:spPr>
          <a:xfrm>
            <a:off x="3635896" y="205979"/>
            <a:ext cx="1584176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悅納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4A83EFA2-CB8B-9D3B-B503-0853F0797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2900363"/>
          </a:xfrm>
        </p:spPr>
        <p:txBody>
          <a:bodyPr>
            <a:noAutofit/>
          </a:bodyPr>
          <a:lstStyle/>
          <a:p>
            <a:pPr marL="358775" indent="-358775" eaLnBrk="1" hangingPunct="1">
              <a:spcBef>
                <a:spcPct val="0"/>
              </a:spcBef>
              <a:spcAft>
                <a:spcPts val="3600"/>
              </a:spcAft>
              <a:buFont typeface="Wingdings 3" panose="05040102010807070707" pitchFamily="18" charset="2"/>
              <a:buNone/>
            </a:pPr>
            <a:r>
              <a:rPr lang="en-US" altLang="zh-TW" sz="3200" b="1">
                <a:latin typeface="微軟正黑體" panose="020B0604030504040204" pitchFamily="34" charset="-120"/>
                <a:cs typeface="Times New Roman" panose="02020603050405020304" pitchFamily="18" charset="0"/>
              </a:rPr>
              <a:t>1.</a:t>
            </a:r>
            <a:r>
              <a:rPr lang="zh-TW" altLang="en-US" sz="32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在教會中，誰是你順服屬靈權柄的榜樣？為什麼？	</a:t>
            </a:r>
          </a:p>
          <a:p>
            <a:pPr marL="358775" indent="-358775" eaLnBrk="1" hangingPunct="1">
              <a:spcBef>
                <a:spcPct val="0"/>
              </a:spcBef>
              <a:spcAft>
                <a:spcPts val="3600"/>
              </a:spcAft>
              <a:buFont typeface="Wingdings 3" panose="05040102010807070707" pitchFamily="18" charset="2"/>
              <a:buNone/>
            </a:pPr>
            <a:r>
              <a:rPr lang="en-US" altLang="zh-TW" sz="3200" b="1">
                <a:latin typeface="微軟正黑體" panose="020B0604030504040204" pitchFamily="34" charset="-120"/>
                <a:cs typeface="Times New Roman" panose="02020603050405020304" pitchFamily="18" charset="0"/>
              </a:rPr>
              <a:t>2.</a:t>
            </a:r>
            <a:r>
              <a:rPr lang="zh-TW" altLang="en-US" sz="3200" b="1">
                <a:latin typeface="微軟正黑體" panose="020B0604030504040204" pitchFamily="34" charset="-120"/>
                <a:cs typeface="Times New Roman" panose="02020603050405020304" pitchFamily="18" charset="0"/>
              </a:rPr>
              <a:t>你認為一個人剛信主在順服屬靈權柄時，會有什麼困難？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A12CED3-CA20-AD93-90BD-12554DF94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000099"/>
                </a:solidFill>
                <a:effectLst/>
              </a:rPr>
              <a:t>討論題目：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1">
            <a:extLst>
              <a:ext uri="{FF2B5EF4-FFF2-40B4-BE49-F238E27FC236}">
                <a16:creationId xmlns:a16="http://schemas.microsoft.com/office/drawing/2014/main" id="{C3A4D64B-EFEB-3CCB-1C9A-5243631F07C0}"/>
              </a:ext>
            </a:extLst>
          </p:cNvPr>
          <p:cNvSpPr txBox="1">
            <a:spLocks/>
          </p:cNvSpPr>
          <p:nvPr/>
        </p:nvSpPr>
        <p:spPr bwMode="auto">
          <a:xfrm>
            <a:off x="324745" y="656915"/>
            <a:ext cx="8704052" cy="455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65125" indent="-255588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0713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58775" indent="-358775">
              <a:buNone/>
            </a:pPr>
            <a:r>
              <a:rPr kumimoji="0" lang="zh-TW" altLang="en-US" sz="3200" b="1">
                <a:latin typeface="微軟正黑體"/>
                <a:ea typeface="微軟正黑體"/>
                <a:cs typeface="Times New Roman"/>
              </a:rPr>
              <a:t>彼</a:t>
            </a:r>
            <a:r>
              <a:rPr kumimoji="0" lang="zh-TW" sz="3200" b="1">
                <a:latin typeface="微軟正黑體"/>
                <a:ea typeface="微軟正黑體"/>
                <a:cs typeface="Times New Roman"/>
              </a:rPr>
              <a:t>得、約翰說：聽從你們</a:t>
            </a:r>
            <a:r>
              <a:rPr kumimoji="0" lang="zh-TW" altLang="en-US" sz="3200" b="1">
                <a:latin typeface="微軟正黑體"/>
                <a:ea typeface="微軟正黑體"/>
                <a:cs typeface="Times New Roman"/>
              </a:rPr>
              <a:t>，不</a:t>
            </a:r>
            <a:r>
              <a:rPr kumimoji="0" lang="zh-TW" sz="3200" b="1">
                <a:latin typeface="微軟正黑體"/>
                <a:ea typeface="微軟正黑體"/>
                <a:cs typeface="Times New Roman"/>
              </a:rPr>
              <a:t>聽從神，這在神面前合理不合理，你們自己酌量吧！</a:t>
            </a:r>
            <a:br>
              <a:rPr kumimoji="0" lang="en-US" altLang="zh-TW" sz="3200" b="1" dirty="0">
                <a:latin typeface="微軟正黑體"/>
                <a:ea typeface="微軟正黑體"/>
                <a:cs typeface="Times New Roman"/>
              </a:rPr>
            </a:br>
            <a:r>
              <a:rPr kumimoji="0" lang="en-US" altLang="zh-TW" sz="3200" b="1" dirty="0">
                <a:latin typeface="微軟正黑體"/>
                <a:ea typeface="微軟正黑體"/>
                <a:cs typeface="Times New Roman"/>
              </a:rPr>
              <a:t>使 4:19</a:t>
            </a:r>
            <a:endParaRPr lang="zh-TW" altLang="en-US" sz="3200" b="1" dirty="0">
              <a:latin typeface="微軟正黑體"/>
              <a:ea typeface="微軟正黑體"/>
              <a:cs typeface="Times New Roman"/>
            </a:endParaRPr>
          </a:p>
        </p:txBody>
      </p:sp>
      <p:sp>
        <p:nvSpPr>
          <p:cNvPr id="9" name="內容版面配置區 1">
            <a:extLst>
              <a:ext uri="{FF2B5EF4-FFF2-40B4-BE49-F238E27FC236}">
                <a16:creationId xmlns:a16="http://schemas.microsoft.com/office/drawing/2014/main" id="{755B1B21-07C0-B97D-2314-0564D4E00958}"/>
              </a:ext>
            </a:extLst>
          </p:cNvPr>
          <p:cNvSpPr txBox="1">
            <a:spLocks/>
          </p:cNvSpPr>
          <p:nvPr/>
        </p:nvSpPr>
        <p:spPr bwMode="auto">
          <a:xfrm>
            <a:off x="374788" y="1602590"/>
            <a:ext cx="8704052" cy="1837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65125" indent="-255588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0713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58775" indent="-358775">
              <a:buNone/>
            </a:pPr>
            <a:endParaRPr lang="en-US" altLang="zh-TW" sz="3200" b="1" dirty="0">
              <a:latin typeface="微軟正黑體"/>
              <a:ea typeface="微軟正黑體"/>
              <a:cs typeface="Times New Roman"/>
            </a:endParaRPr>
          </a:p>
          <a:p>
            <a:pPr marL="358775" indent="-358775">
              <a:buNone/>
            </a:pPr>
            <a:endParaRPr kumimoji="0" lang="en-US" altLang="zh-TW" sz="3200" b="1" dirty="0">
              <a:latin typeface="微軟正黑體"/>
              <a:ea typeface="微軟正黑體"/>
              <a:cs typeface="Times New Roman"/>
            </a:endParaRPr>
          </a:p>
          <a:p>
            <a:pPr marL="358775" indent="-358775">
              <a:buNone/>
            </a:pPr>
            <a:r>
              <a:rPr kumimoji="0" lang="zh-TW" altLang="en-US" sz="3200" b="1">
                <a:latin typeface="微軟正黑體"/>
                <a:ea typeface="微軟正黑體"/>
                <a:cs typeface="Times New Roman"/>
              </a:rPr>
              <a:t>在上有權柄的，人人當順服他，因為沒有權柄不是出於神的。凡掌權的都是神所命的。</a:t>
            </a:r>
            <a:endParaRPr lang="en-US" altLang="zh-TW" sz="3200" b="1">
              <a:latin typeface="微軟正黑體"/>
              <a:ea typeface="微軟正黑體"/>
              <a:cs typeface="Times New Roman"/>
            </a:endParaRPr>
          </a:p>
          <a:p>
            <a:pPr marL="358775" indent="-358775">
              <a:buNone/>
            </a:pPr>
            <a:r>
              <a:rPr lang="zh-TW" altLang="en-US" sz="3200" b="1">
                <a:latin typeface="微軟正黑體"/>
                <a:ea typeface="微軟正黑體"/>
                <a:cs typeface="Times New Roman"/>
              </a:rPr>
              <a:t>羅 13:1</a:t>
            </a:r>
            <a:endParaRPr lang="zh-TW" altLang="en-US" sz="3200" b="1" dirty="0">
              <a:latin typeface="微軟正黑體"/>
              <a:ea typeface="微軟正黑體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9959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匯合">
  <a:themeElements>
    <a:clrScheme name="圖釘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匯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匯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>
    <a:txDef>
      <a:spPr/>
      <a:bodyPr vert="horz">
        <a:normAutofit/>
      </a:bodyPr>
      <a:lstStyle>
        <a:defPPr marL="0" indent="0">
          <a:spcBef>
            <a:spcPts val="0"/>
          </a:spcBef>
          <a:spcAft>
            <a:spcPts val="3600"/>
          </a:spcAft>
          <a:buClr>
            <a:srgbClr val="2DA2BF"/>
          </a:buClr>
          <a:buNone/>
          <a:defRPr sz="3600" b="1" dirty="0" smtClean="0">
            <a:solidFill>
              <a:srgbClr val="C00000"/>
            </a:solidFill>
            <a:latin typeface="+mn-ea"/>
            <a:cs typeface="Times New Roman" panose="02020603050405020304" pitchFamily="18" charset="0"/>
            <a:sym typeface="Wingdings"/>
          </a:defRPr>
        </a:defPPr>
      </a:lstStyle>
    </a:txDef>
  </a:objectDefaults>
  <a:extraClrSchemeLst/>
</a:theme>
</file>

<file path=ppt/theme/themeOverride1.xml><?xml version="1.0" encoding="utf-8"?>
<a:themeOverride xmlns:a="http://schemas.openxmlformats.org/drawingml/2006/main">
  <a:clrScheme name="圖釘">
    <a:dk1>
      <a:sysClr val="windowText" lastClr="000000"/>
    </a:dk1>
    <a:lt1>
      <a:sysClr val="window" lastClr="FFFFFF"/>
    </a:lt1>
    <a:dk2>
      <a:srgbClr val="465E9C"/>
    </a:dk2>
    <a:lt2>
      <a:srgbClr val="CCDDEA"/>
    </a:lt2>
    <a:accent1>
      <a:srgbClr val="FDA023"/>
    </a:accent1>
    <a:accent2>
      <a:srgbClr val="AA2B1E"/>
    </a:accent2>
    <a:accent3>
      <a:srgbClr val="71685C"/>
    </a:accent3>
    <a:accent4>
      <a:srgbClr val="64A73B"/>
    </a:accent4>
    <a:accent5>
      <a:srgbClr val="EB5605"/>
    </a:accent5>
    <a:accent6>
      <a:srgbClr val="B9CA1A"/>
    </a:accent6>
    <a:hlink>
      <a:srgbClr val="D83E2C"/>
    </a:hlink>
    <a:folHlink>
      <a:srgbClr val="ED7D27"/>
    </a:folHlink>
  </a:clrScheme>
</a:themeOverride>
</file>

<file path=ppt/theme/themeOverride2.xml><?xml version="1.0" encoding="utf-8"?>
<a:themeOverride xmlns:a="http://schemas.openxmlformats.org/drawingml/2006/main">
  <a:clrScheme name="圖釘">
    <a:dk1>
      <a:sysClr val="windowText" lastClr="000000"/>
    </a:dk1>
    <a:lt1>
      <a:sysClr val="window" lastClr="FFFFFF"/>
    </a:lt1>
    <a:dk2>
      <a:srgbClr val="465E9C"/>
    </a:dk2>
    <a:lt2>
      <a:srgbClr val="CCDDEA"/>
    </a:lt2>
    <a:accent1>
      <a:srgbClr val="FDA023"/>
    </a:accent1>
    <a:accent2>
      <a:srgbClr val="AA2B1E"/>
    </a:accent2>
    <a:accent3>
      <a:srgbClr val="71685C"/>
    </a:accent3>
    <a:accent4>
      <a:srgbClr val="64A73B"/>
    </a:accent4>
    <a:accent5>
      <a:srgbClr val="EB5605"/>
    </a:accent5>
    <a:accent6>
      <a:srgbClr val="B9CA1A"/>
    </a:accent6>
    <a:hlink>
      <a:srgbClr val="D83E2C"/>
    </a:hlink>
    <a:folHlink>
      <a:srgbClr val="ED7D27"/>
    </a:folHlink>
  </a:clrScheme>
</a:themeOverride>
</file>

<file path=ppt/theme/themeOverride3.xml><?xml version="1.0" encoding="utf-8"?>
<a:themeOverride xmlns:a="http://schemas.openxmlformats.org/drawingml/2006/main">
  <a:clrScheme name="圖釘">
    <a:dk1>
      <a:sysClr val="windowText" lastClr="000000"/>
    </a:dk1>
    <a:lt1>
      <a:sysClr val="window" lastClr="FFFFFF"/>
    </a:lt1>
    <a:dk2>
      <a:srgbClr val="465E9C"/>
    </a:dk2>
    <a:lt2>
      <a:srgbClr val="CCDDEA"/>
    </a:lt2>
    <a:accent1>
      <a:srgbClr val="FDA023"/>
    </a:accent1>
    <a:accent2>
      <a:srgbClr val="AA2B1E"/>
    </a:accent2>
    <a:accent3>
      <a:srgbClr val="71685C"/>
    </a:accent3>
    <a:accent4>
      <a:srgbClr val="64A73B"/>
    </a:accent4>
    <a:accent5>
      <a:srgbClr val="EB5605"/>
    </a:accent5>
    <a:accent6>
      <a:srgbClr val="B9CA1A"/>
    </a:accent6>
    <a:hlink>
      <a:srgbClr val="D83E2C"/>
    </a:hlink>
    <a:folHlink>
      <a:srgbClr val="ED7D27"/>
    </a:folHlink>
  </a:clrScheme>
</a:themeOverride>
</file>

<file path=ppt/theme/themeOverride4.xml><?xml version="1.0" encoding="utf-8"?>
<a:themeOverride xmlns:a="http://schemas.openxmlformats.org/drawingml/2006/main">
  <a:clrScheme name="圖釘">
    <a:dk1>
      <a:sysClr val="windowText" lastClr="000000"/>
    </a:dk1>
    <a:lt1>
      <a:sysClr val="window" lastClr="FFFFFF"/>
    </a:lt1>
    <a:dk2>
      <a:srgbClr val="465E9C"/>
    </a:dk2>
    <a:lt2>
      <a:srgbClr val="CCDDEA"/>
    </a:lt2>
    <a:accent1>
      <a:srgbClr val="FDA023"/>
    </a:accent1>
    <a:accent2>
      <a:srgbClr val="AA2B1E"/>
    </a:accent2>
    <a:accent3>
      <a:srgbClr val="71685C"/>
    </a:accent3>
    <a:accent4>
      <a:srgbClr val="64A73B"/>
    </a:accent4>
    <a:accent5>
      <a:srgbClr val="EB5605"/>
    </a:accent5>
    <a:accent6>
      <a:srgbClr val="B9CA1A"/>
    </a:accent6>
    <a:hlink>
      <a:srgbClr val="D83E2C"/>
    </a:hlink>
    <a:folHlink>
      <a:srgbClr val="ED7D2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1564</TotalTime>
  <Words>1745</Words>
  <Application>Microsoft Office PowerPoint</Application>
  <PresentationFormat>如螢幕大小 (16:9)</PresentationFormat>
  <Paragraphs>121</Paragraphs>
  <Slides>34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34</vt:i4>
      </vt:variant>
    </vt:vector>
  </HeadingPairs>
  <TitlesOfParts>
    <vt:vector size="42" baseType="lpstr">
      <vt:lpstr>微軟正黑體</vt:lpstr>
      <vt:lpstr>Arial</vt:lpstr>
      <vt:lpstr>Lucida Sans Unicode</vt:lpstr>
      <vt:lpstr>Times New Roman</vt:lpstr>
      <vt:lpstr>Verdana</vt:lpstr>
      <vt:lpstr>Wingdings 2</vt:lpstr>
      <vt:lpstr>Wingdings 3</vt:lpstr>
      <vt:lpstr>匯合</vt:lpstr>
      <vt:lpstr>第九課　從順服到蒙福</vt:lpstr>
      <vt:lpstr>PowerPoint 簡報</vt:lpstr>
      <vt:lpstr>一、主的門徒應當完全順服主</vt:lpstr>
      <vt:lpstr>1.順服　　　　　.</vt:lpstr>
      <vt:lpstr>2.順服　　　　　　.</vt:lpstr>
      <vt:lpstr>2.順服　　　　　　.</vt:lpstr>
      <vt:lpstr>3.順服主所設立的　　　　　　.</vt:lpstr>
      <vt:lpstr>3.順服主所設立的　　　　　　.</vt:lpstr>
      <vt:lpstr>二、主設立屬靈權柄的目的</vt:lpstr>
      <vt:lpstr>1.為了　　　我們</vt:lpstr>
      <vt:lpstr>2.為了　　　我們</vt:lpstr>
      <vt:lpstr>3.為了　　　我們</vt:lpstr>
      <vt:lpstr>4.為了　　　我們</vt:lpstr>
      <vt:lpstr>三、聖經中順服屬靈權柄的榜樣</vt:lpstr>
      <vt:lpstr>1.　　　　.</vt:lpstr>
      <vt:lpstr>2.　　　　.</vt:lpstr>
      <vt:lpstr>3.　　　　.</vt:lpstr>
      <vt:lpstr>4.　　　　.</vt:lpstr>
      <vt:lpstr>四、無法順服屬靈權柄的原因？</vt:lpstr>
      <vt:lpstr>1.　　　　　的心態</vt:lpstr>
      <vt:lpstr>2.　　　的慣性</vt:lpstr>
      <vt:lpstr>3.負面經歷造成的　　　.</vt:lpstr>
      <vt:lpstr>4.心中的　　　.</vt:lpstr>
      <vt:lpstr>五、如何順服屬靈的權柄？</vt:lpstr>
      <vt:lpstr>1.　　　教會的使命與異象</vt:lpstr>
      <vt:lpstr>2.　　　屬靈領袖在真理上的教導與帶領</vt:lpstr>
      <vt:lpstr>3.　　　　完成任務</vt:lpstr>
      <vt:lpstr>六、順服帶來哪些祝福？</vt:lpstr>
      <vt:lpstr>1.被上帝大大　　　.</vt:lpstr>
      <vt:lpstr>2.被上帝大大　　　.</vt:lpstr>
      <vt:lpstr>3.被上帝大大　　　.</vt:lpstr>
      <vt:lpstr>4.被上帝大大　　　.</vt:lpstr>
      <vt:lpstr>討論題目：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APPLE</dc:creator>
  <cp:lastModifiedBy>Walter Lu</cp:lastModifiedBy>
  <cp:revision>161</cp:revision>
  <dcterms:created xsi:type="dcterms:W3CDTF">2019-09-19T01:44:22Z</dcterms:created>
  <dcterms:modified xsi:type="dcterms:W3CDTF">2024-03-01T06:30:09Z</dcterms:modified>
</cp:coreProperties>
</file>