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notesMasterIdLst>
    <p:notesMasterId r:id="rId65"/>
  </p:notesMasterIdLst>
  <p:sldIdLst>
    <p:sldId id="256" r:id="rId2"/>
    <p:sldId id="257" r:id="rId3"/>
    <p:sldId id="414" r:id="rId4"/>
    <p:sldId id="302" r:id="rId5"/>
    <p:sldId id="417" r:id="rId6"/>
    <p:sldId id="427" r:id="rId7"/>
    <p:sldId id="428" r:id="rId8"/>
    <p:sldId id="429" r:id="rId9"/>
    <p:sldId id="430" r:id="rId10"/>
    <p:sldId id="416" r:id="rId11"/>
    <p:sldId id="431" r:id="rId12"/>
    <p:sldId id="432" r:id="rId13"/>
    <p:sldId id="433" r:id="rId14"/>
    <p:sldId id="434" r:id="rId15"/>
    <p:sldId id="435" r:id="rId16"/>
    <p:sldId id="436" r:id="rId17"/>
    <p:sldId id="437" r:id="rId18"/>
    <p:sldId id="438" r:id="rId19"/>
    <p:sldId id="415" r:id="rId20"/>
    <p:sldId id="409" r:id="rId21"/>
    <p:sldId id="375" r:id="rId22"/>
    <p:sldId id="372" r:id="rId23"/>
    <p:sldId id="440" r:id="rId24"/>
    <p:sldId id="353" r:id="rId25"/>
    <p:sldId id="374" r:id="rId26"/>
    <p:sldId id="364" r:id="rId27"/>
    <p:sldId id="441" r:id="rId28"/>
    <p:sldId id="368" r:id="rId29"/>
    <p:sldId id="288" r:id="rId30"/>
    <p:sldId id="476" r:id="rId31"/>
    <p:sldId id="471" r:id="rId32"/>
    <p:sldId id="473" r:id="rId33"/>
    <p:sldId id="475" r:id="rId34"/>
    <p:sldId id="474" r:id="rId35"/>
    <p:sldId id="472" r:id="rId36"/>
    <p:sldId id="467" r:id="rId37"/>
    <p:sldId id="442" r:id="rId38"/>
    <p:sldId id="444" r:id="rId39"/>
    <p:sldId id="445" r:id="rId40"/>
    <p:sldId id="446" r:id="rId41"/>
    <p:sldId id="447" r:id="rId42"/>
    <p:sldId id="448" r:id="rId43"/>
    <p:sldId id="449" r:id="rId44"/>
    <p:sldId id="450" r:id="rId45"/>
    <p:sldId id="451" r:id="rId46"/>
    <p:sldId id="452" r:id="rId47"/>
    <p:sldId id="453" r:id="rId48"/>
    <p:sldId id="454" r:id="rId49"/>
    <p:sldId id="455" r:id="rId50"/>
    <p:sldId id="456" r:id="rId51"/>
    <p:sldId id="457" r:id="rId52"/>
    <p:sldId id="458" r:id="rId53"/>
    <p:sldId id="459" r:id="rId54"/>
    <p:sldId id="460" r:id="rId55"/>
    <p:sldId id="461" r:id="rId56"/>
    <p:sldId id="462" r:id="rId57"/>
    <p:sldId id="463" r:id="rId58"/>
    <p:sldId id="464" r:id="rId59"/>
    <p:sldId id="465" r:id="rId60"/>
    <p:sldId id="468" r:id="rId61"/>
    <p:sldId id="469" r:id="rId62"/>
    <p:sldId id="470" r:id="rId63"/>
    <p:sldId id="466" r:id="rId64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3E123-FA9E-EB42-9833-ADA87A35AA53}" v="36" dt="2024-10-20T01:42:37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9" autoAdjust="0"/>
    <p:restoredTop sz="94694"/>
  </p:normalViewPr>
  <p:slideViewPr>
    <p:cSldViewPr>
      <p:cViewPr varScale="1">
        <p:scale>
          <a:sx n="158" d="100"/>
          <a:sy n="158" d="100"/>
        </p:scale>
        <p:origin x="192" y="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Lu" userId="6e55fa501f30df28" providerId="LiveId" clId="{9CB70C28-98BA-4750-BA27-10DD1166C0E1}"/>
    <pc:docChg chg="modSld">
      <pc:chgData name="Walter Lu" userId="6e55fa501f30df28" providerId="LiveId" clId="{9CB70C28-98BA-4750-BA27-10DD1166C0E1}" dt="2024-03-01T06:18:44.384" v="66" actId="1076"/>
      <pc:docMkLst>
        <pc:docMk/>
      </pc:docMkLst>
      <pc:sldChg chg="delSp">
        <pc:chgData name="Walter Lu" userId="6e55fa501f30df28" providerId="LiveId" clId="{9CB70C28-98BA-4750-BA27-10DD1166C0E1}" dt="2024-03-01T06:13:58.411" v="0" actId="478"/>
        <pc:sldMkLst>
          <pc:docMk/>
          <pc:sldMk cId="0" sldId="256"/>
        </pc:sldMkLst>
        <pc:spChg chg="del">
          <ac:chgData name="Walter Lu" userId="6e55fa501f30df28" providerId="LiveId" clId="{9CB70C28-98BA-4750-BA27-10DD1166C0E1}" dt="2024-03-01T06:13:58.411" v="0" actId="478"/>
          <ac:spMkLst>
            <pc:docMk/>
            <pc:sldMk cId="0" sldId="256"/>
            <ac:spMk id="13314" creationId="{47D7CE82-108F-384E-8C7B-FB33902F4F7B}"/>
          </ac:spMkLst>
        </pc:spChg>
      </pc:sldChg>
      <pc:sldChg chg="modSp mod">
        <pc:chgData name="Walter Lu" userId="6e55fa501f30df28" providerId="LiveId" clId="{9CB70C28-98BA-4750-BA27-10DD1166C0E1}" dt="2024-03-01T06:14:09.781" v="4" actId="20577"/>
        <pc:sldMkLst>
          <pc:docMk/>
          <pc:sldMk cId="0" sldId="257"/>
        </pc:sldMkLst>
        <pc:spChg chg="mod">
          <ac:chgData name="Walter Lu" userId="6e55fa501f30df28" providerId="LiveId" clId="{9CB70C28-98BA-4750-BA27-10DD1166C0E1}" dt="2024-03-01T06:14:09.781" v="4" actId="20577"/>
          <ac:spMkLst>
            <pc:docMk/>
            <pc:sldMk cId="0" sldId="257"/>
            <ac:spMk id="14337" creationId="{73AC3E47-C44C-C04E-9752-C8E1A08D3B81}"/>
          </ac:spMkLst>
        </pc:spChg>
      </pc:sldChg>
      <pc:sldChg chg="modSp mod">
        <pc:chgData name="Walter Lu" userId="6e55fa501f30df28" providerId="LiveId" clId="{9CB70C28-98BA-4750-BA27-10DD1166C0E1}" dt="2024-03-01T06:18:44.384" v="66" actId="1076"/>
        <pc:sldMkLst>
          <pc:docMk/>
          <pc:sldMk cId="0" sldId="288"/>
        </pc:sldMkLst>
        <pc:spChg chg="mod">
          <ac:chgData name="Walter Lu" userId="6e55fa501f30df28" providerId="LiveId" clId="{9CB70C28-98BA-4750-BA27-10DD1166C0E1}" dt="2024-03-01T06:18:44.384" v="66" actId="1076"/>
          <ac:spMkLst>
            <pc:docMk/>
            <pc:sldMk cId="0" sldId="288"/>
            <ac:spMk id="3" creationId="{DD1D38E8-317B-814C-B547-4D121FB23EC3}"/>
          </ac:spMkLst>
        </pc:spChg>
        <pc:spChg chg="mod">
          <ac:chgData name="Walter Lu" userId="6e55fa501f30df28" providerId="LiveId" clId="{9CB70C28-98BA-4750-BA27-10DD1166C0E1}" dt="2024-03-01T06:18:42.670" v="65" actId="1076"/>
          <ac:spMkLst>
            <pc:docMk/>
            <pc:sldMk cId="0" sldId="288"/>
            <ac:spMk id="41985" creationId="{B383B1FB-CF01-6340-BB36-0A66F64B05CF}"/>
          </ac:spMkLst>
        </pc:spChg>
      </pc:sldChg>
      <pc:sldChg chg="modSp mod">
        <pc:chgData name="Walter Lu" userId="6e55fa501f30df28" providerId="LiveId" clId="{9CB70C28-98BA-4750-BA27-10DD1166C0E1}" dt="2024-03-01T06:16:46.380" v="42" actId="2711"/>
        <pc:sldMkLst>
          <pc:docMk/>
          <pc:sldMk cId="0" sldId="353"/>
        </pc:sldMkLst>
        <pc:spChg chg="mod">
          <ac:chgData name="Walter Lu" userId="6e55fa501f30df28" providerId="LiveId" clId="{9CB70C28-98BA-4750-BA27-10DD1166C0E1}" dt="2024-03-01T06:16:46.380" v="42" actId="2711"/>
          <ac:spMkLst>
            <pc:docMk/>
            <pc:sldMk cId="0" sldId="353"/>
            <ac:spMk id="36865" creationId="{F5853535-7814-6140-9233-237AAE460091}"/>
          </ac:spMkLst>
        </pc:spChg>
      </pc:sldChg>
      <pc:sldChg chg="modSp mod">
        <pc:chgData name="Walter Lu" userId="6e55fa501f30df28" providerId="LiveId" clId="{9CB70C28-98BA-4750-BA27-10DD1166C0E1}" dt="2024-03-01T06:17:12.781" v="52" actId="14100"/>
        <pc:sldMkLst>
          <pc:docMk/>
          <pc:sldMk cId="0" sldId="364"/>
        </pc:sldMkLst>
        <pc:spChg chg="mod">
          <ac:chgData name="Walter Lu" userId="6e55fa501f30df28" providerId="LiveId" clId="{9CB70C28-98BA-4750-BA27-10DD1166C0E1}" dt="2024-03-01T06:17:12.781" v="52" actId="14100"/>
          <ac:spMkLst>
            <pc:docMk/>
            <pc:sldMk cId="0" sldId="364"/>
            <ac:spMk id="38913" creationId="{67C0FD23-6641-6F41-A3E8-39D80655743A}"/>
          </ac:spMkLst>
        </pc:spChg>
      </pc:sldChg>
      <pc:sldChg chg="modSp mod">
        <pc:chgData name="Walter Lu" userId="6e55fa501f30df28" providerId="LiveId" clId="{9CB70C28-98BA-4750-BA27-10DD1166C0E1}" dt="2024-03-01T06:18:35.021" v="63" actId="1076"/>
        <pc:sldMkLst>
          <pc:docMk/>
          <pc:sldMk cId="0" sldId="368"/>
        </pc:sldMkLst>
        <pc:spChg chg="mod">
          <ac:chgData name="Walter Lu" userId="6e55fa501f30df28" providerId="LiveId" clId="{9CB70C28-98BA-4750-BA27-10DD1166C0E1}" dt="2024-03-01T06:18:35.021" v="63" actId="1076"/>
          <ac:spMkLst>
            <pc:docMk/>
            <pc:sldMk cId="0" sldId="368"/>
            <ac:spMk id="40961" creationId="{B9B7E2B7-AD2D-2646-BBC3-E246CB571911}"/>
          </ac:spMkLst>
        </pc:spChg>
      </pc:sldChg>
      <pc:sldChg chg="modSp mod">
        <pc:chgData name="Walter Lu" userId="6e55fa501f30df28" providerId="LiveId" clId="{9CB70C28-98BA-4750-BA27-10DD1166C0E1}" dt="2024-03-01T06:16:28.092" v="40" actId="6549"/>
        <pc:sldMkLst>
          <pc:docMk/>
          <pc:sldMk cId="0" sldId="372"/>
        </pc:sldMkLst>
        <pc:spChg chg="mod">
          <ac:chgData name="Walter Lu" userId="6e55fa501f30df28" providerId="LiveId" clId="{9CB70C28-98BA-4750-BA27-10DD1166C0E1}" dt="2024-03-01T06:16:28.092" v="40" actId="6549"/>
          <ac:spMkLst>
            <pc:docMk/>
            <pc:sldMk cId="0" sldId="372"/>
            <ac:spMk id="34817" creationId="{0A7659F9-B1A9-2240-960B-8C94819ED46E}"/>
          </ac:spMkLst>
        </pc:spChg>
      </pc:sldChg>
      <pc:sldChg chg="modSp mod">
        <pc:chgData name="Walter Lu" userId="6e55fa501f30df28" providerId="LiveId" clId="{9CB70C28-98BA-4750-BA27-10DD1166C0E1}" dt="2024-03-01T06:16:59.511" v="47" actId="20577"/>
        <pc:sldMkLst>
          <pc:docMk/>
          <pc:sldMk cId="0" sldId="374"/>
        </pc:sldMkLst>
        <pc:spChg chg="mod">
          <ac:chgData name="Walter Lu" userId="6e55fa501f30df28" providerId="LiveId" clId="{9CB70C28-98BA-4750-BA27-10DD1166C0E1}" dt="2024-03-01T06:16:59.511" v="47" actId="20577"/>
          <ac:spMkLst>
            <pc:docMk/>
            <pc:sldMk cId="0" sldId="374"/>
            <ac:spMk id="37889" creationId="{2CE2D467-B4AF-AC47-BB24-C77F769B7060}"/>
          </ac:spMkLst>
        </pc:spChg>
      </pc:sldChg>
      <pc:sldChg chg="modSp mod">
        <pc:chgData name="Walter Lu" userId="6e55fa501f30df28" providerId="LiveId" clId="{9CB70C28-98BA-4750-BA27-10DD1166C0E1}" dt="2024-03-01T06:16:05.075" v="27" actId="14100"/>
        <pc:sldMkLst>
          <pc:docMk/>
          <pc:sldMk cId="0" sldId="375"/>
        </pc:sldMkLst>
        <pc:spChg chg="mod">
          <ac:chgData name="Walter Lu" userId="6e55fa501f30df28" providerId="LiveId" clId="{9CB70C28-98BA-4750-BA27-10DD1166C0E1}" dt="2024-03-01T06:16:05.075" v="27" actId="14100"/>
          <ac:spMkLst>
            <pc:docMk/>
            <pc:sldMk cId="0" sldId="375"/>
            <ac:spMk id="33793" creationId="{8450D3A9-040B-AB46-9498-C547573B70FD}"/>
          </ac:spMkLst>
        </pc:spChg>
      </pc:sldChg>
      <pc:sldChg chg="modSp mod">
        <pc:chgData name="Walter Lu" userId="6e55fa501f30df28" providerId="LiveId" clId="{9CB70C28-98BA-4750-BA27-10DD1166C0E1}" dt="2024-03-01T06:15:41.630" v="21" actId="1076"/>
        <pc:sldMkLst>
          <pc:docMk/>
          <pc:sldMk cId="0" sldId="409"/>
        </pc:sldMkLst>
        <pc:spChg chg="mod">
          <ac:chgData name="Walter Lu" userId="6e55fa501f30df28" providerId="LiveId" clId="{9CB70C28-98BA-4750-BA27-10DD1166C0E1}" dt="2024-03-01T06:15:41.630" v="21" actId="1076"/>
          <ac:spMkLst>
            <pc:docMk/>
            <pc:sldMk cId="0" sldId="409"/>
            <ac:spMk id="32769" creationId="{9A5862A1-054D-C44D-8E37-504CFF5EFC03}"/>
          </ac:spMkLst>
        </pc:spChg>
      </pc:sldChg>
      <pc:sldChg chg="modSp mod">
        <pc:chgData name="Walter Lu" userId="6e55fa501f30df28" providerId="LiveId" clId="{9CB70C28-98BA-4750-BA27-10DD1166C0E1}" dt="2024-03-01T06:14:35.641" v="8" actId="20577"/>
        <pc:sldMkLst>
          <pc:docMk/>
          <pc:sldMk cId="0" sldId="428"/>
        </pc:sldMkLst>
        <pc:spChg chg="mod">
          <ac:chgData name="Walter Lu" userId="6e55fa501f30df28" providerId="LiveId" clId="{9CB70C28-98BA-4750-BA27-10DD1166C0E1}" dt="2024-03-01T06:14:35.641" v="8" actId="20577"/>
          <ac:spMkLst>
            <pc:docMk/>
            <pc:sldMk cId="0" sldId="428"/>
            <ac:spMk id="3" creationId="{E764ABE1-0DC7-B747-A473-7E879EAEEDB2}"/>
          </ac:spMkLst>
        </pc:spChg>
        <pc:spChg chg="mod">
          <ac:chgData name="Walter Lu" userId="6e55fa501f30df28" providerId="LiveId" clId="{9CB70C28-98BA-4750-BA27-10DD1166C0E1}" dt="2024-03-01T06:14:34.763" v="7" actId="1076"/>
          <ac:spMkLst>
            <pc:docMk/>
            <pc:sldMk cId="0" sldId="428"/>
            <ac:spMk id="19457" creationId="{543CB09F-A9A2-1E48-ADAB-F5C00F5C2B40}"/>
          </ac:spMkLst>
        </pc:spChg>
      </pc:sldChg>
      <pc:sldChg chg="modSp mod">
        <pc:chgData name="Walter Lu" userId="6e55fa501f30df28" providerId="LiveId" clId="{9CB70C28-98BA-4750-BA27-10DD1166C0E1}" dt="2024-03-01T06:14:57.943" v="13" actId="14100"/>
        <pc:sldMkLst>
          <pc:docMk/>
          <pc:sldMk cId="0" sldId="429"/>
        </pc:sldMkLst>
        <pc:spChg chg="mod">
          <ac:chgData name="Walter Lu" userId="6e55fa501f30df28" providerId="LiveId" clId="{9CB70C28-98BA-4750-BA27-10DD1166C0E1}" dt="2024-03-01T06:14:57.943" v="13" actId="14100"/>
          <ac:spMkLst>
            <pc:docMk/>
            <pc:sldMk cId="0" sldId="429"/>
            <ac:spMk id="20481" creationId="{F3445A52-EA61-5741-A24F-A11BCCFCB102}"/>
          </ac:spMkLst>
        </pc:spChg>
      </pc:sldChg>
      <pc:sldChg chg="modSp">
        <pc:chgData name="Walter Lu" userId="6e55fa501f30df28" providerId="LiveId" clId="{9CB70C28-98BA-4750-BA27-10DD1166C0E1}" dt="2024-03-01T06:15:05.346" v="15" actId="1076"/>
        <pc:sldMkLst>
          <pc:docMk/>
          <pc:sldMk cId="0" sldId="430"/>
        </pc:sldMkLst>
        <pc:spChg chg="mod">
          <ac:chgData name="Walter Lu" userId="6e55fa501f30df28" providerId="LiveId" clId="{9CB70C28-98BA-4750-BA27-10DD1166C0E1}" dt="2024-03-01T06:15:05.346" v="15" actId="1076"/>
          <ac:spMkLst>
            <pc:docMk/>
            <pc:sldMk cId="0" sldId="430"/>
            <ac:spMk id="2" creationId="{AD946026-5B90-614A-9A68-0A88C2464F8F}"/>
          </ac:spMkLst>
        </pc:spChg>
      </pc:sldChg>
      <pc:sldChg chg="modSp mod">
        <pc:chgData name="Walter Lu" userId="6e55fa501f30df28" providerId="LiveId" clId="{9CB70C28-98BA-4750-BA27-10DD1166C0E1}" dt="2024-03-01T06:16:37.186" v="41" actId="2711"/>
        <pc:sldMkLst>
          <pc:docMk/>
          <pc:sldMk cId="0" sldId="440"/>
        </pc:sldMkLst>
        <pc:spChg chg="mod">
          <ac:chgData name="Walter Lu" userId="6e55fa501f30df28" providerId="LiveId" clId="{9CB70C28-98BA-4750-BA27-10DD1166C0E1}" dt="2024-03-01T06:16:37.186" v="41" actId="2711"/>
          <ac:spMkLst>
            <pc:docMk/>
            <pc:sldMk cId="0" sldId="440"/>
            <ac:spMk id="35841" creationId="{52198A1C-ACA8-984B-95A6-FAB4FFBDE2D2}"/>
          </ac:spMkLst>
        </pc:spChg>
      </pc:sldChg>
      <pc:sldChg chg="modSp mod">
        <pc:chgData name="Walter Lu" userId="6e55fa501f30df28" providerId="LiveId" clId="{9CB70C28-98BA-4750-BA27-10DD1166C0E1}" dt="2024-03-01T06:18:23.692" v="58" actId="1076"/>
        <pc:sldMkLst>
          <pc:docMk/>
          <pc:sldMk cId="0" sldId="441"/>
        </pc:sldMkLst>
        <pc:spChg chg="mod">
          <ac:chgData name="Walter Lu" userId="6e55fa501f30df28" providerId="LiveId" clId="{9CB70C28-98BA-4750-BA27-10DD1166C0E1}" dt="2024-03-01T06:18:21.756" v="57" actId="1076"/>
          <ac:spMkLst>
            <pc:docMk/>
            <pc:sldMk cId="0" sldId="441"/>
            <ac:spMk id="3" creationId="{03D784BA-3687-E64E-8F4F-829DC5748939}"/>
          </ac:spMkLst>
        </pc:spChg>
        <pc:spChg chg="mod">
          <ac:chgData name="Walter Lu" userId="6e55fa501f30df28" providerId="LiveId" clId="{9CB70C28-98BA-4750-BA27-10DD1166C0E1}" dt="2024-03-01T06:18:23.692" v="58" actId="1076"/>
          <ac:spMkLst>
            <pc:docMk/>
            <pc:sldMk cId="0" sldId="441"/>
            <ac:spMk id="39937" creationId="{C2D9BD78-0804-0A4A-86D1-158C0BBD30AF}"/>
          </ac:spMkLst>
        </pc:spChg>
      </pc:sldChg>
    </pc:docChg>
  </pc:docChgLst>
  <pc:docChgLst>
    <pc:chgData name="Walter Lu" userId="6e55fa501f30df28" providerId="LiveId" clId="{E0C3E123-FA9E-EB42-9833-ADA87A35AA53}"/>
    <pc:docChg chg="undo custSel addSld modSld">
      <pc:chgData name="Walter Lu" userId="6e55fa501f30df28" providerId="LiveId" clId="{E0C3E123-FA9E-EB42-9833-ADA87A35AA53}" dt="2024-10-20T01:43:00.981" v="558" actId="403"/>
      <pc:docMkLst>
        <pc:docMk/>
      </pc:docMkLst>
      <pc:sldChg chg="modSp mod">
        <pc:chgData name="Walter Lu" userId="6e55fa501f30df28" providerId="LiveId" clId="{E0C3E123-FA9E-EB42-9833-ADA87A35AA53}" dt="2024-10-20T00:48:04.313" v="1" actId="20577"/>
        <pc:sldMkLst>
          <pc:docMk/>
          <pc:sldMk cId="0" sldId="257"/>
        </pc:sldMkLst>
        <pc:spChg chg="mod">
          <ac:chgData name="Walter Lu" userId="6e55fa501f30df28" providerId="LiveId" clId="{E0C3E123-FA9E-EB42-9833-ADA87A35AA53}" dt="2024-10-20T00:48:04.313" v="1" actId="20577"/>
          <ac:spMkLst>
            <pc:docMk/>
            <pc:sldMk cId="0" sldId="257"/>
            <ac:spMk id="14337" creationId="{73AC3E47-C44C-C04E-9752-C8E1A08D3B81}"/>
          </ac:spMkLst>
        </pc:spChg>
      </pc:sldChg>
      <pc:sldChg chg="modSp mod">
        <pc:chgData name="Walter Lu" userId="6e55fa501f30df28" providerId="LiveId" clId="{E0C3E123-FA9E-EB42-9833-ADA87A35AA53}" dt="2024-10-20T01:43:00.981" v="558" actId="403"/>
        <pc:sldMkLst>
          <pc:docMk/>
          <pc:sldMk cId="0" sldId="288"/>
        </pc:sldMkLst>
        <pc:spChg chg="mod">
          <ac:chgData name="Walter Lu" userId="6e55fa501f30df28" providerId="LiveId" clId="{E0C3E123-FA9E-EB42-9833-ADA87A35AA53}" dt="2024-10-20T01:43:00.981" v="558" actId="403"/>
          <ac:spMkLst>
            <pc:docMk/>
            <pc:sldMk cId="0" sldId="288"/>
            <ac:spMk id="3" creationId="{DD1D38E8-317B-814C-B547-4D121FB23EC3}"/>
          </ac:spMkLst>
        </pc:spChg>
      </pc:sldChg>
      <pc:sldChg chg="modSp mod">
        <pc:chgData name="Walter Lu" userId="6e55fa501f30df28" providerId="LiveId" clId="{E0C3E123-FA9E-EB42-9833-ADA87A35AA53}" dt="2024-10-20T00:49:13.593" v="5" actId="5793"/>
        <pc:sldMkLst>
          <pc:docMk/>
          <pc:sldMk cId="0" sldId="417"/>
        </pc:sldMkLst>
        <pc:graphicFrameChg chg="modGraphic">
          <ac:chgData name="Walter Lu" userId="6e55fa501f30df28" providerId="LiveId" clId="{E0C3E123-FA9E-EB42-9833-ADA87A35AA53}" dt="2024-10-20T00:49:13.593" v="5" actId="5793"/>
          <ac:graphicFrameMkLst>
            <pc:docMk/>
            <pc:sldMk cId="0" sldId="417"/>
            <ac:graphicFrameMk id="11" creationId="{7A7164AD-460B-1B42-9CEE-08B556DFB56E}"/>
          </ac:graphicFrameMkLst>
        </pc:graphicFrameChg>
      </pc:sldChg>
      <pc:sldChg chg="modSp">
        <pc:chgData name="Walter Lu" userId="6e55fa501f30df28" providerId="LiveId" clId="{E0C3E123-FA9E-EB42-9833-ADA87A35AA53}" dt="2024-10-20T00:50:13.769" v="9" actId="1035"/>
        <pc:sldMkLst>
          <pc:docMk/>
          <pc:sldMk cId="0" sldId="428"/>
        </pc:sldMkLst>
        <pc:spChg chg="mod">
          <ac:chgData name="Walter Lu" userId="6e55fa501f30df28" providerId="LiveId" clId="{E0C3E123-FA9E-EB42-9833-ADA87A35AA53}" dt="2024-10-20T00:50:13.769" v="9" actId="1035"/>
          <ac:spMkLst>
            <pc:docMk/>
            <pc:sldMk cId="0" sldId="428"/>
            <ac:spMk id="19457" creationId="{543CB09F-A9A2-1E48-ADAB-F5C00F5C2B40}"/>
          </ac:spMkLst>
        </pc:spChg>
      </pc:sldChg>
      <pc:sldChg chg="modSp mod">
        <pc:chgData name="Walter Lu" userId="6e55fa501f30df28" providerId="LiveId" clId="{E0C3E123-FA9E-EB42-9833-ADA87A35AA53}" dt="2024-10-20T01:40:50.666" v="353" actId="404"/>
        <pc:sldMkLst>
          <pc:docMk/>
          <pc:sldMk cId="1314484260" sldId="467"/>
        </pc:sldMkLst>
        <pc:spChg chg="mod">
          <ac:chgData name="Walter Lu" userId="6e55fa501f30df28" providerId="LiveId" clId="{E0C3E123-FA9E-EB42-9833-ADA87A35AA53}" dt="2024-10-20T01:40:50.666" v="353" actId="404"/>
          <ac:spMkLst>
            <pc:docMk/>
            <pc:sldMk cId="1314484260" sldId="467"/>
            <ac:spMk id="2" creationId="{6DE2691C-2FB4-50E7-92FE-E6312E0FBBE0}"/>
          </ac:spMkLst>
        </pc:spChg>
      </pc:sldChg>
      <pc:sldChg chg="addSp delSp modSp add mod">
        <pc:chgData name="Walter Lu" userId="6e55fa501f30df28" providerId="LiveId" clId="{E0C3E123-FA9E-EB42-9833-ADA87A35AA53}" dt="2024-10-20T01:23:38.361" v="220" actId="1076"/>
        <pc:sldMkLst>
          <pc:docMk/>
          <pc:sldMk cId="1067489642" sldId="471"/>
        </pc:sldMkLst>
        <pc:spChg chg="del mod">
          <ac:chgData name="Walter Lu" userId="6e55fa501f30df28" providerId="LiveId" clId="{E0C3E123-FA9E-EB42-9833-ADA87A35AA53}" dt="2024-10-20T01:14:50.413" v="50" actId="21"/>
          <ac:spMkLst>
            <pc:docMk/>
            <pc:sldMk cId="1067489642" sldId="471"/>
            <ac:spMk id="3" creationId="{BC8A6963-740F-1CF6-3533-940C270F9ABD}"/>
          </ac:spMkLst>
        </pc:spChg>
        <pc:spChg chg="add del mod">
          <ac:chgData name="Walter Lu" userId="6e55fa501f30df28" providerId="LiveId" clId="{E0C3E123-FA9E-EB42-9833-ADA87A35AA53}" dt="2024-10-20T01:14:44.057" v="47" actId="478"/>
          <ac:spMkLst>
            <pc:docMk/>
            <pc:sldMk cId="1067489642" sldId="471"/>
            <ac:spMk id="4" creationId="{49519D21-703E-9161-6B4C-AEBABDB75BE0}"/>
          </ac:spMkLst>
        </pc:spChg>
        <pc:spChg chg="add del mod">
          <ac:chgData name="Walter Lu" userId="6e55fa501f30df28" providerId="LiveId" clId="{E0C3E123-FA9E-EB42-9833-ADA87A35AA53}" dt="2024-10-20T01:14:52.956" v="51" actId="478"/>
          <ac:spMkLst>
            <pc:docMk/>
            <pc:sldMk cId="1067489642" sldId="471"/>
            <ac:spMk id="6" creationId="{142727DD-3F67-EBBC-FC8D-D08115520308}"/>
          </ac:spMkLst>
        </pc:spChg>
        <pc:spChg chg="add mod">
          <ac:chgData name="Walter Lu" userId="6e55fa501f30df28" providerId="LiveId" clId="{E0C3E123-FA9E-EB42-9833-ADA87A35AA53}" dt="2024-10-20T01:17:50.770" v="131" actId="1076"/>
          <ac:spMkLst>
            <pc:docMk/>
            <pc:sldMk cId="1067489642" sldId="471"/>
            <ac:spMk id="7" creationId="{15F8AFCE-B1E2-D555-1254-9705BEFA52AB}"/>
          </ac:spMkLst>
        </pc:spChg>
        <pc:spChg chg="del">
          <ac:chgData name="Walter Lu" userId="6e55fa501f30df28" providerId="LiveId" clId="{E0C3E123-FA9E-EB42-9833-ADA87A35AA53}" dt="2024-10-20T01:14:41.656" v="46" actId="478"/>
          <ac:spMkLst>
            <pc:docMk/>
            <pc:sldMk cId="1067489642" sldId="471"/>
            <ac:spMk id="41985" creationId="{304CA4DA-30A5-8CFE-8BEF-D41DB43CF84D}"/>
          </ac:spMkLst>
        </pc:spChg>
        <pc:picChg chg="add mod">
          <ac:chgData name="Walter Lu" userId="6e55fa501f30df28" providerId="LiveId" clId="{E0C3E123-FA9E-EB42-9833-ADA87A35AA53}" dt="2024-10-20T01:23:38.361" v="220" actId="1076"/>
          <ac:picMkLst>
            <pc:docMk/>
            <pc:sldMk cId="1067489642" sldId="471"/>
            <ac:picMk id="2" creationId="{4D7CFD4C-F12E-88CF-F1E6-9A833A035D3C}"/>
          </ac:picMkLst>
        </pc:picChg>
      </pc:sldChg>
      <pc:sldChg chg="addSp delSp modSp new mod">
        <pc:chgData name="Walter Lu" userId="6e55fa501f30df28" providerId="LiveId" clId="{E0C3E123-FA9E-EB42-9833-ADA87A35AA53}" dt="2024-10-20T01:23:31.270" v="219" actId="14100"/>
        <pc:sldMkLst>
          <pc:docMk/>
          <pc:sldMk cId="2208472818" sldId="472"/>
        </pc:sldMkLst>
        <pc:spChg chg="del">
          <ac:chgData name="Walter Lu" userId="6e55fa501f30df28" providerId="LiveId" clId="{E0C3E123-FA9E-EB42-9833-ADA87A35AA53}" dt="2024-10-20T01:06:03.734" v="35"/>
          <ac:spMkLst>
            <pc:docMk/>
            <pc:sldMk cId="2208472818" sldId="472"/>
            <ac:spMk id="2" creationId="{A18113B8-B1D9-C724-5930-998E47576ECD}"/>
          </ac:spMkLst>
        </pc:spChg>
        <pc:spChg chg="add mod">
          <ac:chgData name="Walter Lu" userId="6e55fa501f30df28" providerId="LiveId" clId="{E0C3E123-FA9E-EB42-9833-ADA87A35AA53}" dt="2024-10-20T01:06:07.549" v="36" actId="478"/>
          <ac:spMkLst>
            <pc:docMk/>
            <pc:sldMk cId="2208472818" sldId="472"/>
            <ac:spMk id="6" creationId="{FC876032-F61F-CDA4-9C4B-45AA0FC29AC5}"/>
          </ac:spMkLst>
        </pc:spChg>
        <pc:spChg chg="add mod">
          <ac:chgData name="Walter Lu" userId="6e55fa501f30df28" providerId="LiveId" clId="{E0C3E123-FA9E-EB42-9833-ADA87A35AA53}" dt="2024-10-20T01:23:25.964" v="218" actId="1076"/>
          <ac:spMkLst>
            <pc:docMk/>
            <pc:sldMk cId="2208472818" sldId="472"/>
            <ac:spMk id="9" creationId="{2EB91A05-B22C-39D1-960F-662FDE204046}"/>
          </ac:spMkLst>
        </pc:spChg>
        <pc:picChg chg="add del mod">
          <ac:chgData name="Walter Lu" userId="6e55fa501f30df28" providerId="LiveId" clId="{E0C3E123-FA9E-EB42-9833-ADA87A35AA53}" dt="2024-10-20T01:05:58.214" v="34" actId="478"/>
          <ac:picMkLst>
            <pc:docMk/>
            <pc:sldMk cId="2208472818" sldId="472"/>
            <ac:picMk id="4" creationId="{FF6F2159-C0DD-B15C-95AC-32C9F23DD34B}"/>
          </ac:picMkLst>
        </pc:picChg>
        <pc:picChg chg="add del mod">
          <ac:chgData name="Walter Lu" userId="6e55fa501f30df28" providerId="LiveId" clId="{E0C3E123-FA9E-EB42-9833-ADA87A35AA53}" dt="2024-10-20T01:06:07.549" v="36" actId="478"/>
          <ac:picMkLst>
            <pc:docMk/>
            <pc:sldMk cId="2208472818" sldId="472"/>
            <ac:picMk id="5" creationId="{D5DF13DC-97C9-8BE9-37B1-8A08E3DE80EC}"/>
          </ac:picMkLst>
        </pc:picChg>
        <pc:picChg chg="add mod">
          <ac:chgData name="Walter Lu" userId="6e55fa501f30df28" providerId="LiveId" clId="{E0C3E123-FA9E-EB42-9833-ADA87A35AA53}" dt="2024-10-20T01:23:31.270" v="219" actId="14100"/>
          <ac:picMkLst>
            <pc:docMk/>
            <pc:sldMk cId="2208472818" sldId="472"/>
            <ac:picMk id="7" creationId="{9E6CF7C4-39D3-97A7-E764-273F6614C642}"/>
          </ac:picMkLst>
        </pc:picChg>
      </pc:sldChg>
      <pc:sldChg chg="addSp delSp modSp new mod">
        <pc:chgData name="Walter Lu" userId="6e55fa501f30df28" providerId="LiveId" clId="{E0C3E123-FA9E-EB42-9833-ADA87A35AA53}" dt="2024-10-20T01:21:08.469" v="193" actId="1076"/>
        <pc:sldMkLst>
          <pc:docMk/>
          <pc:sldMk cId="1034702067" sldId="473"/>
        </pc:sldMkLst>
        <pc:spChg chg="del">
          <ac:chgData name="Walter Lu" userId="6e55fa501f30df28" providerId="LiveId" clId="{E0C3E123-FA9E-EB42-9833-ADA87A35AA53}" dt="2024-10-20T01:15:23.667" v="112" actId="478"/>
          <ac:spMkLst>
            <pc:docMk/>
            <pc:sldMk cId="1034702067" sldId="473"/>
            <ac:spMk id="2" creationId="{6B4BA85C-4AAC-822C-1535-E1803A1F5FCF}"/>
          </ac:spMkLst>
        </pc:spChg>
        <pc:spChg chg="del mod">
          <ac:chgData name="Walter Lu" userId="6e55fa501f30df28" providerId="LiveId" clId="{E0C3E123-FA9E-EB42-9833-ADA87A35AA53}" dt="2024-10-20T01:17:23.278" v="121" actId="21"/>
          <ac:spMkLst>
            <pc:docMk/>
            <pc:sldMk cId="1034702067" sldId="473"/>
            <ac:spMk id="3" creationId="{F7EBB409-5363-4A14-D3D7-FFD5214C214E}"/>
          </ac:spMkLst>
        </pc:spChg>
        <pc:spChg chg="add mod">
          <ac:chgData name="Walter Lu" userId="6e55fa501f30df28" providerId="LiveId" clId="{E0C3E123-FA9E-EB42-9833-ADA87A35AA53}" dt="2024-10-20T01:21:08.469" v="193" actId="1076"/>
          <ac:spMkLst>
            <pc:docMk/>
            <pc:sldMk cId="1034702067" sldId="473"/>
            <ac:spMk id="5" creationId="{01377F10-BDFD-1A7E-3418-889E132167FF}"/>
          </ac:spMkLst>
        </pc:spChg>
        <pc:spChg chg="add mod">
          <ac:chgData name="Walter Lu" userId="6e55fa501f30df28" providerId="LiveId" clId="{E0C3E123-FA9E-EB42-9833-ADA87A35AA53}" dt="2024-10-20T01:21:03.092" v="192" actId="207"/>
          <ac:spMkLst>
            <pc:docMk/>
            <pc:sldMk cId="1034702067" sldId="473"/>
            <ac:spMk id="7" creationId="{91BF1BCD-5C96-B593-10B4-A534A1554A19}"/>
          </ac:spMkLst>
        </pc:spChg>
        <pc:spChg chg="add del mod">
          <ac:chgData name="Walter Lu" userId="6e55fa501f30df28" providerId="LiveId" clId="{E0C3E123-FA9E-EB42-9833-ADA87A35AA53}" dt="2024-10-20T01:19:27.617" v="142" actId="478"/>
          <ac:spMkLst>
            <pc:docMk/>
            <pc:sldMk cId="1034702067" sldId="473"/>
            <ac:spMk id="9" creationId="{079F1AFA-C726-EE1B-0C44-27A458EF46AA}"/>
          </ac:spMkLst>
        </pc:spChg>
      </pc:sldChg>
      <pc:sldChg chg="addSp modSp new mod">
        <pc:chgData name="Walter Lu" userId="6e55fa501f30df28" providerId="LiveId" clId="{E0C3E123-FA9E-EB42-9833-ADA87A35AA53}" dt="2024-10-20T01:35:59.877" v="254" actId="1076"/>
        <pc:sldMkLst>
          <pc:docMk/>
          <pc:sldMk cId="3774102419" sldId="474"/>
        </pc:sldMkLst>
        <pc:picChg chg="add mod">
          <ac:chgData name="Walter Lu" userId="6e55fa501f30df28" providerId="LiveId" clId="{E0C3E123-FA9E-EB42-9833-ADA87A35AA53}" dt="2024-10-20T01:35:59.877" v="254" actId="1076"/>
          <ac:picMkLst>
            <pc:docMk/>
            <pc:sldMk cId="3774102419" sldId="474"/>
            <ac:picMk id="4" creationId="{C50B7DF7-EBA6-0838-7F6C-56307841458A}"/>
          </ac:picMkLst>
        </pc:picChg>
      </pc:sldChg>
      <pc:sldChg chg="addSp delSp modSp new mod">
        <pc:chgData name="Walter Lu" userId="6e55fa501f30df28" providerId="LiveId" clId="{E0C3E123-FA9E-EB42-9833-ADA87A35AA53}" dt="2024-10-20T01:35:47.276" v="252" actId="14100"/>
        <pc:sldMkLst>
          <pc:docMk/>
          <pc:sldMk cId="2913789483" sldId="475"/>
        </pc:sldMkLst>
        <pc:spChg chg="del">
          <ac:chgData name="Walter Lu" userId="6e55fa501f30df28" providerId="LiveId" clId="{E0C3E123-FA9E-EB42-9833-ADA87A35AA53}" dt="2024-10-20T01:30:13.663" v="229"/>
          <ac:spMkLst>
            <pc:docMk/>
            <pc:sldMk cId="2913789483" sldId="475"/>
            <ac:spMk id="2" creationId="{0D212276-A7F9-42E5-58BB-B3BD3225770B}"/>
          </ac:spMkLst>
        </pc:spChg>
        <pc:spChg chg="del">
          <ac:chgData name="Walter Lu" userId="6e55fa501f30df28" providerId="LiveId" clId="{E0C3E123-FA9E-EB42-9833-ADA87A35AA53}" dt="2024-10-20T01:30:16.364" v="230" actId="478"/>
          <ac:spMkLst>
            <pc:docMk/>
            <pc:sldMk cId="2913789483" sldId="475"/>
            <ac:spMk id="3" creationId="{DB9E411A-0441-5C4B-8840-F169D500F7A7}"/>
          </ac:spMkLst>
        </pc:spChg>
        <pc:spChg chg="add del mod">
          <ac:chgData name="Walter Lu" userId="6e55fa501f30df28" providerId="LiveId" clId="{E0C3E123-FA9E-EB42-9833-ADA87A35AA53}" dt="2024-10-20T01:34:57.935" v="244" actId="478"/>
          <ac:spMkLst>
            <pc:docMk/>
            <pc:sldMk cId="2913789483" sldId="475"/>
            <ac:spMk id="5" creationId="{F078445C-1923-38D9-AAD3-F9B3B4BDE7B6}"/>
          </ac:spMkLst>
        </pc:spChg>
        <pc:picChg chg="add mod">
          <ac:chgData name="Walter Lu" userId="6e55fa501f30df28" providerId="LiveId" clId="{E0C3E123-FA9E-EB42-9833-ADA87A35AA53}" dt="2024-10-20T01:35:18.380" v="249" actId="1037"/>
          <ac:picMkLst>
            <pc:docMk/>
            <pc:sldMk cId="2913789483" sldId="475"/>
            <ac:picMk id="1026" creationId="{ACE23D83-1CC2-EBD2-1096-57629106C977}"/>
          </ac:picMkLst>
        </pc:picChg>
        <pc:picChg chg="add mod">
          <ac:chgData name="Walter Lu" userId="6e55fa501f30df28" providerId="LiveId" clId="{E0C3E123-FA9E-EB42-9833-ADA87A35AA53}" dt="2024-10-20T01:35:47.276" v="252" actId="14100"/>
          <ac:picMkLst>
            <pc:docMk/>
            <pc:sldMk cId="2913789483" sldId="475"/>
            <ac:picMk id="1028" creationId="{093CB19A-5702-7514-DF81-B928D5880EDD}"/>
          </ac:picMkLst>
        </pc:picChg>
      </pc:sldChg>
      <pc:sldChg chg="modSp new mod">
        <pc:chgData name="Walter Lu" userId="6e55fa501f30df28" providerId="LiveId" clId="{E0C3E123-FA9E-EB42-9833-ADA87A35AA53}" dt="2024-10-20T01:42:37.949" v="541" actId="1076"/>
        <pc:sldMkLst>
          <pc:docMk/>
          <pc:sldMk cId="3871689674" sldId="476"/>
        </pc:sldMkLst>
        <pc:spChg chg="mod">
          <ac:chgData name="Walter Lu" userId="6e55fa501f30df28" providerId="LiveId" clId="{E0C3E123-FA9E-EB42-9833-ADA87A35AA53}" dt="2024-10-20T01:42:37.949" v="541" actId="1076"/>
          <ac:spMkLst>
            <pc:docMk/>
            <pc:sldMk cId="3871689674" sldId="476"/>
            <ac:spMk id="2" creationId="{2DE70E68-9B1A-D16C-CB71-8A9382C2B1D6}"/>
          </ac:spMkLst>
        </pc:spChg>
        <pc:spChg chg="mod">
          <ac:chgData name="Walter Lu" userId="6e55fa501f30df28" providerId="LiveId" clId="{E0C3E123-FA9E-EB42-9833-ADA87A35AA53}" dt="2024-10-20T01:42:17.428" v="533" actId="20577"/>
          <ac:spMkLst>
            <pc:docMk/>
            <pc:sldMk cId="3871689674" sldId="476"/>
            <ac:spMk id="3" creationId="{23E41211-6CD0-C852-3E60-B5897C88A24D}"/>
          </ac:spMkLst>
        </pc:spChg>
      </pc:sldChg>
    </pc:docChg>
  </pc:docChgLst>
  <pc:docChgLst>
    <pc:chgData name="Walter Lu" userId="6e55fa501f30df28" providerId="LiveId" clId="{E4F187C8-3379-4B7D-8269-6BAA359DEA6D}"/>
    <pc:docChg chg="undo custSel addSld delSld modSld sldOrd">
      <pc:chgData name="Walter Lu" userId="6e55fa501f30df28" providerId="LiveId" clId="{E4F187C8-3379-4B7D-8269-6BAA359DEA6D}" dt="2024-10-16T04:15:00.705" v="628" actId="478"/>
      <pc:docMkLst>
        <pc:docMk/>
      </pc:docMkLst>
      <pc:sldChg chg="delSp mod">
        <pc:chgData name="Walter Lu" userId="6e55fa501f30df28" providerId="LiveId" clId="{E4F187C8-3379-4B7D-8269-6BAA359DEA6D}" dt="2024-10-16T04:15:00.705" v="628" actId="478"/>
        <pc:sldMkLst>
          <pc:docMk/>
          <pc:sldMk cId="0" sldId="257"/>
        </pc:sldMkLst>
        <pc:spChg chg="del">
          <ac:chgData name="Walter Lu" userId="6e55fa501f30df28" providerId="LiveId" clId="{E4F187C8-3379-4B7D-8269-6BAA359DEA6D}" dt="2024-10-16T04:15:00.705" v="628" actId="478"/>
          <ac:spMkLst>
            <pc:docMk/>
            <pc:sldMk cId="0" sldId="257"/>
            <ac:spMk id="2" creationId="{49F7A3BF-4335-D641-B664-DF9B18F0202C}"/>
          </ac:spMkLst>
        </pc:spChg>
      </pc:sldChg>
      <pc:sldChg chg="modSp mod">
        <pc:chgData name="Walter Lu" userId="6e55fa501f30df28" providerId="LiveId" clId="{E4F187C8-3379-4B7D-8269-6BAA359DEA6D}" dt="2024-10-16T04:01:21.444" v="452" actId="1076"/>
        <pc:sldMkLst>
          <pc:docMk/>
          <pc:sldMk cId="201287838" sldId="442"/>
        </pc:sldMkLst>
        <pc:spChg chg="mod">
          <ac:chgData name="Walter Lu" userId="6e55fa501f30df28" providerId="LiveId" clId="{E4F187C8-3379-4B7D-8269-6BAA359DEA6D}" dt="2024-10-16T04:01:21.444" v="452" actId="1076"/>
          <ac:spMkLst>
            <pc:docMk/>
            <pc:sldMk cId="201287838" sldId="442"/>
            <ac:spMk id="3" creationId="{9C936C05-583C-4042-8214-0E7429D9E1AB}"/>
          </ac:spMkLst>
        </pc:spChg>
      </pc:sldChg>
      <pc:sldChg chg="del">
        <pc:chgData name="Walter Lu" userId="6e55fa501f30df28" providerId="LiveId" clId="{E4F187C8-3379-4B7D-8269-6BAA359DEA6D}" dt="2024-10-16T04:01:31.838" v="453" actId="47"/>
        <pc:sldMkLst>
          <pc:docMk/>
          <pc:sldMk cId="2427404092" sldId="443"/>
        </pc:sldMkLst>
      </pc:sldChg>
      <pc:sldChg chg="delSp modSp new mod ord">
        <pc:chgData name="Walter Lu" userId="6e55fa501f30df28" providerId="LiveId" clId="{E4F187C8-3379-4B7D-8269-6BAA359DEA6D}" dt="2024-10-16T04:13:53.913" v="627"/>
        <pc:sldMkLst>
          <pc:docMk/>
          <pc:sldMk cId="2869658020" sldId="466"/>
        </pc:sldMkLst>
        <pc:spChg chg="mod">
          <ac:chgData name="Walter Lu" userId="6e55fa501f30df28" providerId="LiveId" clId="{E4F187C8-3379-4B7D-8269-6BAA359DEA6D}" dt="2024-10-16T03:53:42.287" v="34" actId="20577"/>
          <ac:spMkLst>
            <pc:docMk/>
            <pc:sldMk cId="2869658020" sldId="466"/>
            <ac:spMk id="2" creationId="{84210499-F2F8-C3DD-8097-502EE1C4622E}"/>
          </ac:spMkLst>
        </pc:spChg>
        <pc:spChg chg="del">
          <ac:chgData name="Walter Lu" userId="6e55fa501f30df28" providerId="LiveId" clId="{E4F187C8-3379-4B7D-8269-6BAA359DEA6D}" dt="2024-10-16T04:13:18.085" v="622" actId="478"/>
          <ac:spMkLst>
            <pc:docMk/>
            <pc:sldMk cId="2869658020" sldId="466"/>
            <ac:spMk id="3" creationId="{6A5D2E93-0F4C-59D9-B3BA-457825037997}"/>
          </ac:spMkLst>
        </pc:spChg>
      </pc:sldChg>
      <pc:sldChg chg="addSp delSp modSp new mod ord">
        <pc:chgData name="Walter Lu" userId="6e55fa501f30df28" providerId="LiveId" clId="{E4F187C8-3379-4B7D-8269-6BAA359DEA6D}" dt="2024-10-16T04:13:32.667" v="625" actId="113"/>
        <pc:sldMkLst>
          <pc:docMk/>
          <pc:sldMk cId="1314484260" sldId="467"/>
        </pc:sldMkLst>
        <pc:spChg chg="mod">
          <ac:chgData name="Walter Lu" userId="6e55fa501f30df28" providerId="LiveId" clId="{E4F187C8-3379-4B7D-8269-6BAA359DEA6D}" dt="2024-10-16T04:13:32.667" v="625" actId="113"/>
          <ac:spMkLst>
            <pc:docMk/>
            <pc:sldMk cId="1314484260" sldId="467"/>
            <ac:spMk id="2" creationId="{6DE2691C-2FB4-50E7-92FE-E6312E0FBBE0}"/>
          </ac:spMkLst>
        </pc:spChg>
        <pc:spChg chg="del">
          <ac:chgData name="Walter Lu" userId="6e55fa501f30df28" providerId="LiveId" clId="{E4F187C8-3379-4B7D-8269-6BAA359DEA6D}" dt="2024-10-16T03:54:17.707" v="105" actId="478"/>
          <ac:spMkLst>
            <pc:docMk/>
            <pc:sldMk cId="1314484260" sldId="467"/>
            <ac:spMk id="3" creationId="{2B677FF3-B301-A6FC-1998-D3B650CA7CEE}"/>
          </ac:spMkLst>
        </pc:spChg>
        <pc:picChg chg="add mod">
          <ac:chgData name="Walter Lu" userId="6e55fa501f30df28" providerId="LiveId" clId="{E4F187C8-3379-4B7D-8269-6BAA359DEA6D}" dt="2024-10-16T04:01:05.359" v="451" actId="1076"/>
          <ac:picMkLst>
            <pc:docMk/>
            <pc:sldMk cId="1314484260" sldId="467"/>
            <ac:picMk id="1026" creationId="{68164A8C-4A1D-301B-B943-9ACF88286094}"/>
          </ac:picMkLst>
        </pc:picChg>
      </pc:sldChg>
      <pc:sldChg chg="addSp delSp modSp new mod ord">
        <pc:chgData name="Walter Lu" userId="6e55fa501f30df28" providerId="LiveId" clId="{E4F187C8-3379-4B7D-8269-6BAA359DEA6D}" dt="2024-10-16T04:05:02.436" v="472"/>
        <pc:sldMkLst>
          <pc:docMk/>
          <pc:sldMk cId="277792250" sldId="468"/>
        </pc:sldMkLst>
        <pc:spChg chg="del mod">
          <ac:chgData name="Walter Lu" userId="6e55fa501f30df28" providerId="LiveId" clId="{E4F187C8-3379-4B7D-8269-6BAA359DEA6D}" dt="2024-10-16T04:04:47.947" v="463" actId="478"/>
          <ac:spMkLst>
            <pc:docMk/>
            <pc:sldMk cId="277792250" sldId="468"/>
            <ac:spMk id="3" creationId="{6910DE9E-0891-3A4F-64F0-A2CAE54A6F12}"/>
          </ac:spMkLst>
        </pc:spChg>
        <pc:picChg chg="add mod">
          <ac:chgData name="Walter Lu" userId="6e55fa501f30df28" providerId="LiveId" clId="{E4F187C8-3379-4B7D-8269-6BAA359DEA6D}" dt="2024-10-16T04:04:44.099" v="462" actId="1076"/>
          <ac:picMkLst>
            <pc:docMk/>
            <pc:sldMk cId="277792250" sldId="468"/>
            <ac:picMk id="2050" creationId="{A5B035BD-AD0F-D57B-FEBF-23BEDC7496A2}"/>
          </ac:picMkLst>
        </pc:picChg>
      </pc:sldChg>
      <pc:sldChg chg="addSp delSp modSp new mod ord">
        <pc:chgData name="Walter Lu" userId="6e55fa501f30df28" providerId="LiveId" clId="{E4F187C8-3379-4B7D-8269-6BAA359DEA6D}" dt="2024-10-16T04:06:17.363" v="480" actId="14100"/>
        <pc:sldMkLst>
          <pc:docMk/>
          <pc:sldMk cId="1800630249" sldId="469"/>
        </pc:sldMkLst>
        <pc:spChg chg="del mod">
          <ac:chgData name="Walter Lu" userId="6e55fa501f30df28" providerId="LiveId" clId="{E4F187C8-3379-4B7D-8269-6BAA359DEA6D}" dt="2024-10-16T04:05:52.273" v="477" actId="478"/>
          <ac:spMkLst>
            <pc:docMk/>
            <pc:sldMk cId="1800630249" sldId="469"/>
            <ac:spMk id="3" creationId="{EBCD32EE-B8D7-D4F4-E249-5EF5BB8A7A8C}"/>
          </ac:spMkLst>
        </pc:spChg>
        <pc:picChg chg="add mod">
          <ac:chgData name="Walter Lu" userId="6e55fa501f30df28" providerId="LiveId" clId="{E4F187C8-3379-4B7D-8269-6BAA359DEA6D}" dt="2024-10-16T04:06:17.363" v="480" actId="14100"/>
          <ac:picMkLst>
            <pc:docMk/>
            <pc:sldMk cId="1800630249" sldId="469"/>
            <ac:picMk id="5" creationId="{A533AED2-4CE9-AC1E-3F3E-D0CDCBE1B1A0}"/>
          </ac:picMkLst>
        </pc:picChg>
        <pc:picChg chg="add del">
          <ac:chgData name="Walter Lu" userId="6e55fa501f30df28" providerId="LiveId" clId="{E4F187C8-3379-4B7D-8269-6BAA359DEA6D}" dt="2024-10-16T04:05:44.539" v="474" actId="478"/>
          <ac:picMkLst>
            <pc:docMk/>
            <pc:sldMk cId="1800630249" sldId="469"/>
            <ac:picMk id="3074" creationId="{94E8E026-CEBC-BE3E-7ED7-04F442AF22F2}"/>
          </ac:picMkLst>
        </pc:picChg>
        <pc:picChg chg="add del mod">
          <ac:chgData name="Walter Lu" userId="6e55fa501f30df28" providerId="LiveId" clId="{E4F187C8-3379-4B7D-8269-6BAA359DEA6D}" dt="2024-10-16T04:05:52.273" v="477" actId="478"/>
          <ac:picMkLst>
            <pc:docMk/>
            <pc:sldMk cId="1800630249" sldId="469"/>
            <ac:picMk id="3076" creationId="{ADB64C41-9CE7-263C-CB9C-BEA681416B7C}"/>
          </ac:picMkLst>
        </pc:picChg>
      </pc:sldChg>
      <pc:sldChg chg="delSp modSp add mod">
        <pc:chgData name="Walter Lu" userId="6e55fa501f30df28" providerId="LiveId" clId="{E4F187C8-3379-4B7D-8269-6BAA359DEA6D}" dt="2024-10-16T04:12:58.026" v="621" actId="1076"/>
        <pc:sldMkLst>
          <pc:docMk/>
          <pc:sldMk cId="1556876293" sldId="470"/>
        </pc:sldMkLst>
        <pc:spChg chg="mod">
          <ac:chgData name="Walter Lu" userId="6e55fa501f30df28" providerId="LiveId" clId="{E4F187C8-3379-4B7D-8269-6BAA359DEA6D}" dt="2024-10-16T04:12:58.026" v="621" actId="1076"/>
          <ac:spMkLst>
            <pc:docMk/>
            <pc:sldMk cId="1556876293" sldId="470"/>
            <ac:spMk id="2" creationId="{1BC3A3D2-499A-92A1-7187-77737274F1AB}"/>
          </ac:spMkLst>
        </pc:spChg>
        <pc:picChg chg="del">
          <ac:chgData name="Walter Lu" userId="6e55fa501f30df28" providerId="LiveId" clId="{E4F187C8-3379-4B7D-8269-6BAA359DEA6D}" dt="2024-10-16T04:06:24.438" v="482" actId="478"/>
          <ac:picMkLst>
            <pc:docMk/>
            <pc:sldMk cId="1556876293" sldId="470"/>
            <ac:picMk id="2050" creationId="{A5B035BD-AD0F-D57B-FEBF-23BEDC7496A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30B33-DF52-0245-B96A-92E57C9495D4}" type="datetimeFigureOut">
              <a:rPr kumimoji="1" lang="zh-TW" altLang="en-US" smtClean="0"/>
              <a:t>2024/10/20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09620D-E39A-994F-8734-1216C539EC4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668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09620D-E39A-994F-8734-1216C539EC42}" type="slidenum">
              <a:rPr kumimoji="1" lang="zh-TW" altLang="en-US" smtClean="0"/>
              <a:t>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85207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>
            <a:extLst>
              <a:ext uri="{FF2B5EF4-FFF2-40B4-BE49-F238E27FC236}">
                <a16:creationId xmlns:a16="http://schemas.microsoft.com/office/drawing/2014/main" id="{8DEB04D3-A623-F74F-B50D-0540C4D7561E}"/>
              </a:ext>
            </a:extLst>
          </p:cNvPr>
          <p:cNvSpPr/>
          <p:nvPr/>
        </p:nvSpPr>
        <p:spPr>
          <a:xfrm>
            <a:off x="0" y="3498850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grpSp>
        <p:nvGrpSpPr>
          <p:cNvPr id="5" name="群組 15">
            <a:extLst>
              <a:ext uri="{FF2B5EF4-FFF2-40B4-BE49-F238E27FC236}">
                <a16:creationId xmlns:a16="http://schemas.microsoft.com/office/drawing/2014/main" id="{DC0FC716-1A1B-A74C-B823-4EB7587F2660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3714750"/>
            <a:ext cx="9147175" cy="1433513"/>
            <a:chOff x="-3765" y="4832896"/>
            <a:chExt cx="9147765" cy="2032192"/>
          </a:xfrm>
        </p:grpSpPr>
        <p:sp>
          <p:nvSpPr>
            <p:cNvPr id="6" name="手繪多邊形 5">
              <a:extLst>
                <a:ext uri="{FF2B5EF4-FFF2-40B4-BE49-F238E27FC236}">
                  <a16:creationId xmlns:a16="http://schemas.microsoft.com/office/drawing/2014/main" id="{008F75E4-14D0-AA4A-B84C-D3F710186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986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>
                <a:latin typeface="+mn-lt"/>
                <a:ea typeface="+mn-ea"/>
              </a:endParaRPr>
            </a:p>
          </p:txBody>
        </p:sp>
        <p:sp>
          <p:nvSpPr>
            <p:cNvPr id="7" name="手繪多邊形 18">
              <a:extLst>
                <a:ext uri="{FF2B5EF4-FFF2-40B4-BE49-F238E27FC236}">
                  <a16:creationId xmlns:a16="http://schemas.microsoft.com/office/drawing/2014/main" id="{961D2077-F2F5-D448-BD98-3AAAA6FE6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6" y="5134461"/>
              <a:ext cx="9108074" cy="839433"/>
            </a:xfrm>
            <a:custGeom>
              <a:avLst/>
              <a:gdLst>
                <a:gd name="T0" fmla="*/ 0 w 5760"/>
                <a:gd name="T1" fmla="*/ 0 h 528"/>
                <a:gd name="T2" fmla="*/ 9108074 w 5760"/>
                <a:gd name="T3" fmla="*/ 0 h 528"/>
                <a:gd name="T4" fmla="*/ 9108074 w 5760"/>
                <a:gd name="T5" fmla="*/ 839433 h 528"/>
                <a:gd name="T6" fmla="*/ 7590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手繪多邊形 7">
              <a:extLst>
                <a:ext uri="{FF2B5EF4-FFF2-40B4-BE49-F238E27FC236}">
                  <a16:creationId xmlns:a16="http://schemas.microsoft.com/office/drawing/2014/main" id="{1F32F0CB-ABA4-2249-B572-CBD92B841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/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2ECD215C-B9F3-5446-9A61-5C73DE7B5AB8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11" name="日期版面配置區 29">
            <a:extLst>
              <a:ext uri="{FF2B5EF4-FFF2-40B4-BE49-F238E27FC236}">
                <a16:creationId xmlns:a16="http://schemas.microsoft.com/office/drawing/2014/main" id="{451EEC8C-FD9F-4247-8DF7-3D7E42FE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4F738AA3-5F6D-514C-94BA-1CDB9D9F2EC2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12" name="頁尾版面配置區 18">
            <a:extLst>
              <a:ext uri="{FF2B5EF4-FFF2-40B4-BE49-F238E27FC236}">
                <a16:creationId xmlns:a16="http://schemas.microsoft.com/office/drawing/2014/main" id="{51DF9127-1539-4B47-8DB5-423C985B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3" name="投影片編號版面配置區 26">
            <a:extLst>
              <a:ext uri="{FF2B5EF4-FFF2-40B4-BE49-F238E27FC236}">
                <a16:creationId xmlns:a16="http://schemas.microsoft.com/office/drawing/2014/main" id="{BAA29752-C1EE-DA4D-8B71-E367C5AD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61F7FED-309F-8945-AA32-69060A65171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787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718FB4FE-4F76-214D-A11B-9C0B1A28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6F15E5-6506-9E4F-A75F-4F85A35AC617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89DB639F-022E-3C41-B372-ECE72732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2478E3AF-202A-DA48-B400-C78B52A4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A786EE-C6CB-4344-9397-09FF0F12F3A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5367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＞形箭號 3">
            <a:extLst>
              <a:ext uri="{FF2B5EF4-FFF2-40B4-BE49-F238E27FC236}">
                <a16:creationId xmlns:a16="http://schemas.microsoft.com/office/drawing/2014/main" id="{3576C9CE-AE3C-1549-994B-758B76A223AB}"/>
              </a:ext>
            </a:extLst>
          </p:cNvPr>
          <p:cNvSpPr/>
          <p:nvPr/>
        </p:nvSpPr>
        <p:spPr>
          <a:xfrm>
            <a:off x="3636963" y="2254250"/>
            <a:ext cx="182562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＞形箭號 4">
            <a:extLst>
              <a:ext uri="{FF2B5EF4-FFF2-40B4-BE49-F238E27FC236}">
                <a16:creationId xmlns:a16="http://schemas.microsoft.com/office/drawing/2014/main" id="{F3973989-6F49-1141-88CF-58C77DECFC76}"/>
              </a:ext>
            </a:extLst>
          </p:cNvPr>
          <p:cNvSpPr/>
          <p:nvPr/>
        </p:nvSpPr>
        <p:spPr>
          <a:xfrm>
            <a:off x="3449638" y="2254250"/>
            <a:ext cx="18415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日期版面配置區 3">
            <a:extLst>
              <a:ext uri="{FF2B5EF4-FFF2-40B4-BE49-F238E27FC236}">
                <a16:creationId xmlns:a16="http://schemas.microsoft.com/office/drawing/2014/main" id="{71E6505E-B310-7348-AE98-C4AA8A8FC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2D77B-90A3-0A44-A354-559AA262ABF6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7" name="頁尾版面配置區 4">
            <a:extLst>
              <a:ext uri="{FF2B5EF4-FFF2-40B4-BE49-F238E27FC236}">
                <a16:creationId xmlns:a16="http://schemas.microsoft.com/office/drawing/2014/main" id="{909A81E6-D88A-E749-9939-C8D82FE8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1C192632-3965-1A40-808E-EC5EFE84B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DA1F8-B774-3E40-B3FA-FEF65B4613A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567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C3DF9A-4279-B042-A9A2-BF8C7CC4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EC3FF-1EA7-DF41-A5B3-07D5AAEBDFDF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4ECD2B-023D-4940-B014-17CD4457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4EF7B2-8D5D-C94D-9ED1-23DEB226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2E0D7-A9AE-854A-920E-809C822E489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294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3842440-3BA9-654E-B4A8-06FCC2454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C1AF25-9546-774D-8B4E-BBF0DD4B990A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2C3ACA7-66EA-704D-BFA4-7AC874D4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C9301A5-32CF-FE4C-8888-A8E1A216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9E491-491A-044A-BB8B-8BA6262F8E7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765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6882414-C04D-444C-96F5-5D10963C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D0F78-DF6C-AB41-98F6-6C975E67894E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EB92221-BF15-7B40-A6BF-C2C0EEAA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A3F4B7-6A0E-D848-B15C-F2B026F8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1BBEE-7A26-234F-A154-E899BDC6755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39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E0065D37-50E8-2441-BD01-7BB461E5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2C07C-6790-DA48-84CF-6396053EFBFD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3" name="頁尾版面配置區 21">
            <a:extLst>
              <a:ext uri="{FF2B5EF4-FFF2-40B4-BE49-F238E27FC236}">
                <a16:creationId xmlns:a16="http://schemas.microsoft.com/office/drawing/2014/main" id="{FC860835-49A2-B440-869E-500368C1A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17">
            <a:extLst>
              <a:ext uri="{FF2B5EF4-FFF2-40B4-BE49-F238E27FC236}">
                <a16:creationId xmlns:a16="http://schemas.microsoft.com/office/drawing/2014/main" id="{02987C68-4297-1346-8B00-56DBC505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AC931-25A0-4947-94F5-2AC3DD45F02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959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A37AD9-1336-BA4E-BDAF-F6CBED97E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DEB65-EC05-0B49-B076-F00065D0A004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B46715-B654-C740-8884-3E2DD5087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B13C256-D780-434C-8290-003FD2A0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CFA82-BAD4-D746-A135-2580053E06B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6463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手繪多邊形 4">
            <a:extLst>
              <a:ext uri="{FF2B5EF4-FFF2-40B4-BE49-F238E27FC236}">
                <a16:creationId xmlns:a16="http://schemas.microsoft.com/office/drawing/2014/main" id="{3DD3E678-4398-E947-8C88-95B5F0AF690A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6" name="手繪多邊形 15">
            <a:extLst>
              <a:ext uri="{FF2B5EF4-FFF2-40B4-BE49-F238E27FC236}">
                <a16:creationId xmlns:a16="http://schemas.microsoft.com/office/drawing/2014/main" id="{260331BF-11C9-9341-8C5D-9EC1E34B1A49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62865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0C66CE33-D896-3243-A070-1BF7BF858949}"/>
              </a:ext>
            </a:extLst>
          </p:cNvPr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1D3939A-7302-9341-8773-8213BBDF6E3B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＞形箭號 8">
            <a:extLst>
              <a:ext uri="{FF2B5EF4-FFF2-40B4-BE49-F238E27FC236}">
                <a16:creationId xmlns:a16="http://schemas.microsoft.com/office/drawing/2014/main" id="{22375B14-839A-7542-B9B7-B8FC10E12F06}"/>
              </a:ext>
            </a:extLst>
          </p:cNvPr>
          <p:cNvSpPr/>
          <p:nvPr/>
        </p:nvSpPr>
        <p:spPr>
          <a:xfrm>
            <a:off x="8664575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10" name="＞形箭號 9">
            <a:extLst>
              <a:ext uri="{FF2B5EF4-FFF2-40B4-BE49-F238E27FC236}">
                <a16:creationId xmlns:a16="http://schemas.microsoft.com/office/drawing/2014/main" id="{B9AC5C30-4CA8-1E4E-B682-71C568DB0663}"/>
              </a:ext>
            </a:extLst>
          </p:cNvPr>
          <p:cNvSpPr/>
          <p:nvPr/>
        </p:nvSpPr>
        <p:spPr>
          <a:xfrm>
            <a:off x="8477250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1" name="日期版面配置區 4">
            <a:extLst>
              <a:ext uri="{FF2B5EF4-FFF2-40B4-BE49-F238E27FC236}">
                <a16:creationId xmlns:a16="http://schemas.microsoft.com/office/drawing/2014/main" id="{52420ED6-E20D-744A-9891-1BB866343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512A6B11-7AA5-E244-9BED-098FC2FBD624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12" name="頁尾版面配置區 5">
            <a:extLst>
              <a:ext uri="{FF2B5EF4-FFF2-40B4-BE49-F238E27FC236}">
                <a16:creationId xmlns:a16="http://schemas.microsoft.com/office/drawing/2014/main" id="{0AAFE768-A732-D044-8DFC-7A789FE0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3" name="投影片編號版面配置區 6">
            <a:extLst>
              <a:ext uri="{FF2B5EF4-FFF2-40B4-BE49-F238E27FC236}">
                <a16:creationId xmlns:a16="http://schemas.microsoft.com/office/drawing/2014/main" id="{B032B77E-563B-7244-AEC2-266B50D0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0BD1E-A9CF-B243-8E77-F8EBB9A8B90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4747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749E6751-7A9B-0349-8D41-8BACF428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8F96BF-3CF8-A24C-B409-60829FCA8FFD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FA7EBE62-1180-1A41-9213-0A48DD629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08DBE8AC-8C08-3F45-A316-6E89E334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2C6C4-B561-E642-B2C6-88DDE52E98C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222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CE51DB5D-B410-434F-A560-5BA083703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06E40F-5FFC-0F4A-8371-F495F26EB1CA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0D0969BD-3F01-2C41-94CE-9BC08868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E09FA775-3231-7D43-9B7E-78040B95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A29449-F475-F647-B0D0-65299BE8075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012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>
            <a:extLst>
              <a:ext uri="{FF2B5EF4-FFF2-40B4-BE49-F238E27FC236}">
                <a16:creationId xmlns:a16="http://schemas.microsoft.com/office/drawing/2014/main" id="{9907BCA8-14E4-6D4D-9AA2-631C5AE1AAA9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1027" name="手繪多邊形 11">
            <a:extLst>
              <a:ext uri="{FF2B5EF4-FFF2-40B4-BE49-F238E27FC236}">
                <a16:creationId xmlns:a16="http://schemas.microsoft.com/office/drawing/2014/main" id="{89AEFB59-879B-C245-BB0E-E71C4F954737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62865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813D7BAF-113D-D746-B8B7-21EB6D567562}"/>
              </a:ext>
            </a:extLst>
          </p:cNvPr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5174BCA-C283-F54B-902C-E9C7B40978AB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>
            <a:extLst>
              <a:ext uri="{FF2B5EF4-FFF2-40B4-BE49-F238E27FC236}">
                <a16:creationId xmlns:a16="http://schemas.microsoft.com/office/drawing/2014/main" id="{5E9D83A3-9FDD-2348-9ACA-A963C699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33" name="文字版面配置區 29">
            <a:extLst>
              <a:ext uri="{FF2B5EF4-FFF2-40B4-BE49-F238E27FC236}">
                <a16:creationId xmlns:a16="http://schemas.microsoft.com/office/drawing/2014/main" id="{78D7F471-073A-6D47-98D1-95D8BD240D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112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0" name="日期版面配置區 9">
            <a:extLst>
              <a:ext uri="{FF2B5EF4-FFF2-40B4-BE49-F238E27FC236}">
                <a16:creationId xmlns:a16="http://schemas.microsoft.com/office/drawing/2014/main" id="{A69AED78-CF0D-CA44-8AEE-F6F93E86B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4805363"/>
            <a:ext cx="1919288" cy="274637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fld id="{26743B83-D21F-D44A-81D6-43AC26D1D9AF}" type="datetimeFigureOut">
              <a:rPr lang="zh-TW" altLang="en-US"/>
              <a:pPr>
                <a:defRPr/>
              </a:pPr>
              <a:t>2024/10/20</a:t>
            </a:fld>
            <a:endParaRPr lang="zh-TW" altLang="en-US"/>
          </a:p>
        </p:txBody>
      </p:sp>
      <p:sp>
        <p:nvSpPr>
          <p:cNvPr id="22" name="頁尾版面配置區 21">
            <a:extLst>
              <a:ext uri="{FF2B5EF4-FFF2-40B4-BE49-F238E27FC236}">
                <a16:creationId xmlns:a16="http://schemas.microsoft.com/office/drawing/2014/main" id="{422E989D-E440-5E45-A81C-8E8832602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4805363"/>
            <a:ext cx="2351087" cy="274637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62AB4D65-F8EF-9747-8D97-681616246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4805363"/>
            <a:ext cx="366712" cy="27463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>
                <a:latin typeface="Lucida Sans Unicode" panose="020B0602030504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78406AB9-3C17-9844-95EE-6B1F62B9A12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099" r:id="rId2"/>
    <p:sldLayoutId id="2147484104" r:id="rId3"/>
    <p:sldLayoutId id="2147484105" r:id="rId4"/>
    <p:sldLayoutId id="2147484106" r:id="rId5"/>
    <p:sldLayoutId id="2147484107" r:id="rId6"/>
    <p:sldLayoutId id="2147484100" r:id="rId7"/>
    <p:sldLayoutId id="2147484108" r:id="rId8"/>
    <p:sldLayoutId id="2147484109" r:id="rId9"/>
    <p:sldLayoutId id="2147484101" r:id="rId10"/>
    <p:sldLayoutId id="214748410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2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2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2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dn-news.org/News.aspx?EntityID=News&amp;PK=00000000077d3c1431c4998b734cde4a82770a4a8e715a56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bible.fhl.net/Bible2/cgic201/read201.cgi?ver=big5&amp;na=0&amp;chap=1075&amp;ft=0&amp;temp=290" TargetMode="External"/><Relationship Id="rId2" Type="http://schemas.openxmlformats.org/officeDocument/2006/relationships/hyperlink" Target="https://springbible.fhl.net/Bible2/cgic201/read201.cgi?ver=big5&amp;na=0&amp;chap=1110&amp;ft=0&amp;temp=27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pringbible.fhl.net/Bible2/cgic201/read201.cgi?ver=big5&amp;na=0&amp;chap=1163&amp;ft=0&amp;temp=2" TargetMode="Externa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57893-A464-D040-9895-C3D13A88C4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sp3d prstMaterial="softEdge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第三課　幸福⼩組概論</a:t>
            </a:r>
            <a:endParaRPr lang="zh-TW" altLang="en-US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內容版面配置區 2">
            <a:extLst>
              <a:ext uri="{FF2B5EF4-FFF2-40B4-BE49-F238E27FC236}">
                <a16:creationId xmlns:a16="http://schemas.microsoft.com/office/drawing/2014/main" id="{73AC3E47-C44C-C04E-9752-C8E1A08D3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itchFamily="2" charset="2"/>
              <a:buNone/>
            </a:pPr>
            <a:r>
              <a:rPr lang="en-US" altLang="zh-TW" sz="2400" b="1" dirty="0">
                <a:solidFill>
                  <a:srgbClr val="000099"/>
                </a:solidFill>
                <a:latin typeface="+mj-ea"/>
                <a:ea typeface="+mj-ea"/>
              </a:rPr>
              <a:t>【</a:t>
            </a:r>
            <a:r>
              <a:rPr lang="zh-TW" altLang="en-US" sz="2400" b="1" dirty="0">
                <a:solidFill>
                  <a:srgbClr val="000099"/>
                </a:solidFill>
                <a:latin typeface="+mj-ea"/>
                <a:ea typeface="+mj-ea"/>
                <a:cs typeface="Times New Roman" panose="02020603050405020304" pitchFamily="18" charset="0"/>
              </a:rPr>
              <a:t>使徒行傳五 </a:t>
            </a:r>
            <a:r>
              <a:rPr lang="en-US" altLang="zh-TW" sz="2400" b="1" dirty="0">
                <a:solidFill>
                  <a:srgbClr val="000099"/>
                </a:solidFill>
                <a:latin typeface="+mj-ea"/>
                <a:ea typeface="+mj-ea"/>
                <a:cs typeface="Times New Roman" panose="02020603050405020304" pitchFamily="18" charset="0"/>
              </a:rPr>
              <a:t>42</a:t>
            </a:r>
            <a:r>
              <a:rPr lang="en-US" altLang="zh-TW" sz="2400" b="1" dirty="0">
                <a:solidFill>
                  <a:srgbClr val="000099"/>
                </a:solidFill>
                <a:latin typeface="+mj-ea"/>
                <a:ea typeface="+mj-ea"/>
              </a:rPr>
              <a:t>】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itchFamily="2" charset="2"/>
              <a:buNone/>
            </a:pPr>
            <a:r>
              <a:rPr lang="en-US" altLang="zh-TW" sz="3200" b="1" dirty="0">
                <a:solidFill>
                  <a:srgbClr val="000099"/>
                </a:solidFill>
                <a:latin typeface="+mj-ea"/>
                <a:ea typeface="+mj-ea"/>
              </a:rPr>
              <a:t>	</a:t>
            </a:r>
            <a:r>
              <a:rPr lang="zh-TW" altLang="en-US" sz="3200" b="1" dirty="0">
                <a:solidFill>
                  <a:srgbClr val="000099"/>
                </a:solidFill>
                <a:latin typeface="+mj-ea"/>
                <a:ea typeface="+mj-ea"/>
              </a:rPr>
              <a:t>他們就每日在殿裏、在家裏</a:t>
            </a:r>
            <a:endParaRPr lang="en-US" altLang="zh-TW" sz="3200" b="1" dirty="0">
              <a:solidFill>
                <a:srgbClr val="000099"/>
              </a:solidFill>
              <a:latin typeface="+mj-ea"/>
              <a:ea typeface="+mj-ea"/>
            </a:endParaRP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itchFamily="2" charset="2"/>
              <a:buNone/>
            </a:pPr>
            <a:r>
              <a:rPr lang="en-US" altLang="zh-TW" sz="3200" b="1" dirty="0">
                <a:solidFill>
                  <a:srgbClr val="000099"/>
                </a:solidFill>
                <a:latin typeface="+mj-ea"/>
                <a:ea typeface="+mj-ea"/>
              </a:rPr>
              <a:t>	</a:t>
            </a:r>
            <a:r>
              <a:rPr lang="zh-TW" altLang="en-US" sz="3200" b="1" dirty="0">
                <a:solidFill>
                  <a:srgbClr val="000099"/>
                </a:solidFill>
                <a:latin typeface="+mj-ea"/>
                <a:ea typeface="+mj-ea"/>
              </a:rPr>
              <a:t>不住地教訓人，傳耶穌是基督。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內容版面配置區 4">
            <a:extLst>
              <a:ext uri="{FF2B5EF4-FFF2-40B4-BE49-F238E27FC236}">
                <a16:creationId xmlns:a16="http://schemas.microsoft.com/office/drawing/2014/main" id="{8DFCDB22-12CE-A340-8815-0F8A76D4D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419225"/>
            <a:ext cx="8229600" cy="339407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41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41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團隊式</a:t>
            </a:r>
            <a:r>
              <a:rPr lang="en-US" altLang="zh-TW" sz="41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      </a:t>
            </a:r>
            <a:endParaRPr lang="zh-TW" altLang="en-US" sz="4100" b="1" dirty="0">
              <a:solidFill>
                <a:srgbClr val="000099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41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41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帶狀式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41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3. </a:t>
            </a:r>
            <a:r>
              <a:rPr lang="zh-TW" altLang="en-US" sz="41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扁平化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7CB8BAB-C5CC-2447-A281-9F0E91A80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2500"/>
            <a:ext cx="8229600" cy="857250"/>
          </a:xfrm>
        </p:spPr>
        <p:txBody>
          <a:bodyPr anchor="t">
            <a:noAutofit/>
            <a:sp3d prstMaterial="softEdge"/>
          </a:bodyPr>
          <a:lstStyle/>
          <a:p>
            <a:pPr marL="1080000" indent="-1080000" eaLnBrk="1" fontAlgn="auto" hangingPunct="1">
              <a:spcAft>
                <a:spcPts val="0"/>
              </a:spcAft>
              <a:defRPr/>
            </a:pPr>
            <a:r>
              <a:rPr lang="zh-TW" altLang="en-US" sz="4200" dirty="0">
                <a:solidFill>
                  <a:srgbClr val="000099"/>
                </a:solidFill>
                <a:effectLst/>
              </a:rPr>
              <a:t>一、幸福小組的策略優勢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內容版面配置區 1">
            <a:extLst>
              <a:ext uri="{FF2B5EF4-FFF2-40B4-BE49-F238E27FC236}">
                <a16:creationId xmlns:a16="http://schemas.microsoft.com/office/drawing/2014/main" id="{8DDDBE83-6BB0-8B44-966E-78FCF4D2D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13" y="1111250"/>
            <a:ext cx="6848475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培養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　　　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的傳福音工人</a:t>
            </a:r>
            <a:endParaRPr lang="en-US" altLang="zh-TW" sz="3100" b="1">
              <a:solidFill>
                <a:srgbClr val="262626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　　　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門徒屬靈品格</a:t>
            </a:r>
            <a:endParaRPr lang="en-US" altLang="zh-TW" sz="3100" b="1">
              <a:solidFill>
                <a:srgbClr val="262626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在福音戰場上經歷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　　　</a:t>
            </a:r>
            <a:r>
              <a:rPr lang="en-US" altLang="zh-TW" sz="3100" b="1">
                <a:solidFill>
                  <a:schemeClr val="bg1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.</a:t>
            </a:r>
            <a:endParaRPr lang="zh-TW" altLang="en-US" sz="3100" b="1">
              <a:solidFill>
                <a:schemeClr val="bg1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A734CF7-B5F4-7E40-AF53-BB85B2234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 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有效建造門徒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33639FE9-AE11-934D-A923-0B10C7A3A03E}"/>
              </a:ext>
            </a:extLst>
          </p:cNvPr>
          <p:cNvSpPr txBox="1">
            <a:spLocks/>
          </p:cNvSpPr>
          <p:nvPr/>
        </p:nvSpPr>
        <p:spPr>
          <a:xfrm>
            <a:off x="1692275" y="1111250"/>
            <a:ext cx="6765925" cy="2900363"/>
          </a:xfrm>
          <a:prstGeom prst="rect">
            <a:avLst/>
          </a:prstGeom>
        </p:spPr>
        <p:txBody>
          <a:bodyPr/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fontAlgn="auto"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zh-TW" altLang="en-US" sz="3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  <a:sym typeface="Wingdings"/>
              </a:rPr>
              <a:t>　　專業</a:t>
            </a:r>
            <a:endParaRPr lang="en-US" altLang="zh-TW" sz="31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  <a:sym typeface="Wingdings"/>
            </a:endParaRPr>
          </a:p>
          <a:p>
            <a:pPr marL="0" indent="0" fontAlgn="auto"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zh-TW" altLang="en-US" sz="3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  <a:sym typeface="Wingdings"/>
              </a:rPr>
              <a:t>深化</a:t>
            </a:r>
            <a:endParaRPr lang="en-US" altLang="zh-TW" sz="31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  <a:sym typeface="Wingdings"/>
            </a:endParaRPr>
          </a:p>
          <a:p>
            <a:pPr marL="0" indent="0" fontAlgn="auto"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zh-TW" altLang="en-US" sz="3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  <a:sym typeface="Wingdings"/>
              </a:rPr>
              <a:t>　　　　　　　　得勝</a:t>
            </a:r>
            <a:endParaRPr lang="zh-TW" altLang="en-US" sz="31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1ECA137-A992-1940-A9DC-4C5B99C0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23478"/>
            <a:ext cx="8229600" cy="857250"/>
          </a:xfrm>
        </p:spPr>
        <p:txBody>
          <a:bodyPr anchor="t">
            <a:noAutofit/>
            <a:sp3d prstMaterial="softEdge"/>
          </a:bodyPr>
          <a:lstStyle/>
          <a:p>
            <a:pPr marL="1080000" indent="-1080000" eaLnBrk="1" fontAlgn="auto" hangingPunct="1">
              <a:spcAft>
                <a:spcPts val="0"/>
              </a:spcAft>
              <a:defRPr/>
            </a:pPr>
            <a:r>
              <a:rPr lang="zh-TW" altLang="en-US" sz="4200" dirty="0">
                <a:solidFill>
                  <a:srgbClr val="000099"/>
                </a:solidFill>
                <a:effectLst/>
              </a:rPr>
              <a:t>二、幸福小組的期程</a:t>
            </a:r>
          </a:p>
        </p:txBody>
      </p:sp>
      <p:graphicFrame>
        <p:nvGraphicFramePr>
          <p:cNvPr id="10" name="內容版面配置區 1">
            <a:extLst>
              <a:ext uri="{FF2B5EF4-FFF2-40B4-BE49-F238E27FC236}">
                <a16:creationId xmlns:a16="http://schemas.microsoft.com/office/drawing/2014/main" id="{97925B3C-588A-4044-8CD1-B1F48B73FC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5288" y="842963"/>
          <a:ext cx="8424862" cy="1867148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41128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65044">
                <a:tc gridSpan="14"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每年兩期，上下半年各一期，每一期有</a:t>
                      </a:r>
                      <a:r>
                        <a:rPr kumimoji="0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14 </a:t>
                      </a:r>
                      <a:r>
                        <a:rPr kumimoji="0" lang="zh-TW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週。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28">
                <a:tc gridSpan="2"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預備週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CD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BEST 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CD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主日</a:t>
                      </a:r>
                      <a:b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</a:br>
                      <a:r>
                        <a:rPr kumimoji="0" lang="zh-TW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名人講座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CD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歡慶主日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Big Day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CD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928"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預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預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2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B1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B2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B3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B4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B5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B6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B7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B8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名</a:t>
                      </a: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名</a:t>
                      </a: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2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2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2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2" charset="2"/>
                        <a:defRPr sz="16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名</a:t>
                      </a: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Lucida Sans Unicode" panose="020B0602030504020204" pitchFamily="34" charset="0"/>
                          <a:ea typeface="微軟正黑體" panose="020B0604030504040204" pitchFamily="34" charset="-120"/>
                        </a:rPr>
                        <a:t>3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Lucida Sans Unicode" panose="020B0602030504020204" pitchFamily="34" charset="0"/>
                        <a:ea typeface="微軟正黑體" panose="020B0604030504040204" pitchFamily="34" charset="-12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8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1">
            <a:extLst>
              <a:ext uri="{FF2B5EF4-FFF2-40B4-BE49-F238E27FC236}">
                <a16:creationId xmlns:a16="http://schemas.microsoft.com/office/drawing/2014/main" id="{7A7164AD-460B-1B42-9CEE-08B556DFB5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8159949"/>
              </p:ext>
            </p:extLst>
          </p:nvPr>
        </p:nvGraphicFramePr>
        <p:xfrm>
          <a:off x="392113" y="2798763"/>
          <a:ext cx="8424864" cy="22209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9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95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95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9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95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95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185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112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13621">
                <a:tc gridSpan="12">
                  <a:txBody>
                    <a:bodyPr/>
                    <a:lstStyle/>
                    <a:p>
                      <a:r>
                        <a:rPr lang="zh-TW" altLang="en-US" sz="2000" dirty="0"/>
                        <a:t>生命之道</a:t>
                      </a:r>
                    </a:p>
                  </a:txBody>
                  <a:tcPr marL="91439" marR="91439" marT="45739" marB="45739"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332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zh-TW" altLang="en-US" sz="2000" u="none" strike="noStrike" kern="1200" baseline="0" dirty="0">
                          <a:solidFill>
                            <a:srgbClr val="000099"/>
                          </a:solidFill>
                        </a:rPr>
                        <a:t>預備週</a:t>
                      </a:r>
                      <a:endParaRPr kumimoji="0" lang="en-US" altLang="zh-TW" sz="2000" u="none" strike="noStrike" kern="1200" baseline="0" dirty="0">
                        <a:solidFill>
                          <a:srgbClr val="000099"/>
                        </a:solidFill>
                      </a:endParaRPr>
                    </a:p>
                    <a:p>
                      <a:pPr algn="ctr"/>
                      <a:r>
                        <a:rPr kumimoji="0" lang="en-US" altLang="zh-TW" sz="2000" u="none" strike="noStrike" kern="1200" baseline="0" dirty="0">
                          <a:solidFill>
                            <a:srgbClr val="000099"/>
                          </a:solidFill>
                        </a:rPr>
                        <a:t>(~4)</a:t>
                      </a:r>
                      <a:endParaRPr lang="zh-TW" altLang="en-US" sz="2000" dirty="0">
                        <a:solidFill>
                          <a:srgbClr val="000099"/>
                        </a:solidFill>
                      </a:endParaRPr>
                    </a:p>
                  </a:txBody>
                  <a:tcPr marL="91439" marR="91439" marT="45739" marB="45739"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kumimoji="0" lang="en-US" altLang="zh-TW" sz="2000" u="none" strike="noStrike" kern="1200" baseline="0" dirty="0"/>
                        <a:t>BEST </a:t>
                      </a:r>
                      <a:endParaRPr lang="zh-TW" altLang="en-US" sz="2000" dirty="0"/>
                    </a:p>
                  </a:txBody>
                  <a:tcPr marL="91439" marR="91439" marT="45739" marB="45739"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u="none" strike="noStrike" kern="1200" baseline="0" dirty="0">
                          <a:solidFill>
                            <a:srgbClr val="000099"/>
                          </a:solidFill>
                        </a:rPr>
                        <a:t>遇見</a:t>
                      </a:r>
                      <a:endParaRPr kumimoji="0" lang="en-US" altLang="zh-TW" sz="2000" u="none" strike="noStrike" kern="1200" baseline="0" dirty="0">
                        <a:solidFill>
                          <a:srgbClr val="000099"/>
                        </a:solidFill>
                      </a:endParaRPr>
                    </a:p>
                    <a:p>
                      <a:pPr algn="ctr"/>
                      <a:r>
                        <a:rPr kumimoji="0" lang="zh-TW" altLang="en-US" sz="2000" u="none" strike="noStrike" kern="1200" baseline="0" dirty="0">
                          <a:solidFill>
                            <a:srgbClr val="000099"/>
                          </a:solidFill>
                        </a:rPr>
                        <a:t>幸福營</a:t>
                      </a:r>
                      <a:endParaRPr lang="zh-TW" altLang="en-US" sz="2000" dirty="0">
                        <a:solidFill>
                          <a:srgbClr val="000099"/>
                        </a:solidFill>
                      </a:endParaRPr>
                    </a:p>
                  </a:txBody>
                  <a:tcPr marL="91439" marR="91439" marT="45739" marB="45739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0" lang="zh-TW" altLang="en-US" sz="2000" u="none" strike="noStrike" kern="1200" baseline="0" dirty="0"/>
                        <a:t>歡慶受洗</a:t>
                      </a:r>
                    </a:p>
                    <a:p>
                      <a:pPr algn="ctr"/>
                      <a:r>
                        <a:rPr kumimoji="0" lang="en-US" altLang="zh-TW" sz="2000" u="none" strike="noStrike" kern="1200" baseline="0" dirty="0"/>
                        <a:t>Happy Day</a:t>
                      </a:r>
                      <a:endParaRPr lang="zh-TW" altLang="en-US" sz="2000" dirty="0"/>
                    </a:p>
                  </a:txBody>
                  <a:tcPr marL="91439" marR="91439" marT="45739" marB="4573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96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u="none" strike="noStrike" kern="1200" baseline="0" dirty="0">
                          <a:solidFill>
                            <a:srgbClr val="000099"/>
                          </a:solidFill>
                        </a:rPr>
                        <a:t>預</a:t>
                      </a:r>
                    </a:p>
                    <a:p>
                      <a:pPr algn="ctr"/>
                      <a:r>
                        <a:rPr kumimoji="0" lang="en-US" altLang="zh-TW" sz="2000" u="none" strike="noStrike" kern="1200" baseline="0" dirty="0">
                          <a:solidFill>
                            <a:srgbClr val="000099"/>
                          </a:solidFill>
                        </a:rPr>
                        <a:t>1/2</a:t>
                      </a:r>
                      <a:endParaRPr lang="zh-TW" altLang="en-US" sz="2000" dirty="0">
                        <a:solidFill>
                          <a:srgbClr val="000099"/>
                        </a:solidFill>
                      </a:endParaRPr>
                    </a:p>
                  </a:txBody>
                  <a:tcPr marL="91439" marR="91439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2000" u="none" strike="noStrike" kern="1200" baseline="0" dirty="0">
                          <a:solidFill>
                            <a:srgbClr val="000099"/>
                          </a:solidFill>
                        </a:rPr>
                        <a:t>預</a:t>
                      </a:r>
                    </a:p>
                    <a:p>
                      <a:pPr algn="ctr"/>
                      <a:r>
                        <a:rPr lang="en-US" altLang="zh-TW" sz="2000" dirty="0">
                          <a:solidFill>
                            <a:srgbClr val="000099"/>
                          </a:solidFill>
                        </a:rPr>
                        <a:t>3/4</a:t>
                      </a:r>
                      <a:endParaRPr lang="zh-TW" altLang="en-US" sz="2000" dirty="0">
                        <a:solidFill>
                          <a:srgbClr val="000099"/>
                        </a:solidFill>
                      </a:endParaRPr>
                    </a:p>
                  </a:txBody>
                  <a:tcPr marL="91439" marR="91439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u="none" strike="noStrike" kern="1200" baseline="0" dirty="0"/>
                        <a:t>B1</a:t>
                      </a:r>
                      <a:endParaRPr lang="zh-TW" altLang="en-US" sz="2000" dirty="0"/>
                    </a:p>
                  </a:txBody>
                  <a:tcPr marL="91439" marR="91439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u="none" strike="noStrike" kern="1200" baseline="0" dirty="0"/>
                        <a:t>B2</a:t>
                      </a:r>
                      <a:endParaRPr lang="zh-TW" altLang="en-US" sz="2000" dirty="0"/>
                    </a:p>
                  </a:txBody>
                  <a:tcPr marL="91439" marR="91439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u="none" strike="noStrike" kern="1200" baseline="0" dirty="0"/>
                        <a:t>B3</a:t>
                      </a:r>
                      <a:endParaRPr lang="zh-TW" altLang="en-US" sz="2000" dirty="0"/>
                    </a:p>
                  </a:txBody>
                  <a:tcPr marL="91439" marR="91439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u="none" strike="noStrike" kern="1200" baseline="0" dirty="0"/>
                        <a:t>B4</a:t>
                      </a:r>
                      <a:endParaRPr lang="zh-TW" altLang="en-US" sz="2000" dirty="0"/>
                    </a:p>
                  </a:txBody>
                  <a:tcPr marL="91439" marR="91439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u="none" strike="noStrike" kern="1200" baseline="0" dirty="0"/>
                        <a:t>B5</a:t>
                      </a:r>
                      <a:endParaRPr lang="zh-TW" altLang="en-US" sz="2000" dirty="0"/>
                    </a:p>
                  </a:txBody>
                  <a:tcPr marL="91439" marR="91439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u="none" strike="noStrike" kern="1200" baseline="0" dirty="0"/>
                        <a:t>B6</a:t>
                      </a:r>
                      <a:endParaRPr lang="zh-TW" altLang="en-US" sz="2000" dirty="0"/>
                    </a:p>
                  </a:txBody>
                  <a:tcPr marL="91439" marR="91439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u="none" strike="noStrike" kern="1200" baseline="0" dirty="0"/>
                        <a:t>B7</a:t>
                      </a:r>
                      <a:endParaRPr lang="zh-TW" altLang="en-US" sz="2000" dirty="0"/>
                    </a:p>
                  </a:txBody>
                  <a:tcPr marL="91439" marR="91439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u="none" strike="noStrike" kern="1200" baseline="0" dirty="0"/>
                        <a:t>B8</a:t>
                      </a:r>
                      <a:endParaRPr lang="zh-TW" altLang="en-US" sz="2000" dirty="0"/>
                    </a:p>
                  </a:txBody>
                  <a:tcPr marL="91439" marR="91439" marT="45739" marB="457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u="none" strike="noStrike" kern="1200" baseline="0" dirty="0">
                          <a:solidFill>
                            <a:srgbClr val="000099"/>
                          </a:solidFill>
                        </a:rPr>
                        <a:t>…</a:t>
                      </a:r>
                      <a:endParaRPr lang="zh-TW" altLang="en-US" sz="2000" dirty="0">
                        <a:solidFill>
                          <a:srgbClr val="000099"/>
                        </a:solidFill>
                      </a:endParaRPr>
                    </a:p>
                  </a:txBody>
                  <a:tcPr marL="91439" marR="91439" marT="45739" marB="45739" anchor="ctr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內容版面配置區 1">
            <a:extLst>
              <a:ext uri="{FF2B5EF4-FFF2-40B4-BE49-F238E27FC236}">
                <a16:creationId xmlns:a16="http://schemas.microsoft.com/office/drawing/2014/main" id="{D692E55F-C209-A442-8F35-35372294B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13" y="1111250"/>
            <a:ext cx="7559675" cy="4032250"/>
          </a:xfrm>
        </p:spPr>
        <p:txBody>
          <a:bodyPr/>
          <a:lstStyle/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福長分享預備週信息，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　　　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向心力、</a:t>
            </a:r>
            <a:b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　　　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同工傳福音心志。</a:t>
            </a:r>
          </a:p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安排服事表及其他庶務。</a:t>
            </a:r>
          </a:p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禱告重點：為邀請的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BEST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能順利進場及同工合一禱告</a:t>
            </a:r>
            <a:endParaRPr lang="zh-TW" altLang="en-US" sz="3100" b="1">
              <a:solidFill>
                <a:schemeClr val="bg1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C0314D3-8182-674E-BA9A-3F11C5B03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二週預備週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239AF401-5ED8-6B42-B452-4DF919263FCE}"/>
              </a:ext>
            </a:extLst>
          </p:cNvPr>
          <p:cNvSpPr txBox="1">
            <a:spLocks/>
          </p:cNvSpPr>
          <p:nvPr/>
        </p:nvSpPr>
        <p:spPr>
          <a:xfrm>
            <a:off x="1692275" y="1111250"/>
            <a:ext cx="6696075" cy="1450975"/>
          </a:xfrm>
          <a:prstGeom prst="rect">
            <a:avLst/>
          </a:prstGeom>
        </p:spPr>
        <p:txBody>
          <a:bodyPr/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fontAlgn="auto">
              <a:spcBef>
                <a:spcPts val="0"/>
              </a:spcBef>
              <a:buClr>
                <a:srgbClr val="2DA2BF"/>
              </a:buClr>
              <a:buFont typeface="Wingdings 3"/>
              <a:buNone/>
              <a:defRPr/>
            </a:pPr>
            <a:r>
              <a:rPr lang="zh-TW" altLang="en-US" sz="3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  <a:sym typeface="Wingdings"/>
              </a:rPr>
              <a:t>　　　　　　　　　　凝聚</a:t>
            </a:r>
            <a:endParaRPr lang="en-US" altLang="zh-TW" sz="31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  <a:sym typeface="Wingdings"/>
            </a:endParaRPr>
          </a:p>
          <a:p>
            <a:pPr marL="0" indent="0" fontAlgn="auto">
              <a:spcBef>
                <a:spcPts val="0"/>
              </a:spcBef>
              <a:buClr>
                <a:srgbClr val="2DA2BF"/>
              </a:buClr>
              <a:buFont typeface="Wingdings 3"/>
              <a:buNone/>
              <a:defRPr/>
            </a:pPr>
            <a:r>
              <a:rPr lang="zh-TW" altLang="en-US" sz="3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  <a:sym typeface="Wingdings"/>
              </a:rPr>
              <a:t>激勵</a:t>
            </a:r>
            <a:endParaRPr lang="zh-TW" altLang="en-US" sz="31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內容版面配置區 1">
            <a:extLst>
              <a:ext uri="{FF2B5EF4-FFF2-40B4-BE49-F238E27FC236}">
                <a16:creationId xmlns:a16="http://schemas.microsoft.com/office/drawing/2014/main" id="{543CB09F-A9A2-1E48-ADAB-F5C00F5C2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91630"/>
            <a:ext cx="8485435" cy="4032250"/>
          </a:xfrm>
        </p:spPr>
        <p:txBody>
          <a:bodyPr/>
          <a:lstStyle/>
          <a:p>
            <a:pPr marL="395288" indent="-395288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第四週（</a:t>
            </a: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B4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）和第八週（</a:t>
            </a: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B8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）舉辦特別活動。</a:t>
            </a:r>
            <a:endParaRPr lang="en-US" altLang="zh-TW" sz="3100" b="1" dirty="0">
              <a:solidFill>
                <a:srgbClr val="262626"/>
              </a:solidFill>
              <a:latin typeface="微軟正黑體" panose="020B0604030504040204" pitchFamily="34" charset="-120"/>
              <a:cs typeface="Times New Roman" panose="02020603050405020304" pitchFamily="18" charset="0"/>
              <a:sym typeface="Wingdings" pitchFamily="2" charset="2"/>
            </a:endParaRPr>
          </a:p>
          <a:p>
            <a:pPr marL="395288" indent="-395288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第五週（</a:t>
            </a: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B5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）起，隨身攜帶受洗報名表。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764ABE1-0DC7-B747-A473-7E879EAE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 八週幸福小組</a:t>
            </a:r>
            <a:r>
              <a:rPr lang="en-US" altLang="zh-TW" dirty="0">
                <a:solidFill>
                  <a:srgbClr val="000099"/>
                </a:solidFill>
                <a:effectLst/>
              </a:rPr>
              <a:t>【BEST 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進場</a:t>
            </a:r>
            <a:r>
              <a:rPr lang="en-US" altLang="zh-TW" dirty="0">
                <a:solidFill>
                  <a:srgbClr val="000099"/>
                </a:solidFill>
                <a:effectLst/>
              </a:rPr>
              <a:t>】</a:t>
            </a:r>
            <a:endParaRPr lang="zh-TW" altLang="en-US" dirty="0">
              <a:solidFill>
                <a:srgbClr val="000099"/>
              </a:solidFill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內容版面配置區 1">
            <a:extLst>
              <a:ext uri="{FF2B5EF4-FFF2-40B4-BE49-F238E27FC236}">
                <a16:creationId xmlns:a16="http://schemas.microsoft.com/office/drawing/2014/main" id="{F3445A52-EA61-5741-A24F-A11BCCFCB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347614"/>
            <a:ext cx="7992888" cy="2808114"/>
          </a:xfrm>
        </p:spPr>
        <p:txBody>
          <a:bodyPr/>
          <a:lstStyle/>
          <a:p>
            <a:pPr marL="395288" indent="-395288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引導</a:t>
            </a: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BEST 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順利進入教會。</a:t>
            </a:r>
          </a:p>
          <a:p>
            <a:pPr marL="395288" indent="-395288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藉著強有力的佈道信息催化</a:t>
            </a:r>
            <a:r>
              <a:rPr lang="en-US" altLang="zh-TW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BEST </a:t>
            </a:r>
            <a:r>
              <a:rPr lang="zh-TW" altLang="en-US" sz="3100" b="1" dirty="0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決志受洗。</a:t>
            </a:r>
            <a:endParaRPr lang="zh-TW" altLang="en-US" sz="3100" b="1" dirty="0">
              <a:solidFill>
                <a:srgbClr val="262626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213E34E-D654-AF40-A61D-7891AB6E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三週主日名人講座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D946026-5B90-614A-9A68-0A88C246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06" y="1347614"/>
            <a:ext cx="7559675" cy="3363838"/>
          </a:xfrm>
        </p:spPr>
        <p:txBody>
          <a:bodyPr>
            <a:normAutofit/>
          </a:bodyPr>
          <a:lstStyle/>
          <a:p>
            <a:pPr marL="396000" indent="-396000" eaLnBrk="1" fontAlgn="auto" hangingPunct="1"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en-US" altLang="zh-TW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</a:t>
            </a:r>
            <a:r>
              <a:rPr lang="zh-TW" alt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 將幸福小組的感動帶到最高峰。</a:t>
            </a:r>
            <a:endParaRPr lang="zh-TW" altLang="en-US" sz="31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0641927-B599-9444-BEE8-BEC7C447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最後一週歡慶主日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27A2D90-3AA9-E34E-B969-536BFB8DA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2500"/>
            <a:ext cx="8229600" cy="857250"/>
          </a:xfrm>
        </p:spPr>
        <p:txBody>
          <a:bodyPr anchor="t">
            <a:noAutofit/>
            <a:sp3d prstMaterial="softEdge"/>
          </a:bodyPr>
          <a:lstStyle/>
          <a:p>
            <a:pPr marL="1080000" indent="-1080000" eaLnBrk="1" fontAlgn="auto" hangingPunct="1">
              <a:spcAft>
                <a:spcPts val="0"/>
              </a:spcAft>
              <a:defRPr/>
            </a:pPr>
            <a:r>
              <a:rPr lang="zh-TW" altLang="en-US" sz="4200" dirty="0">
                <a:solidFill>
                  <a:srgbClr val="000099"/>
                </a:solidFill>
                <a:effectLst/>
              </a:rPr>
              <a:t>三、幸福小組每週流程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內容版面配置區 1">
            <a:extLst>
              <a:ext uri="{FF2B5EF4-FFF2-40B4-BE49-F238E27FC236}">
                <a16:creationId xmlns:a16="http://schemas.microsoft.com/office/drawing/2014/main" id="{8250CD58-0741-EC40-9CA3-C973BA7E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13" y="1111250"/>
            <a:ext cx="7559675" cy="4032250"/>
          </a:xfrm>
        </p:spPr>
        <p:txBody>
          <a:bodyPr/>
          <a:lstStyle/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確認庶務安排到位</a:t>
            </a:r>
          </a:p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　　　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禱告至少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30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分鐘</a:t>
            </a:r>
            <a:endParaRPr lang="zh-TW" altLang="en-US" sz="3100" b="1">
              <a:solidFill>
                <a:schemeClr val="bg1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B266CF8-0A68-0F4B-A018-0176BEF98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會前預備</a:t>
            </a: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C9035753-375A-D44E-8D04-18CA1D57E9FE}"/>
              </a:ext>
            </a:extLst>
          </p:cNvPr>
          <p:cNvSpPr txBox="1">
            <a:spLocks/>
          </p:cNvSpPr>
          <p:nvPr/>
        </p:nvSpPr>
        <p:spPr>
          <a:xfrm>
            <a:off x="1619250" y="2028825"/>
            <a:ext cx="1152525" cy="565150"/>
          </a:xfrm>
          <a:prstGeom prst="rect">
            <a:avLst/>
          </a:prstGeom>
        </p:spPr>
        <p:txBody>
          <a:bodyPr/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algn="ctr" fontAlgn="auto">
              <a:spcBef>
                <a:spcPts val="0"/>
              </a:spcBef>
              <a:buClr>
                <a:srgbClr val="2DA2BF"/>
              </a:buClr>
              <a:buFont typeface="Wingdings 3"/>
              <a:buNone/>
              <a:defRPr/>
            </a:pPr>
            <a:r>
              <a:rPr lang="zh-TW" altLang="en-US" sz="31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  <a:sym typeface="Wingdings"/>
              </a:rPr>
              <a:t>凝聚</a:t>
            </a:r>
            <a:endParaRPr lang="zh-TW" altLang="en-US" sz="31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內容版面配置區 1">
            <a:extLst>
              <a:ext uri="{FF2B5EF4-FFF2-40B4-BE49-F238E27FC236}">
                <a16:creationId xmlns:a16="http://schemas.microsoft.com/office/drawing/2014/main" id="{C196F005-C9FF-2946-86B2-244E5814F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13" y="1111250"/>
            <a:ext cx="7559675" cy="4032250"/>
          </a:xfrm>
        </p:spPr>
        <p:txBody>
          <a:bodyPr/>
          <a:lstStyle/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同工要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　　　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歡迎，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　　　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和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BEST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對話、建立關係。</a:t>
            </a:r>
            <a:endParaRPr lang="en-US" altLang="zh-TW" sz="3100" b="1">
              <a:solidFill>
                <a:srgbClr val="262626"/>
              </a:solidFill>
              <a:latin typeface="微軟正黑體" panose="020B0604030504040204" pitchFamily="34" charset="-120"/>
              <a:cs typeface="Times New Roman" panose="02020603050405020304" pitchFamily="18" charset="0"/>
              <a:sym typeface="Wingdings" pitchFamily="2" charset="2"/>
            </a:endParaRPr>
          </a:p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以活潑的遊戲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　　　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BEST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面對陌生情境的緊張感。</a:t>
            </a:r>
            <a:endParaRPr lang="zh-TW" altLang="en-US" sz="3100" b="1">
              <a:solidFill>
                <a:schemeClr val="bg1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0252B4D-F5D2-7641-ACB0-D188FCE3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歡迎及破冰</a:t>
            </a:r>
          </a:p>
        </p:txBody>
      </p:sp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0CB6C088-5F8E-2740-9810-BCA74A013770}"/>
              </a:ext>
            </a:extLst>
          </p:cNvPr>
          <p:cNvSpPr txBox="1">
            <a:spLocks/>
          </p:cNvSpPr>
          <p:nvPr/>
        </p:nvSpPr>
        <p:spPr bwMode="auto">
          <a:xfrm>
            <a:off x="2843213" y="1111250"/>
            <a:ext cx="4608512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31800" indent="-4318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Aft>
                <a:spcPts val="1800"/>
              </a:spcAft>
              <a:buClr>
                <a:srgbClr val="2DA2BF"/>
              </a:buClr>
              <a:buSzPct val="68000"/>
              <a:buFont typeface="Wingdings 3" pitchFamily="2" charset="2"/>
              <a:buNone/>
            </a:pPr>
            <a:r>
              <a:rPr kumimoji="0" lang="zh-TW" altLang="en-US" sz="31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熱情　　　　主動</a:t>
            </a:r>
            <a:endParaRPr kumimoji="0" lang="en-US" altLang="zh-TW" sz="3100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eaLnBrk="1" hangingPunct="1">
              <a:spcAft>
                <a:spcPts val="1800"/>
              </a:spcAft>
              <a:buClr>
                <a:srgbClr val="2DA2BF"/>
              </a:buClr>
              <a:buSzPct val="68000"/>
              <a:buFont typeface="Wingdings 3" pitchFamily="2" charset="2"/>
              <a:buNone/>
            </a:pPr>
            <a:endParaRPr kumimoji="0" lang="en-US" altLang="zh-TW" sz="3100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eaLnBrk="1" hangingPunct="1">
              <a:spcAft>
                <a:spcPts val="1800"/>
              </a:spcAft>
              <a:buClr>
                <a:srgbClr val="2DA2BF"/>
              </a:buClr>
              <a:buSzPct val="68000"/>
              <a:buFont typeface="Wingdings 3" pitchFamily="2" charset="2"/>
              <a:buNone/>
            </a:pPr>
            <a:r>
              <a:rPr kumimoji="0" lang="zh-TW" altLang="en-US" sz="31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　　　消除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內容版面配置區 1">
            <a:extLst>
              <a:ext uri="{FF2B5EF4-FFF2-40B4-BE49-F238E27FC236}">
                <a16:creationId xmlns:a16="http://schemas.microsoft.com/office/drawing/2014/main" id="{3559E36C-4246-7B4F-96FE-CB4C3E4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13" y="1111250"/>
            <a:ext cx="7559675" cy="4032250"/>
          </a:xfrm>
        </p:spPr>
        <p:txBody>
          <a:bodyPr/>
          <a:lstStyle/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選擇歌詞溫暖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　　　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、旋律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　　　　　</a:t>
            </a:r>
            <a:r>
              <a:rPr lang="en-US" altLang="zh-TW" sz="3100" b="1">
                <a:solidFill>
                  <a:schemeClr val="bg1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.</a:t>
            </a:r>
            <a:br>
              <a:rPr lang="en-US" altLang="zh-TW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</a:b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的詩歌 （盛曉玫）</a:t>
            </a:r>
          </a:p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目的在幫助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BEST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的心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　　　　　　</a:t>
            </a:r>
            <a:r>
              <a:rPr lang="en-US" altLang="zh-TW" sz="3100" b="1">
                <a:solidFill>
                  <a:schemeClr val="bg1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.</a:t>
            </a:r>
            <a:endParaRPr lang="zh-TW" altLang="en-US" sz="3100" b="1">
              <a:solidFill>
                <a:schemeClr val="bg1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2122CFF-B5CE-F341-9398-43D576D4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唱詩歌</a:t>
            </a:r>
          </a:p>
        </p:txBody>
      </p:sp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E9889D75-9D87-E44E-994C-F05F2239E51F}"/>
              </a:ext>
            </a:extLst>
          </p:cNvPr>
          <p:cNvSpPr txBox="1">
            <a:spLocks/>
          </p:cNvSpPr>
          <p:nvPr/>
        </p:nvSpPr>
        <p:spPr bwMode="auto">
          <a:xfrm>
            <a:off x="4067175" y="1111250"/>
            <a:ext cx="4826000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31800" indent="-4318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Aft>
                <a:spcPts val="1800"/>
              </a:spcAft>
              <a:buClr>
                <a:srgbClr val="2DA2BF"/>
              </a:buClr>
              <a:buSzPct val="68000"/>
              <a:buFont typeface="Wingdings 3" pitchFamily="2" charset="2"/>
              <a:buNone/>
            </a:pPr>
            <a:r>
              <a:rPr kumimoji="0" lang="zh-TW" altLang="en-US" sz="31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易懂　　　　簡單好唱</a:t>
            </a:r>
            <a:endParaRPr kumimoji="0" lang="en-US" altLang="zh-TW" sz="3100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eaLnBrk="1" hangingPunct="1">
              <a:spcAft>
                <a:spcPts val="1800"/>
              </a:spcAft>
              <a:buClr>
                <a:srgbClr val="2DA2BF"/>
              </a:buClr>
              <a:buSzPct val="68000"/>
              <a:buFont typeface="Wingdings 3" pitchFamily="2" charset="2"/>
              <a:buNone/>
            </a:pPr>
            <a:endParaRPr kumimoji="0" lang="en-US" altLang="zh-TW" sz="3100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eaLnBrk="1" hangingPunct="1">
              <a:spcAft>
                <a:spcPts val="1800"/>
              </a:spcAft>
              <a:buClr>
                <a:srgbClr val="2DA2BF"/>
              </a:buClr>
              <a:buSzPct val="68000"/>
              <a:buFont typeface="Wingdings 3" pitchFamily="2" charset="2"/>
              <a:buNone/>
            </a:pPr>
            <a:r>
              <a:rPr kumimoji="0" lang="zh-TW" altLang="en-US" sz="31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　　　   向上帝敞開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9DFC510-BCF7-3E4E-A8B0-BA7A404C3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13" y="1111250"/>
            <a:ext cx="7559675" cy="4032250"/>
          </a:xfrm>
        </p:spPr>
        <p:txBody>
          <a:bodyPr>
            <a:normAutofit/>
          </a:bodyPr>
          <a:lstStyle/>
          <a:p>
            <a:pPr marL="432000" indent="-432000" eaLnBrk="1" fontAlgn="auto" hangingPunct="1"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en-US" altLang="zh-TW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</a:t>
            </a:r>
            <a:r>
              <a:rPr lang="zh-TW" alt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 見證盡量配合</a:t>
            </a:r>
            <a:r>
              <a:rPr lang="zh-TW" altLang="en-US" sz="31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　　　　　</a:t>
            </a:r>
            <a:r>
              <a:rPr lang="zh-TW" alt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。</a:t>
            </a:r>
          </a:p>
          <a:p>
            <a:pPr marL="432000" indent="-432000" eaLnBrk="1" fontAlgn="auto" hangingPunct="1"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en-US" altLang="zh-TW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</a:t>
            </a:r>
            <a:r>
              <a:rPr lang="zh-TW" alt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 塑造</a:t>
            </a:r>
            <a:r>
              <a:rPr lang="zh-TW" altLang="en-US" sz="31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　　　　　</a:t>
            </a:r>
            <a:r>
              <a:rPr lang="zh-TW" alt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的氛圍，讓</a:t>
            </a:r>
            <a:r>
              <a:rPr lang="en-US" altLang="zh-TW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BEST </a:t>
            </a:r>
            <a:r>
              <a:rPr lang="zh-TW" altLang="en-US" sz="3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Wingdings"/>
              </a:rPr>
              <a:t>也能放心發言。</a:t>
            </a:r>
            <a:endParaRPr lang="zh-TW" altLang="en-US" sz="3100" b="1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E67C259-7FA9-0F48-B9CA-0C1E18D88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見證分享</a:t>
            </a:r>
          </a:p>
        </p:txBody>
      </p:sp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9AFB9725-F267-F945-AC20-A20836D377F7}"/>
              </a:ext>
            </a:extLst>
          </p:cNvPr>
          <p:cNvSpPr txBox="1">
            <a:spLocks/>
          </p:cNvSpPr>
          <p:nvPr/>
        </p:nvSpPr>
        <p:spPr bwMode="auto">
          <a:xfrm>
            <a:off x="2484438" y="1111250"/>
            <a:ext cx="6408737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31800" indent="-4318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Aft>
                <a:spcPts val="3600"/>
              </a:spcAft>
              <a:buClr>
                <a:srgbClr val="2DA2BF"/>
              </a:buClr>
              <a:buSzPct val="68000"/>
              <a:buFont typeface="Wingdings 3" pitchFamily="2" charset="2"/>
              <a:buNone/>
            </a:pPr>
            <a:r>
              <a:rPr kumimoji="0" lang="zh-TW" altLang="en-US" sz="31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　　　　信息主題</a:t>
            </a:r>
            <a:endParaRPr kumimoji="0" lang="en-US" altLang="zh-TW" sz="3100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eaLnBrk="1" hangingPunct="1">
              <a:spcAft>
                <a:spcPts val="1800"/>
              </a:spcAft>
              <a:buClr>
                <a:srgbClr val="2DA2BF"/>
              </a:buClr>
              <a:buSzPct val="68000"/>
              <a:buFont typeface="Wingdings 3" pitchFamily="2" charset="2"/>
              <a:buNone/>
            </a:pPr>
            <a:r>
              <a:rPr kumimoji="0" lang="zh-TW" altLang="en-US" sz="31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鼓勵回應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內容版面配置區 1">
            <a:extLst>
              <a:ext uri="{FF2B5EF4-FFF2-40B4-BE49-F238E27FC236}">
                <a16:creationId xmlns:a16="http://schemas.microsoft.com/office/drawing/2014/main" id="{5D344705-0159-B34E-9F69-E348D11D8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13" y="1111250"/>
            <a:ext cx="7559675" cy="4032250"/>
          </a:xfrm>
        </p:spPr>
        <p:txBody>
          <a:bodyPr/>
          <a:lstStyle/>
          <a:p>
            <a:pPr marL="395288" indent="-395288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由福長負責主講 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(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一連講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8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週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)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。</a:t>
            </a:r>
            <a:endParaRPr lang="en-US" altLang="zh-TW" sz="3100" b="1">
              <a:solidFill>
                <a:srgbClr val="262626"/>
              </a:solidFill>
              <a:latin typeface="微軟正黑體" panose="020B0604030504040204" pitchFamily="34" charset="-120"/>
              <a:cs typeface="Times New Roman" panose="02020603050405020304" pitchFamily="18" charset="0"/>
              <a:sym typeface="Wingdings" pitchFamily="2" charset="2"/>
            </a:endParaRPr>
          </a:p>
          <a:p>
            <a:pPr marL="395288" indent="-395288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練習講「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　　　　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」的信息，善用故事、見證和比喻</a:t>
            </a:r>
            <a:endParaRPr lang="zh-TW" altLang="en-US" sz="3100" b="1">
              <a:solidFill>
                <a:schemeClr val="bg1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2F10B20-95F6-564E-BE9E-B0D5B138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5.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話語分享</a:t>
            </a:r>
          </a:p>
        </p:txBody>
      </p:sp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9F520B68-0CA8-E742-B5CB-93280F0AA108}"/>
              </a:ext>
            </a:extLst>
          </p:cNvPr>
          <p:cNvSpPr txBox="1">
            <a:spLocks/>
          </p:cNvSpPr>
          <p:nvPr/>
        </p:nvSpPr>
        <p:spPr bwMode="auto">
          <a:xfrm>
            <a:off x="3203575" y="2036763"/>
            <a:ext cx="1512888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31800" indent="-4318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Aft>
                <a:spcPts val="3600"/>
              </a:spcAft>
              <a:buClr>
                <a:srgbClr val="2DA2BF"/>
              </a:buClr>
              <a:buSzPct val="68000"/>
              <a:buFont typeface="Wingdings 3" pitchFamily="2" charset="2"/>
              <a:buNone/>
            </a:pPr>
            <a:r>
              <a:rPr kumimoji="0" lang="zh-TW" altLang="en-US" sz="31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對焦式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內容版面配置區 1">
            <a:extLst>
              <a:ext uri="{FF2B5EF4-FFF2-40B4-BE49-F238E27FC236}">
                <a16:creationId xmlns:a16="http://schemas.microsoft.com/office/drawing/2014/main" id="{4A1CC137-C54C-524D-AA70-4BB65EC73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13" y="1111250"/>
            <a:ext cx="7559675" cy="4032250"/>
          </a:xfrm>
        </p:spPr>
        <p:txBody>
          <a:bodyPr/>
          <a:lstStyle/>
          <a:p>
            <a:pPr marL="395288" indent="-395288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請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BEST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分享需要代禱的事項。</a:t>
            </a:r>
          </a:p>
          <a:p>
            <a:pPr marL="395288" indent="-395288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用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BEST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聽得懂的禱告詞為</a:t>
            </a: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BEST 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迫切禱告。</a:t>
            </a:r>
            <a:endParaRPr lang="zh-TW" altLang="en-US" sz="3100" b="1">
              <a:solidFill>
                <a:schemeClr val="bg1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CC52BE0-BD76-D146-85EC-EB848609D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6.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分享與禱告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內容版面配置區 1">
            <a:extLst>
              <a:ext uri="{FF2B5EF4-FFF2-40B4-BE49-F238E27FC236}">
                <a16:creationId xmlns:a16="http://schemas.microsoft.com/office/drawing/2014/main" id="{2BA3D225-586A-3D46-AADA-5B7C0241A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13" y="1111250"/>
            <a:ext cx="7559675" cy="4032250"/>
          </a:xfrm>
        </p:spPr>
        <p:txBody>
          <a:bodyPr/>
          <a:lstStyle/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賦予禮物感動人的</a:t>
            </a:r>
            <a:r>
              <a:rPr lang="zh-TW" altLang="en-US" sz="3100" b="1" u="sng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　　　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。</a:t>
            </a:r>
          </a:p>
          <a:p>
            <a:pPr marL="431800" indent="-431800" eaLnBrk="1" hangingPunct="1">
              <a:spcBef>
                <a:spcPct val="0"/>
              </a:spcBef>
              <a:spcAft>
                <a:spcPts val="3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</a:t>
            </a:r>
            <a:r>
              <a:rPr lang="zh-TW" altLang="en-US" sz="3100" b="1">
                <a:solidFill>
                  <a:srgbClr val="262626"/>
                </a:solidFill>
                <a:latin typeface="微軟正黑體" panose="020B0604030504040204" pitchFamily="34" charset="-120"/>
                <a:cs typeface="Times New Roman" panose="02020603050405020304" pitchFamily="18" charset="0"/>
                <a:sym typeface="Wingdings" pitchFamily="2" charset="2"/>
              </a:rPr>
              <a:t> 安排溫馨的送禮橋段。</a:t>
            </a:r>
            <a:endParaRPr lang="zh-TW" altLang="en-US" sz="3100" b="1">
              <a:solidFill>
                <a:schemeClr val="bg1"/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A634469-D14C-DF4E-AFE0-1F485476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7.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贈送禮物（</a:t>
            </a:r>
            <a:r>
              <a:rPr lang="zh-TW" altLang="en-US" sz="3800" dirty="0">
                <a:solidFill>
                  <a:srgbClr val="000099"/>
                </a:solidFill>
                <a:effectLst/>
              </a:rPr>
              <a:t>可彈性調整贈送時間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）</a:t>
            </a:r>
          </a:p>
        </p:txBody>
      </p:sp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899B24B0-36D3-EB4B-9623-E90B6009B7AD}"/>
              </a:ext>
            </a:extLst>
          </p:cNvPr>
          <p:cNvSpPr txBox="1">
            <a:spLocks/>
          </p:cNvSpPr>
          <p:nvPr/>
        </p:nvSpPr>
        <p:spPr bwMode="auto">
          <a:xfrm>
            <a:off x="4787900" y="1111250"/>
            <a:ext cx="10795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31800" indent="-4318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Aft>
                <a:spcPts val="3600"/>
              </a:spcAft>
              <a:buClr>
                <a:srgbClr val="2DA2BF"/>
              </a:buClr>
              <a:buSzPct val="68000"/>
              <a:buFont typeface="Wingdings 3" pitchFamily="2" charset="2"/>
              <a:buNone/>
            </a:pPr>
            <a:r>
              <a:rPr kumimoji="0" lang="zh-TW" altLang="en-US" sz="31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24ED182-4D99-544A-B570-3A27FAAD4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8.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點心交誼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C93E73-8FC7-AE47-9020-C6BAF0B6A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0997"/>
            <a:ext cx="8229600" cy="2900913"/>
          </a:xfrm>
        </p:spPr>
        <p:txBody>
          <a:bodyPr rtlCol="0" anchor="ctr"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pPr marL="0" indent="0" eaLnBrk="1" fontAlgn="auto" hangingPunct="1">
              <a:spcBef>
                <a:spcPct val="0"/>
              </a:spcBef>
              <a:spcAft>
                <a:spcPts val="0"/>
              </a:spcAft>
              <a:buFont typeface="Wingdings 3"/>
              <a:buNone/>
              <a:defRPr/>
            </a:pPr>
            <a:r>
              <a:rPr lang="en-US" altLang="zh-TW" sz="41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9.</a:t>
            </a:r>
            <a:r>
              <a:rPr lang="zh-TW" altLang="en-US" sz="4100" b="1" dirty="0">
                <a:solidFill>
                  <a:srgbClr val="000099"/>
                </a:solidFill>
                <a:latin typeface="+mj-lt"/>
                <a:ea typeface="+mj-ea"/>
                <a:cs typeface="+mj-cs"/>
              </a:rPr>
              <a:t>會後鼓勵與自我檢討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內容版面配置區 4">
            <a:extLst>
              <a:ext uri="{FF2B5EF4-FFF2-40B4-BE49-F238E27FC236}">
                <a16:creationId xmlns:a16="http://schemas.microsoft.com/office/drawing/2014/main" id="{9EB6A1AA-C102-F546-A841-1F7FFB84A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8263"/>
            <a:ext cx="8229600" cy="3394075"/>
          </a:xfrm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1AC0569-6E24-DA46-8409-F691F27C7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2500"/>
            <a:ext cx="8229600" cy="857250"/>
          </a:xfrm>
        </p:spPr>
        <p:txBody>
          <a:bodyPr anchor="t">
            <a:noAutofit/>
            <a:sp3d prstMaterial="softEdge"/>
          </a:bodyPr>
          <a:lstStyle/>
          <a:p>
            <a:pPr marL="1080000" indent="-1080000" eaLnBrk="1" fontAlgn="auto" hangingPunct="1">
              <a:spcAft>
                <a:spcPts val="0"/>
              </a:spcAft>
              <a:defRPr/>
            </a:pPr>
            <a:r>
              <a:rPr lang="zh-TW" altLang="en-US" sz="4200" dirty="0">
                <a:solidFill>
                  <a:srgbClr val="000099"/>
                </a:solidFill>
                <a:effectLst/>
              </a:rPr>
              <a:t>四、幸福小組成功的秘訣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內容版面配置區 1">
            <a:extLst>
              <a:ext uri="{FF2B5EF4-FFF2-40B4-BE49-F238E27FC236}">
                <a16:creationId xmlns:a16="http://schemas.microsoft.com/office/drawing/2014/main" id="{9A5862A1-054D-C44D-8E37-504CFF5EF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347614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itchFamily="2" charset="2"/>
              <a:buNone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詩篇八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5】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itchFamily="2" charset="2"/>
              <a:buNone/>
            </a:pPr>
            <a:r>
              <a:rPr lang="en-US" altLang="zh-TW" sz="3000" b="1" dirty="0">
                <a:latin typeface="+mj-ea"/>
                <a:ea typeface="+mj-ea"/>
                <a:cs typeface="Times New Roman" panose="02020603050405020304" pitchFamily="18" charset="0"/>
              </a:rPr>
              <a:t>	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你叫他比天使微小一點，</a:t>
            </a:r>
            <a:endParaRPr lang="en-US" altLang="zh-TW" sz="30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itchFamily="2" charset="2"/>
              <a:buNone/>
            </a:pPr>
            <a:r>
              <a:rPr lang="en-US" altLang="zh-TW" sz="3000" b="1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	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並賜他榮耀尊貴為冠冕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686CFB3-A316-F643-9FBB-7D3C8042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建立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文化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54D9469A-0BD6-A343-B774-6D459888AE0A}"/>
              </a:ext>
            </a:extLst>
          </p:cNvPr>
          <p:cNvSpPr txBox="1">
            <a:spLocks/>
          </p:cNvSpPr>
          <p:nvPr/>
        </p:nvSpPr>
        <p:spPr>
          <a:xfrm>
            <a:off x="2123729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尊榮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內容版面配置區 1">
            <a:extLst>
              <a:ext uri="{FF2B5EF4-FFF2-40B4-BE49-F238E27FC236}">
                <a16:creationId xmlns:a16="http://schemas.microsoft.com/office/drawing/2014/main" id="{8450D3A9-040B-AB46-9498-C547573B7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41485"/>
            <a:ext cx="8280920" cy="3764756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itchFamily="2" charset="2"/>
              <a:buNone/>
            </a:pPr>
            <a:r>
              <a:rPr lang="en-US" altLang="zh-TW" sz="20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000" b="1" dirty="0">
                <a:latin typeface="+mj-ea"/>
                <a:ea typeface="+mj-ea"/>
                <a:cs typeface="Times New Roman" panose="02020603050405020304" pitchFamily="18" charset="0"/>
              </a:rPr>
              <a:t>哥林多前書十三 </a:t>
            </a:r>
            <a:r>
              <a:rPr lang="en-US" altLang="zh-TW" sz="2000" b="1" dirty="0">
                <a:latin typeface="+mj-ea"/>
                <a:ea typeface="+mj-ea"/>
                <a:cs typeface="Times New Roman" panose="02020603050405020304" pitchFamily="18" charset="0"/>
              </a:rPr>
              <a:t>2】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itchFamily="2" charset="2"/>
              <a:buNone/>
            </a:pPr>
            <a:r>
              <a:rPr lang="zh-TW" altLang="en-US" sz="2800" b="1" dirty="0">
                <a:latin typeface="+mj-ea"/>
                <a:ea typeface="+mj-ea"/>
                <a:cs typeface="Times New Roman" panose="02020603050405020304" pitchFamily="18" charset="0"/>
              </a:rPr>
              <a:t>我若有先知講道之能，也明白各樣的奧祕，各樣的知識，而且有全備的信，</a:t>
            </a:r>
            <a:r>
              <a:rPr lang="zh-TW" altLang="en-US" sz="28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叫我能夠移山，卻沒有愛</a:t>
            </a:r>
            <a:r>
              <a:rPr lang="zh-TW" altLang="en-US" sz="2800" b="1" dirty="0">
                <a:latin typeface="+mj-ea"/>
                <a:ea typeface="+mj-ea"/>
                <a:cs typeface="Times New Roman" panose="02020603050405020304" pitchFamily="18" charset="0"/>
              </a:rPr>
              <a:t>，我就算不得甚麼。</a:t>
            </a:r>
            <a:endParaRPr lang="en-US" altLang="zh-TW" sz="28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itchFamily="2" charset="2"/>
              <a:buNone/>
            </a:pPr>
            <a:r>
              <a:rPr lang="en-US" altLang="zh-TW" sz="20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000" b="1" dirty="0">
                <a:latin typeface="+mj-ea"/>
                <a:ea typeface="+mj-ea"/>
                <a:cs typeface="Times New Roman" panose="02020603050405020304" pitchFamily="18" charset="0"/>
              </a:rPr>
              <a:t>以西結書三十六 </a:t>
            </a:r>
            <a:r>
              <a:rPr lang="en-US" altLang="zh-TW" sz="2000" b="1" dirty="0">
                <a:latin typeface="+mj-ea"/>
                <a:ea typeface="+mj-ea"/>
                <a:cs typeface="Times New Roman" panose="02020603050405020304" pitchFamily="18" charset="0"/>
              </a:rPr>
              <a:t>26】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itchFamily="2" charset="2"/>
              <a:buNone/>
            </a:pPr>
            <a:r>
              <a:rPr lang="zh-TW" altLang="en-US" sz="2800" b="1" dirty="0">
                <a:latin typeface="+mj-ea"/>
                <a:ea typeface="+mj-ea"/>
                <a:cs typeface="Times New Roman" panose="02020603050405020304" pitchFamily="18" charset="0"/>
              </a:rPr>
              <a:t>我也要賜給你們一個新心，將新靈放在你們裏面，又從你們的肉體中</a:t>
            </a:r>
            <a:r>
              <a:rPr lang="zh-TW" altLang="en-US" sz="28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除掉石心，賜給你們肉心</a:t>
            </a:r>
            <a:r>
              <a:rPr lang="zh-TW" altLang="en-US" sz="2800" b="1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A82D52D-A49F-EE42-B38F-9451A5C6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攻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為上，攻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為下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B6CAD41F-84F1-1843-922C-5805634FF034}"/>
              </a:ext>
            </a:extLst>
          </p:cNvPr>
          <p:cNvSpPr txBox="1">
            <a:spLocks/>
          </p:cNvSpPr>
          <p:nvPr/>
        </p:nvSpPr>
        <p:spPr>
          <a:xfrm>
            <a:off x="1619672" y="205979"/>
            <a:ext cx="410445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心　　　　　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內容版面配置區 1">
            <a:extLst>
              <a:ext uri="{FF2B5EF4-FFF2-40B4-BE49-F238E27FC236}">
                <a16:creationId xmlns:a16="http://schemas.microsoft.com/office/drawing/2014/main" id="{0A7659F9-B1A9-2240-960B-8C94819ED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347614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28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8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馬太福音五 </a:t>
            </a:r>
            <a:r>
              <a:rPr lang="en-US" altLang="zh-TW" sz="28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41】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        有人強逼你走一里路，你就同他走</a:t>
            </a:r>
            <a:r>
              <a:rPr lang="zh-TW" altLang="en-US" sz="32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二里</a:t>
            </a:r>
            <a:r>
              <a:rPr lang="zh-TW" altLang="en-US" sz="32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235E4E9-EA66-F041-993F-B39B3CA9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累積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標題 2">
            <a:extLst>
              <a:ext uri="{FF2B5EF4-FFF2-40B4-BE49-F238E27FC236}">
                <a16:creationId xmlns:a16="http://schemas.microsoft.com/office/drawing/2014/main" id="{AC11566C-28FD-EA4C-AE5B-E80310043B90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感動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內容版面配置區 1">
            <a:extLst>
              <a:ext uri="{FF2B5EF4-FFF2-40B4-BE49-F238E27FC236}">
                <a16:creationId xmlns:a16="http://schemas.microsoft.com/office/drawing/2014/main" id="{52198A1C-ACA8-984B-95A6-FAB4FFBDE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en-US" altLang="zh-TW" sz="24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路加福音十 </a:t>
            </a:r>
            <a:r>
              <a:rPr lang="en-US" altLang="zh-TW" sz="24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33~37】</a:t>
            </a:r>
          </a:p>
          <a:p>
            <a:pPr marL="0" indent="0" algn="just" eaLnBrk="1" hangingPunct="1">
              <a:spcBef>
                <a:spcPct val="0"/>
              </a:spcBef>
              <a:spcAft>
                <a:spcPts val="2400"/>
              </a:spcAft>
              <a:buClr>
                <a:srgbClr val="2DA2BF"/>
              </a:buClr>
              <a:buFont typeface="Wingdings 3" pitchFamily="2" charset="2"/>
              <a:buNone/>
            </a:pPr>
            <a:r>
              <a:rPr lang="zh-TW" altLang="en-US" sz="28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惟有一個撒馬利亞人行路來到那裏，看見他就動了慈心，上前用油和酒倒在他的傷處，包裹好了，扶他騎上自己的牲口，帶到店裏去照應他。</a:t>
            </a:r>
            <a:r>
              <a:rPr lang="zh-TW" altLang="en-US" sz="28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第二天拿出二錢銀子來，交給店主，說：「你且照應他；此外所費用的，我回來必還你。」</a:t>
            </a:r>
            <a:r>
              <a:rPr lang="zh-TW" altLang="en-US" sz="28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你想，這三個人哪一個是落在強盜手中的鄰舍呢？」他說：「是憐憫他的。」耶穌說：「你去照樣行吧。」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D63274B-C620-3240-B0DC-6D79E872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累積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AE111280-CA87-DF46-8471-488C205D3AAC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感動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內容版面配置區 1">
            <a:extLst>
              <a:ext uri="{FF2B5EF4-FFF2-40B4-BE49-F238E27FC236}">
                <a16:creationId xmlns:a16="http://schemas.microsoft.com/office/drawing/2014/main" id="{F5853535-7814-6140-9233-237AAE460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itchFamily="2" charset="2"/>
              <a:buNone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以弗所書六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12】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itchFamily="2" charset="2"/>
              <a:buNone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因我們並不是與屬血氣的爭戰，乃是與那些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執政的、掌權的、管轄這幽暗世界的，以及天空屬靈氣的惡魔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爭戰。</a:t>
            </a:r>
            <a:endParaRPr lang="en-US" altLang="zh-TW" sz="30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itchFamily="2" charset="2"/>
              <a:buNone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以弗所書六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18a】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itchFamily="2" charset="2"/>
              <a:buNone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靠着聖靈，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隨時多方禱告祈求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285D1B3-CF87-EB47-A8FA-36B1F852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所有爭戰都是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239E4086-AB78-5340-B379-6B30558AF47E}"/>
              </a:ext>
            </a:extLst>
          </p:cNvPr>
          <p:cNvSpPr txBox="1">
            <a:spLocks/>
          </p:cNvSpPr>
          <p:nvPr/>
        </p:nvSpPr>
        <p:spPr>
          <a:xfrm>
            <a:off x="4211960" y="205979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屬靈爭戰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內容版面配置區 1">
            <a:extLst>
              <a:ext uri="{FF2B5EF4-FFF2-40B4-BE49-F238E27FC236}">
                <a16:creationId xmlns:a16="http://schemas.microsoft.com/office/drawing/2014/main" id="{2CE2D467-B4AF-AC47-BB24-C77F769B7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49163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itchFamily="2" charset="2"/>
              <a:buNone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使徒行傳二十一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17】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itchFamily="2" charset="2"/>
              <a:buNone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   到了耶路撒冷，弟兄們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歡歡喜喜地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接待我們。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BB80999-AE91-074B-B5F5-5B20BD3F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5.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985F08F7-94D1-724A-BD04-6B9C0D0FD55E}"/>
              </a:ext>
            </a:extLst>
          </p:cNvPr>
          <p:cNvSpPr txBox="1">
            <a:spLocks/>
          </p:cNvSpPr>
          <p:nvPr/>
        </p:nvSpPr>
        <p:spPr>
          <a:xfrm>
            <a:off x="1115616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熱情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內容版面配置區 1">
            <a:extLst>
              <a:ext uri="{FF2B5EF4-FFF2-40B4-BE49-F238E27FC236}">
                <a16:creationId xmlns:a16="http://schemas.microsoft.com/office/drawing/2014/main" id="{67C0FD23-6641-6F41-A3E8-39D806557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1630"/>
            <a:ext cx="8435280" cy="309624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itchFamily="2" charset="2"/>
              <a:buNone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詩篇一一八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24】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itchFamily="2" charset="2"/>
              <a:buNone/>
            </a:pP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  這是耶和華所定的日子，我們在其中要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高興歡喜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！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15C6EB2-C062-5C48-8D13-F151A2AAA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686800" cy="857250"/>
          </a:xfrm>
        </p:spPr>
        <p:txBody>
          <a:bodyPr lIns="0" rIns="0"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6.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有趣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內容版面配置區 1">
            <a:extLst>
              <a:ext uri="{FF2B5EF4-FFF2-40B4-BE49-F238E27FC236}">
                <a16:creationId xmlns:a16="http://schemas.microsoft.com/office/drawing/2014/main" id="{C2D9BD78-0804-0A4A-86D1-158C0BBD3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203598"/>
            <a:ext cx="8229600" cy="347662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itchFamily="2" charset="2"/>
              <a:buNone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以弗所書四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3】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itchFamily="2" charset="2"/>
              <a:buNone/>
            </a:pPr>
            <a:r>
              <a:rPr lang="en-US" altLang="zh-TW" sz="3000" b="1" dirty="0">
                <a:latin typeface="+mj-ea"/>
                <a:ea typeface="+mj-ea"/>
                <a:cs typeface="Times New Roman" panose="02020603050405020304" pitchFamily="18" charset="0"/>
              </a:rPr>
              <a:t>	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用和平彼此聯絡，</a:t>
            </a:r>
            <a:endParaRPr lang="en-US" altLang="zh-TW" sz="30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itchFamily="2" charset="2"/>
              <a:buNone/>
            </a:pPr>
            <a:r>
              <a:rPr lang="en-US" altLang="zh-TW" sz="3000" b="1" dirty="0">
                <a:latin typeface="+mj-ea"/>
                <a:ea typeface="+mj-ea"/>
                <a:cs typeface="Times New Roman" panose="02020603050405020304" pitchFamily="18" charset="0"/>
              </a:rPr>
              <a:t>	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竭力保守聖靈所賜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合而為一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的心。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3D784BA-3687-E64E-8F4F-829DC574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95486"/>
            <a:ext cx="8686800" cy="857250"/>
          </a:xfrm>
        </p:spPr>
        <p:txBody>
          <a:bodyPr lIns="0" rIns="0"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7.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合一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內容版面配置區 1">
            <a:extLst>
              <a:ext uri="{FF2B5EF4-FFF2-40B4-BE49-F238E27FC236}">
                <a16:creationId xmlns:a16="http://schemas.microsoft.com/office/drawing/2014/main" id="{B9B7E2B7-AD2D-2646-BBC3-E246CB571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47614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itchFamily="2" charset="2"/>
              <a:buNone/>
            </a:pP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希伯來書三 </a:t>
            </a:r>
            <a:r>
              <a:rPr lang="en-US" altLang="zh-TW" sz="2400" b="1" dirty="0">
                <a:latin typeface="+mj-ea"/>
                <a:ea typeface="+mj-ea"/>
                <a:cs typeface="Times New Roman" panose="02020603050405020304" pitchFamily="18" charset="0"/>
              </a:rPr>
              <a:t>14】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itchFamily="2" charset="2"/>
              <a:buNone/>
            </a:pPr>
            <a:r>
              <a:rPr lang="en-US" altLang="zh-TW" sz="3000" b="1" dirty="0">
                <a:latin typeface="+mj-ea"/>
                <a:ea typeface="+mj-ea"/>
                <a:cs typeface="Times New Roman" panose="02020603050405020304" pitchFamily="18" charset="0"/>
              </a:rPr>
              <a:t>	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我們若將</a:t>
            </a:r>
            <a:r>
              <a:rPr lang="zh-TW" altLang="en-US" sz="3000" b="1" u="sng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起初確實的信心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堅持到底，</a:t>
            </a:r>
            <a:endParaRPr lang="en-US" altLang="zh-TW" sz="30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itchFamily="2" charset="2"/>
              <a:buNone/>
            </a:pPr>
            <a:r>
              <a:rPr lang="en-US" altLang="zh-TW" sz="3000" b="1" dirty="0">
                <a:latin typeface="+mj-ea"/>
                <a:ea typeface="+mj-ea"/>
                <a:cs typeface="Times New Roman" panose="02020603050405020304" pitchFamily="18" charset="0"/>
              </a:rPr>
              <a:t>	</a:t>
            </a:r>
            <a:r>
              <a:rPr lang="zh-TW" altLang="en-US" sz="3000" b="1" dirty="0">
                <a:latin typeface="+mj-ea"/>
                <a:ea typeface="+mj-ea"/>
                <a:cs typeface="Times New Roman" panose="02020603050405020304" pitchFamily="18" charset="0"/>
              </a:rPr>
              <a:t>就在基督裏有分了。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EA12008-2B67-2547-95CF-DCBD85F8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8.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堅持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4BFD4B51-48B2-4943-B114-BE21E4682FAC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到底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內容版面配置區 1">
            <a:extLst>
              <a:ext uri="{FF2B5EF4-FFF2-40B4-BE49-F238E27FC236}">
                <a16:creationId xmlns:a16="http://schemas.microsoft.com/office/drawing/2014/main" id="{B383B1FB-CF01-6340-BB36-0A66F64B0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356" y="1491630"/>
            <a:ext cx="8507288" cy="2900363"/>
          </a:xfrm>
        </p:spPr>
        <p:txBody>
          <a:bodyPr/>
          <a:lstStyle/>
          <a:p>
            <a:pPr marL="466725" indent="-466725" eaLnBrk="1" hangingPunct="1">
              <a:spcBef>
                <a:spcPct val="0"/>
              </a:spcBef>
              <a:spcAft>
                <a:spcPts val="3600"/>
              </a:spcAft>
              <a:buFont typeface="Wingdings 3" pitchFamily="2" charset="2"/>
              <a:buNone/>
            </a:pPr>
            <a:r>
              <a:rPr lang="en-US" altLang="zh-TW" sz="32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32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在幸福小組中，有什麼事讓你覺得很感動呢？</a:t>
            </a:r>
          </a:p>
          <a:p>
            <a:pPr marL="466725" indent="-466725" eaLnBrk="1" hangingPunct="1">
              <a:spcBef>
                <a:spcPct val="0"/>
              </a:spcBef>
              <a:spcAft>
                <a:spcPts val="3600"/>
              </a:spcAft>
              <a:buFont typeface="Wingdings 3" pitchFamily="2" charset="2"/>
              <a:buNone/>
            </a:pPr>
            <a:r>
              <a:rPr lang="en-US" altLang="zh-TW" sz="32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請花５分鐘為幸福小組禱告。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D1D38E8-317B-814C-B547-4D121FB23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95486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討論題目：</a:t>
            </a:r>
            <a:r>
              <a:rPr lang="en-US" altLang="zh-TW" sz="3200" b="0" dirty="0">
                <a:solidFill>
                  <a:srgbClr val="000099"/>
                </a:solidFill>
                <a:effectLst/>
              </a:rPr>
              <a:t>Check-Out</a:t>
            </a:r>
            <a:endParaRPr lang="zh-TW" altLang="en-US" b="0" dirty="0">
              <a:solidFill>
                <a:srgbClr val="000099"/>
              </a:solidFill>
              <a:effectLst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DE70E68-9B1A-D16C-CB71-8A9382C2B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131590"/>
            <a:ext cx="8229600" cy="3394075"/>
          </a:xfrm>
        </p:spPr>
        <p:txBody>
          <a:bodyPr/>
          <a:lstStyle/>
          <a:p>
            <a:endParaRPr kumimoji="1" lang="en-US" altLang="zh-TW" dirty="0"/>
          </a:p>
          <a:p>
            <a:r>
              <a:rPr kumimoji="1" lang="zh-TW" altLang="en-US" dirty="0"/>
              <a:t>怎麼走到現在的 ？  怎麼成為這樣？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爭議 掙扎 反思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最新更新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3E41211-6CD0-C852-3E60-B5897C88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延伸</a:t>
            </a:r>
            <a:r>
              <a:rPr kumimoji="1" lang="en-US" altLang="zh-TW" dirty="0"/>
              <a:t>….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1689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62EE6-6904-8CEE-148D-9C943F75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D7CFD4C-F12E-88CF-F1E6-9A833A035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771550"/>
            <a:ext cx="6264696" cy="4071413"/>
          </a:xfrm>
          <a:prstGeom prst="rect">
            <a:avLst/>
          </a:prstGeom>
        </p:spPr>
      </p:pic>
      <p:sp>
        <p:nvSpPr>
          <p:cNvPr id="7" name="標題 2">
            <a:extLst>
              <a:ext uri="{FF2B5EF4-FFF2-40B4-BE49-F238E27FC236}">
                <a16:creationId xmlns:a16="http://schemas.microsoft.com/office/drawing/2014/main" id="{15F8AFCE-B1E2-D555-1254-9705BEFA5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824" y="0"/>
            <a:ext cx="6336704" cy="857250"/>
          </a:xfrm>
        </p:spPr>
        <p:txBody>
          <a:bodyPr>
            <a:normAutofit/>
          </a:bodyPr>
          <a:lstStyle/>
          <a:p>
            <a:r>
              <a:rPr kumimoji="1" lang="zh-TW" altLang="en-US" sz="3200" dirty="0"/>
              <a:t>團契</a:t>
            </a:r>
            <a:r>
              <a:rPr kumimoji="1" lang="en-US" altLang="zh-TW" sz="3200" dirty="0"/>
              <a:t> &gt; </a:t>
            </a:r>
            <a:r>
              <a:rPr kumimoji="1" lang="zh-TW" altLang="en-US" sz="3200" dirty="0"/>
              <a:t>小組</a:t>
            </a:r>
            <a:r>
              <a:rPr kumimoji="1" lang="en-US" altLang="zh-TW" sz="3200" dirty="0"/>
              <a:t> &gt; </a:t>
            </a:r>
            <a:r>
              <a:rPr kumimoji="1" lang="zh-TW" altLang="en-US" sz="3200" dirty="0"/>
              <a:t>雙翼小組（幸福）</a:t>
            </a:r>
          </a:p>
        </p:txBody>
      </p:sp>
    </p:spTree>
    <p:extLst>
      <p:ext uri="{BB962C8B-B14F-4D97-AF65-F5344CB8AC3E}">
        <p14:creationId xmlns:p14="http://schemas.microsoft.com/office/powerpoint/2010/main" val="1067489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1377F10-BDFD-1A7E-3418-889E132167FF}"/>
              </a:ext>
            </a:extLst>
          </p:cNvPr>
          <p:cNvSpPr txBox="1"/>
          <p:nvPr/>
        </p:nvSpPr>
        <p:spPr>
          <a:xfrm>
            <a:off x="2231232" y="4762998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福氣教會 幸福官網。https://www.happinessgroup.org/about-7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1BF1BCD-5C96-B593-10B4-A534A1554A19}"/>
              </a:ext>
            </a:extLst>
          </p:cNvPr>
          <p:cNvSpPr txBox="1"/>
          <p:nvPr/>
        </p:nvSpPr>
        <p:spPr>
          <a:xfrm>
            <a:off x="107504" y="123478"/>
            <a:ext cx="88569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zh-TW" altLang="en-US" sz="2400" b="0" i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福氣教會成立於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1999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年，目標是向社區廣傳福音，成立一間「以佈道為導向」的教會。我們一方面對社區完全開放，創造各類的接觸點，期盼讓人感受到教會的愛與服務的熱誠，一方面也積極研究，如何將福音融入在社區服務中。</a:t>
            </a:r>
          </a:p>
          <a:p>
            <a:pPr algn="l" rtl="0" fontAlgn="base"/>
            <a:r>
              <a:rPr lang="zh-TW" altLang="en-US" sz="2400" b="0" i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 </a:t>
            </a:r>
          </a:p>
          <a:p>
            <a:pPr algn="l" rtl="0" fontAlgn="base"/>
            <a:r>
              <a:rPr lang="zh-TW" altLang="en-US" sz="2400" b="0" i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為此，福氣教會持續地向海內外教會學習，企盼尋找更適合的</a:t>
            </a:r>
            <a:r>
              <a:rPr lang="zh-TW" altLang="en-US" sz="2400" b="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佈道策略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，使福音可以廣傳。從新加坡堅信浸信教會的</a:t>
            </a:r>
            <a:r>
              <a:rPr lang="zh-TW" altLang="en-US" sz="2400" b="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細胞小組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、韓國汝矣島純福音教會的細胞小組，到</a:t>
            </a:r>
            <a:r>
              <a:rPr lang="zh-TW" altLang="en-US" sz="2400" b="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韓國豐盛教會雙翼養育系統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，都是我們參考學習的對象。福氣教會將這些策略研究分析、歸納，再加上教會過往多年的佈道經驗，並以楊錫儒牧師從聖經領受的教會觀、門徒觀、福音的價值與內涵為基礎，最終融合為福氣教會的幸福小組。</a:t>
            </a:r>
          </a:p>
        </p:txBody>
      </p:sp>
    </p:spTree>
    <p:extLst>
      <p:ext uri="{BB962C8B-B14F-4D97-AF65-F5344CB8AC3E}">
        <p14:creationId xmlns:p14="http://schemas.microsoft.com/office/powerpoint/2010/main" val="1034702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CE23D83-1CC2-EBD2-1096-57629106C9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95486"/>
            <a:ext cx="4471722" cy="480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93CB19A-5702-7514-DF81-B928D5880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0"/>
            <a:ext cx="4824536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7894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57F4701-62FB-C97D-59BA-38DADEA3D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83FAE32-FCBE-D8B9-9AF4-91914761C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50B7DF7-EBA6-0838-7F6C-563078414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44" y="0"/>
            <a:ext cx="925252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41ED031-C9D5-026F-3F8F-7393EF1B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C876032-F61F-CDA4-9C4B-45AA0FC29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E6CF7C4-39D3-97A7-E764-273F6614C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0"/>
            <a:ext cx="8928992" cy="516403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EB91A05-B22C-39D1-960F-662FDE204046}"/>
              </a:ext>
            </a:extLst>
          </p:cNvPr>
          <p:cNvSpPr txBox="1"/>
          <p:nvPr/>
        </p:nvSpPr>
        <p:spPr>
          <a:xfrm>
            <a:off x="0" y="51470"/>
            <a:ext cx="7128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effectLst/>
                <a:latin typeface="+mj-ea"/>
                <a:ea typeface="+mj-ea"/>
              </a:rPr>
              <a:t>洪沛然 教會推動雙翼養育系統之歷程 ──以台灣的五間教會為例</a:t>
            </a:r>
            <a:endParaRPr lang="zh-TW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08472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DE2691C-2FB4-50E7-92FE-E6312E0FB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95486"/>
            <a:ext cx="8352928" cy="4464496"/>
          </a:xfrm>
        </p:spPr>
        <p:txBody>
          <a:bodyPr/>
          <a:lstStyle/>
          <a:p>
            <a:r>
              <a:rPr lang="zh-TW" altLang="en-US" b="1" dirty="0"/>
              <a:t>教會增長  </a:t>
            </a:r>
            <a:r>
              <a:rPr lang="zh-TW" altLang="en-US" sz="1800" i="1" dirty="0"/>
              <a:t>看重數字人數</a:t>
            </a:r>
            <a:r>
              <a:rPr lang="en-US" altLang="zh-TW" sz="1800" i="1" dirty="0"/>
              <a:t>…</a:t>
            </a:r>
            <a:endParaRPr lang="en-US" altLang="zh-TW" i="1" dirty="0"/>
          </a:p>
          <a:p>
            <a:pPr marL="109537" indent="0">
              <a:buNone/>
            </a:pPr>
            <a:r>
              <a:rPr lang="zh-TW" altLang="en-US" sz="1800" dirty="0"/>
              <a:t>路</a:t>
            </a:r>
            <a:r>
              <a:rPr lang="en-US" altLang="zh-TW" sz="1800" dirty="0"/>
              <a:t>15:7 </a:t>
            </a:r>
            <a:r>
              <a:rPr lang="zh-TW" altLang="en-US" sz="1800" dirty="0"/>
              <a:t>我告訴你們，一個罪人悔改，在天上也要這樣為他歡喜，較比為九十九個不用悔改的義人歡喜更大。</a:t>
            </a:r>
          </a:p>
          <a:p>
            <a:endParaRPr lang="en-US" altLang="zh-TW" dirty="0"/>
          </a:p>
          <a:p>
            <a:r>
              <a:rPr lang="zh-TW" altLang="en-US" b="1" dirty="0"/>
              <a:t>實用主義</a:t>
            </a:r>
            <a:r>
              <a:rPr lang="en-US" altLang="zh-TW" b="1" dirty="0"/>
              <a:t>  </a:t>
            </a:r>
            <a:r>
              <a:rPr lang="zh-TW" altLang="en-US" sz="2000" i="1" dirty="0"/>
              <a:t>有用＝正確？</a:t>
            </a:r>
            <a:endParaRPr lang="en-US" altLang="zh-TW" sz="2000" i="1" dirty="0"/>
          </a:p>
          <a:p>
            <a:pPr marL="109537" indent="0">
              <a:buNone/>
            </a:pPr>
            <a:r>
              <a:rPr lang="en-US" altLang="zh-TW" sz="1400" dirty="0"/>
              <a:t>	FEAT</a:t>
            </a:r>
            <a:r>
              <a:rPr lang="zh-TW" altLang="en-US" sz="1400" dirty="0"/>
              <a:t> </a:t>
            </a:r>
            <a:r>
              <a:rPr lang="en-US" altLang="zh-TW" sz="1400" dirty="0"/>
              <a:t>:</a:t>
            </a:r>
            <a:r>
              <a:rPr lang="zh-TW" altLang="en-US" sz="1400" dirty="0"/>
              <a:t> </a:t>
            </a:r>
            <a:r>
              <a:rPr lang="en-US" altLang="zh-TW" sz="1400" dirty="0"/>
              <a:t>1.</a:t>
            </a:r>
            <a:r>
              <a:rPr lang="zh-TW" altLang="en-US" sz="1400" dirty="0"/>
              <a:t> 倖存者偏差  </a:t>
            </a:r>
            <a:r>
              <a:rPr lang="en-US" altLang="zh-TW" sz="1400" dirty="0"/>
              <a:t>2. </a:t>
            </a:r>
            <a:r>
              <a:rPr lang="zh-TW" altLang="en-US" sz="1400" dirty="0"/>
              <a:t>成功神學  </a:t>
            </a:r>
            <a:r>
              <a:rPr lang="en-US" altLang="zh-TW" sz="1400" dirty="0"/>
              <a:t>3. </a:t>
            </a:r>
            <a:r>
              <a:rPr lang="zh-TW" altLang="en-US" sz="1400" dirty="0"/>
              <a:t>交換條件</a:t>
            </a:r>
            <a:r>
              <a:rPr lang="en-US" altLang="zh-TW" sz="1400" dirty="0"/>
              <a:t>?!</a:t>
            </a:r>
          </a:p>
          <a:p>
            <a:pPr marL="109537" indent="0">
              <a:buNone/>
            </a:pPr>
            <a:endParaRPr lang="en-US" altLang="zh-TW" sz="1400" dirty="0"/>
          </a:p>
          <a:p>
            <a:r>
              <a:rPr lang="zh-TW" altLang="en-US" b="1" dirty="0"/>
              <a:t>慕道友導向  </a:t>
            </a:r>
            <a:r>
              <a:rPr lang="zh-TW" altLang="en-US" sz="2000" dirty="0"/>
              <a:t>落差 討好？</a:t>
            </a:r>
            <a:endParaRPr lang="en-US" altLang="zh-TW" sz="2000" dirty="0"/>
          </a:p>
          <a:p>
            <a:pPr marL="109537" indent="0">
              <a:buNone/>
            </a:pPr>
            <a:r>
              <a:rPr lang="en-US" altLang="zh-TW" sz="1400" dirty="0"/>
              <a:t>	</a:t>
            </a:r>
            <a:r>
              <a:rPr lang="zh-TW" altLang="en-US" sz="1400" dirty="0"/>
              <a:t>扭曲、討好、簡化</a:t>
            </a:r>
            <a:r>
              <a:rPr lang="en-US" altLang="zh-TW" sz="1400" dirty="0"/>
              <a:t>?.... </a:t>
            </a:r>
            <a:r>
              <a:rPr lang="zh-TW" altLang="en-US" sz="1400" dirty="0"/>
              <a:t>   愛人如己</a:t>
            </a:r>
            <a:endParaRPr lang="en-US" altLang="zh-TW" sz="1400" dirty="0"/>
          </a:p>
          <a:p>
            <a:pPr marL="109537" indent="0">
              <a:buNone/>
            </a:pPr>
            <a:r>
              <a:rPr lang="zh-TW" altLang="en-US" sz="1800" dirty="0"/>
              <a:t>林前</a:t>
            </a:r>
            <a:r>
              <a:rPr lang="en-US" altLang="zh-TW" sz="1800" dirty="0"/>
              <a:t>9:22 </a:t>
            </a:r>
            <a:r>
              <a:rPr lang="zh-TW" altLang="en-US" sz="1800" dirty="0"/>
              <a:t>向軟弱的人，我就作軟弱的人，為要得軟弱的人。向什麼樣的人，我就作什麼樣的人。無論如何，總要救些人。</a:t>
            </a:r>
          </a:p>
          <a:p>
            <a:pPr marL="109537" indent="0">
              <a:buNone/>
            </a:pPr>
            <a:r>
              <a:rPr lang="en-US" altLang="zh-TW" sz="1400" dirty="0"/>
              <a:t>						</a:t>
            </a:r>
            <a:r>
              <a:rPr lang="zh-TW" altLang="en-US" sz="1400" dirty="0"/>
              <a:t>對話 互動</a:t>
            </a:r>
            <a:r>
              <a:rPr lang="en-US" altLang="zh-TW" sz="1400" dirty="0"/>
              <a:t>….</a:t>
            </a:r>
          </a:p>
          <a:p>
            <a:pPr marL="109537" indent="0">
              <a:buNone/>
            </a:pPr>
            <a:endParaRPr lang="en-US" altLang="zh-TW" sz="1400" dirty="0"/>
          </a:p>
        </p:txBody>
      </p:sp>
      <p:pic>
        <p:nvPicPr>
          <p:cNvPr id="1026" name="Picture 2" descr="倖存者偏差是什麼？你應該要效仿失敗者的3個理由【2021最新版】 - Verakey拓璞工程">
            <a:extLst>
              <a:ext uri="{FF2B5EF4-FFF2-40B4-BE49-F238E27FC236}">
                <a16:creationId xmlns:a16="http://schemas.microsoft.com/office/drawing/2014/main" id="{68164A8C-4A1D-301B-B943-9ACF88286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203598"/>
            <a:ext cx="2485466" cy="185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4842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>
            <a:extLst>
              <a:ext uri="{FF2B5EF4-FFF2-40B4-BE49-F238E27FC236}">
                <a16:creationId xmlns:a16="http://schemas.microsoft.com/office/drawing/2014/main" id="{7D5E20CB-27A6-BD49-96F7-FF25EE0D7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269" y="0"/>
            <a:ext cx="72008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9C936C05-583C-4042-8214-0E7429D9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63638"/>
            <a:ext cx="7200800" cy="2160240"/>
          </a:xfrm>
        </p:spPr>
        <p:txBody>
          <a:bodyPr>
            <a:normAutofit fontScale="90000"/>
          </a:bodyPr>
          <a:lstStyle/>
          <a:p>
            <a:r>
              <a:rPr lang="zh-TW" altLang="en-US" sz="3200" dirty="0">
                <a:solidFill>
                  <a:schemeClr val="accent1"/>
                </a:solidFill>
                <a:effectLst/>
              </a:rPr>
              <a:t>贏得勝利的黃金三角鍊</a:t>
            </a:r>
            <a:r>
              <a:rPr lang="en-US" altLang="zh-TW" sz="3200" dirty="0">
                <a:solidFill>
                  <a:schemeClr val="accent1"/>
                </a:solidFill>
                <a:effectLst/>
              </a:rPr>
              <a:t>》</a:t>
            </a:r>
            <a:br>
              <a:rPr lang="en-US" altLang="zh-TW" sz="3200" dirty="0">
                <a:solidFill>
                  <a:schemeClr val="accent1"/>
                </a:solidFill>
                <a:effectLst/>
              </a:rPr>
            </a:br>
            <a:r>
              <a:rPr lang="zh-TW" altLang="en-US" sz="3200" dirty="0">
                <a:solidFill>
                  <a:schemeClr val="accent1"/>
                </a:solidFill>
                <a:effectLst/>
              </a:rPr>
              <a:t>你是「吸管式基督徒」嗎？</a:t>
            </a:r>
            <a:br>
              <a:rPr lang="en-US" altLang="zh-TW" sz="3200" dirty="0">
                <a:solidFill>
                  <a:schemeClr val="accent1"/>
                </a:solidFill>
                <a:effectLst/>
              </a:rPr>
            </a:br>
            <a:r>
              <a:rPr lang="zh-TW" altLang="en-US" sz="3200" dirty="0">
                <a:solidFill>
                  <a:schemeClr val="accent1"/>
                </a:solidFill>
                <a:effectLst/>
              </a:rPr>
              <a:t>楊錫儒：改變需刻意</a:t>
            </a:r>
            <a:br>
              <a:rPr lang="en-US" altLang="zh-TW" sz="3200" dirty="0">
                <a:solidFill>
                  <a:schemeClr val="accent1"/>
                </a:solidFill>
                <a:effectLst/>
              </a:rPr>
            </a:br>
            <a:r>
              <a:rPr lang="zh-TW" altLang="en-US" sz="2200" b="0" dirty="0">
                <a:effectLst/>
              </a:rPr>
              <a:t>特約記者 謝宜彤</a:t>
            </a:r>
            <a:br>
              <a:rPr lang="zh-TW" altLang="en-US" sz="2200" b="0" dirty="0">
                <a:effectLst/>
              </a:rPr>
            </a:br>
            <a:r>
              <a:rPr lang="zh-TW" altLang="en-US" sz="2200" b="0" dirty="0">
                <a:effectLst/>
              </a:rPr>
              <a:t>高雄市報導</a:t>
            </a:r>
            <a:br>
              <a:rPr lang="zh-TW" altLang="en-US" sz="2200" b="0" dirty="0">
                <a:effectLst/>
              </a:rPr>
            </a:br>
            <a:r>
              <a:rPr lang="en-US" altLang="zh-TW" sz="2200" b="0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2022/04/17 </a:t>
            </a:r>
            <a:br>
              <a:rPr lang="zh-TW" altLang="en-US" sz="2200" b="0" dirty="0">
                <a:effectLst/>
              </a:rPr>
            </a:br>
            <a:endParaRPr kumimoji="1"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01287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39502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「幸福小組」就是在打仗</a:t>
            </a:r>
            <a:endParaRPr lang="en-US" altLang="zh-TW" b="1" dirty="0"/>
          </a:p>
          <a:p>
            <a:pPr marL="109537" indent="0">
              <a:buNone/>
            </a:pP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高雄福氣教會主任牧師楊錫儒表示，許多教會推動幸福小組，有些會跟他反應推得很辛苦，有些則很難推動。對此楊錫儒分享，</a:t>
            </a:r>
            <a:r>
              <a:rPr lang="zh-TW" altLang="en-US" b="1" dirty="0"/>
              <a:t>其實每一個幸福小組的開啟，就是在打仗。而論到打仗，是動員全國上下的事情</a:t>
            </a:r>
            <a:r>
              <a:rPr lang="zh-TW" altLang="en-US" dirty="0"/>
              <a:t>，就如國家級戰爭，戰敗很可能就直接滅國了。</a:t>
            </a:r>
          </a:p>
          <a:p>
            <a:pPr marL="109537" indent="0">
              <a:buNone/>
            </a:pPr>
            <a:r>
              <a:rPr lang="zh-TW" altLang="en-US" dirty="0"/>
              <a:t>何況幸福小組就是整個教會在打仗，若只有一部分的人打仗，其他人做別的事，影響軍心，這樣戰爭怎麼會打贏呢？且打仗難道不需要後勤部隊嗎？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4705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39502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不要作「吸管式基督徒」</a:t>
            </a: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福氣教會馮珮牧師接著分享，她常詢問剛受洗的弟兄姐妹：為什麼要受洗？往往得到的答案是「想要有所改變、因為聽到很多見證，自己也想經歷改變、我有困難，需要得到上帝的幫助」</a:t>
            </a:r>
            <a:r>
              <a:rPr lang="en-US" altLang="zh-TW" dirty="0"/>
              <a:t>...</a:t>
            </a:r>
            <a:r>
              <a:rPr lang="zh-TW" altLang="en-US" dirty="0"/>
              <a:t>等等。</a:t>
            </a:r>
          </a:p>
          <a:p>
            <a:pPr marL="109537" indent="0">
              <a:buNone/>
            </a:pP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這些都是</a:t>
            </a:r>
            <a:r>
              <a:rPr lang="zh-TW" altLang="en-US" u="sng" dirty="0"/>
              <a:t>出於自身私利，通通與「我」有關</a:t>
            </a:r>
            <a:r>
              <a:rPr lang="zh-TW" altLang="en-US" dirty="0"/>
              <a:t>，很少聽到基督徒一開始受洗，是為了完成主的傳福音大使命，但初信的弟兄姊妹這樣的表現並沒有不對，因為我們都是罪人，都會從「我」的觀點出發。</a:t>
            </a:r>
          </a:p>
        </p:txBody>
      </p:sp>
    </p:spTree>
    <p:extLst>
      <p:ext uri="{BB962C8B-B14F-4D97-AF65-F5344CB8AC3E}">
        <p14:creationId xmlns:p14="http://schemas.microsoft.com/office/powerpoint/2010/main" val="7510022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39502"/>
            <a:ext cx="8352928" cy="4320480"/>
          </a:xfrm>
        </p:spPr>
        <p:txBody>
          <a:bodyPr/>
          <a:lstStyle/>
          <a:p>
            <a:pPr marL="109537" indent="0">
              <a:buNone/>
            </a:pPr>
            <a:endParaRPr lang="en-US" altLang="zh-TW" dirty="0"/>
          </a:p>
          <a:p>
            <a:pPr marL="109537" indent="0">
              <a:buNone/>
            </a:pPr>
            <a:r>
              <a:rPr lang="zh-TW" altLang="en-US" dirty="0"/>
              <a:t>但教會需要面對一個問題：</a:t>
            </a:r>
            <a:r>
              <a:rPr lang="zh-TW" altLang="en-US" b="1" dirty="0"/>
              <a:t>這樣的基督徒，過一段時間若還停留在這種程度，容易會變成「吸管式基督徒」</a:t>
            </a:r>
            <a:r>
              <a:rPr lang="zh-TW" altLang="en-US" dirty="0"/>
              <a:t>，每天來教會的目的就是吸收恩典、人脈、知識、做生意機會、遇見帥哥美女</a:t>
            </a:r>
            <a:r>
              <a:rPr lang="en-US" altLang="zh-TW" dirty="0"/>
              <a:t>...</a:t>
            </a:r>
            <a:r>
              <a:rPr lang="zh-TW" altLang="en-US" dirty="0"/>
              <a:t>等，吸完恩典就回家了。</a:t>
            </a:r>
          </a:p>
          <a:p>
            <a:pPr marL="109537" indent="0">
              <a:buNone/>
            </a:pP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而教會領袖就要思考，</a:t>
            </a:r>
            <a:r>
              <a:rPr lang="zh-TW" altLang="en-US" b="1" dirty="0"/>
              <a:t>是否要任由門徒這樣發展？這是教會、牧者領袖的責任。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51981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11510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基督徒的黃金成長期</a:t>
            </a:r>
            <a:endParaRPr lang="en-US" altLang="zh-TW" b="1" dirty="0"/>
          </a:p>
          <a:p>
            <a:pPr marL="109537" indent="0">
              <a:buNone/>
            </a:pP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那該怎麼做出改變呢？馮珮首先指出，從救贖觀點來看，</a:t>
            </a:r>
            <a:r>
              <a:rPr lang="zh-TW" altLang="en-US" b="1" dirty="0"/>
              <a:t>人類可以從黑暗入光明，都是因耶穌的拯救，人的命是耶穌的，是耶穌換來的</a:t>
            </a:r>
            <a:r>
              <a:rPr lang="zh-TW" altLang="en-US" dirty="0"/>
              <a:t>，她笑著說：「</a:t>
            </a:r>
            <a:r>
              <a:rPr lang="zh-TW" altLang="en-US" b="1" dirty="0"/>
              <a:t>我們要報恩，要愛耶穌基督勝過世上一切</a:t>
            </a:r>
            <a:r>
              <a:rPr lang="zh-TW" altLang="en-US" dirty="0"/>
              <a:t>，這個要求其實是很合理的，道上兄弟都明白這個道裡；大哥救了小弟性命，小弟的命就是大哥的，赴湯蹈火都要報恩，何況基督徒呢？」</a:t>
            </a:r>
          </a:p>
          <a:p>
            <a:pPr marL="109537" indent="0">
              <a:buNone/>
            </a:pPr>
            <a:r>
              <a:rPr lang="zh-TW" alt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07462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39502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dirty="0"/>
              <a:t> </a:t>
            </a:r>
          </a:p>
          <a:p>
            <a:pPr marL="109537" indent="0">
              <a:buNone/>
            </a:pPr>
            <a:r>
              <a:rPr lang="zh-TW" altLang="en-US" dirty="0"/>
              <a:t>馮珮更點出，基督徒的成長也是有黃金期的，例如學語言，最好的時間是</a:t>
            </a:r>
            <a:r>
              <a:rPr lang="en-US" altLang="zh-TW" dirty="0"/>
              <a:t>3</a:t>
            </a:r>
            <a:r>
              <a:rPr lang="zh-TW" altLang="en-US" dirty="0"/>
              <a:t>至</a:t>
            </a:r>
            <a:r>
              <a:rPr lang="en-US" altLang="zh-TW" dirty="0"/>
              <a:t>15</a:t>
            </a:r>
            <a:r>
              <a:rPr lang="zh-TW" altLang="en-US" dirty="0"/>
              <a:t>歲，</a:t>
            </a:r>
            <a:r>
              <a:rPr lang="zh-TW" altLang="en-US" u="sng" dirty="0"/>
              <a:t>而基督徒的黃金成長期，關鍵就是剛信主的前兩年，教會要把屬天的價值觀，灌輸給剛信主的人</a:t>
            </a:r>
            <a:r>
              <a:rPr lang="zh-TW" altLang="en-US" dirty="0"/>
              <a:t>。</a:t>
            </a:r>
          </a:p>
          <a:p>
            <a:pPr marL="109537" indent="0">
              <a:buNone/>
            </a:pP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若錯過，就容易使初信者成為主內的遲緩兒，還是常以「我」為出發點。</a:t>
            </a:r>
          </a:p>
          <a:p>
            <a:pPr marL="109537" indent="0">
              <a:buNone/>
            </a:pPr>
            <a:br>
              <a:rPr lang="zh-TW" altLang="en-US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96755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267494"/>
            <a:ext cx="8568952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</a:t>
            </a: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該怎麼做，才能讓門徒能轉換人生目標，一生為主而活，完成主的大使命？ </a:t>
            </a:r>
          </a:p>
          <a:p>
            <a:pPr marL="109537" indent="0">
              <a:buNone/>
            </a:pPr>
            <a:r>
              <a:rPr lang="zh-TW" altLang="en-US" u="sng" dirty="0"/>
              <a:t>教會要刻意設計一套機制，扭轉人的自私本性</a:t>
            </a:r>
            <a:r>
              <a:rPr lang="zh-TW" altLang="en-US" dirty="0"/>
              <a:t>，這是教會的責任；若教會不這麼做，基督徒仍是以自己為出發點。而福氣教會的做法就是</a:t>
            </a:r>
            <a:r>
              <a:rPr lang="zh-TW" altLang="en-US" b="1" dirty="0"/>
              <a:t>「黃金三角鍊機制」</a:t>
            </a:r>
            <a:r>
              <a:rPr lang="zh-TW" altLang="en-US" dirty="0"/>
              <a:t>。</a:t>
            </a:r>
          </a:p>
          <a:p>
            <a:pPr marL="109537" indent="0">
              <a:buNone/>
            </a:pPr>
            <a:r>
              <a:rPr lang="zh-TW" altLang="en-US" dirty="0"/>
              <a:t>黃金三角鍊，表示這個機制要有</a:t>
            </a:r>
            <a:r>
              <a:rPr lang="zh-TW" altLang="en-US" b="1" dirty="0"/>
              <a:t>「佈道系統、牧養系統、門訓系統」</a:t>
            </a:r>
            <a:r>
              <a:rPr lang="zh-TW" altLang="en-US" dirty="0"/>
              <a:t>，教會裡這</a:t>
            </a:r>
            <a:r>
              <a:rPr lang="zh-TW" altLang="en-US" u="sng" dirty="0"/>
              <a:t>三大系統要緊密結合、有共同目標</a:t>
            </a:r>
            <a:r>
              <a:rPr lang="zh-TW" altLang="en-US" dirty="0"/>
              <a:t>；若都是各自為政，沒有共同目標，將會造成多頭馬車，沒辦法培養能傳福音的人。</a:t>
            </a:r>
          </a:p>
          <a:p>
            <a:pPr marL="109537" indent="0">
              <a:buNone/>
            </a:pPr>
            <a:r>
              <a:rPr lang="zh-TW" alt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875773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11510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黃金三角鍊機制─佈道系統 </a:t>
            </a:r>
            <a:endParaRPr lang="zh-TW" altLang="en-US" dirty="0"/>
          </a:p>
          <a:p>
            <a:pPr marL="109537" indent="0">
              <a:buNone/>
            </a:pPr>
            <a:endParaRPr lang="en-US" altLang="zh-TW" b="1" dirty="0"/>
          </a:p>
          <a:p>
            <a:pPr marL="109537" indent="0">
              <a:buNone/>
            </a:pPr>
            <a:r>
              <a:rPr lang="zh-TW" altLang="en-US" b="1" dirty="0"/>
              <a:t>高度技巧性</a:t>
            </a:r>
            <a:endParaRPr lang="en-US" altLang="zh-TW" b="1" dirty="0"/>
          </a:p>
          <a:p>
            <a:pPr marL="109537" indent="0">
              <a:buNone/>
            </a:pP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馮珮表示，</a:t>
            </a:r>
            <a:r>
              <a:rPr lang="zh-TW" altLang="en-US" b="1" dirty="0"/>
              <a:t>傳福音要有諸般的智慧、要有技巧，並要時時自省傳福音方式有沒有果效？</a:t>
            </a:r>
            <a:r>
              <a:rPr lang="zh-TW" altLang="en-US" dirty="0"/>
              <a:t>比如若教會在路上發福音單張，發久了沒有人想拿，就會讓弟兄姊妹越來越沒有人想發，導致教會越來越沒有福音行動，自然就無新血加入。</a:t>
            </a:r>
          </a:p>
        </p:txBody>
      </p:sp>
    </p:spTree>
    <p:extLst>
      <p:ext uri="{BB962C8B-B14F-4D97-AF65-F5344CB8AC3E}">
        <p14:creationId xmlns:p14="http://schemas.microsoft.com/office/powerpoint/2010/main" val="18365163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11510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黃金三角鍊機制─佈道系統 </a:t>
            </a:r>
            <a:endParaRPr lang="en-US" altLang="zh-TW" b="1" dirty="0"/>
          </a:p>
          <a:p>
            <a:pPr marL="109537" indent="0">
              <a:buNone/>
            </a:pPr>
            <a:r>
              <a:rPr lang="zh-TW" altLang="en-US" b="1" dirty="0"/>
              <a:t>策略要有效</a:t>
            </a:r>
            <a:endParaRPr lang="en-US" altLang="zh-TW" dirty="0"/>
          </a:p>
          <a:p>
            <a:pPr marL="109537" indent="0">
              <a:buNone/>
            </a:pPr>
            <a:r>
              <a:rPr lang="zh-TW" altLang="en-US" sz="2400" dirty="0"/>
              <a:t>有一次馮珮去一間教會，她回來就很好奇，認為這個教會很大、非常漂亮，但奇怪的是，這間教會每一年只有零星人數受洗，聚會人數僅</a:t>
            </a:r>
            <a:r>
              <a:rPr lang="en-US" altLang="zh-TW" sz="2400" dirty="0"/>
              <a:t>100</a:t>
            </a:r>
            <a:r>
              <a:rPr lang="zh-TW" altLang="en-US" sz="2400" dirty="0"/>
              <a:t>人左右，此時可以思考，是否為傳福音策略出了問題？</a:t>
            </a:r>
            <a:endParaRPr lang="en-US" altLang="zh-TW" sz="2400" dirty="0"/>
          </a:p>
          <a:p>
            <a:pPr marL="109537" indent="0">
              <a:buNone/>
            </a:pPr>
            <a:r>
              <a:rPr lang="zh-TW" altLang="en-US" sz="2400" dirty="0"/>
              <a:t>馮珮提醒：「我們聖經都讀到</a:t>
            </a:r>
            <a:r>
              <a:rPr lang="zh-TW" altLang="en-US" sz="2400" u="sng" dirty="0"/>
              <a:t>福音本是神的大能，大能是指出去傳福音是有果效的</a:t>
            </a:r>
            <a:r>
              <a:rPr lang="zh-TW" altLang="en-US" sz="2400" dirty="0"/>
              <a:t>，如果沒有效，這些傳福音策略到底要不要用？比如你每天出門左轉都會撞到電線桿，你為何不想辦法右轉？要找有效的策略。」</a:t>
            </a:r>
          </a:p>
          <a:p>
            <a:pPr marL="109537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45658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11510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黃金三角鍊機制─佈道系統 </a:t>
            </a:r>
            <a:endParaRPr lang="zh-TW" altLang="en-US" dirty="0"/>
          </a:p>
          <a:p>
            <a:pPr marL="109537" indent="0">
              <a:buNone/>
            </a:pPr>
            <a:endParaRPr lang="en-US" altLang="zh-TW" b="1" dirty="0"/>
          </a:p>
          <a:p>
            <a:pPr marL="109537" indent="0">
              <a:buNone/>
            </a:pPr>
            <a:r>
              <a:rPr lang="zh-TW" altLang="en-US" b="1" dirty="0"/>
              <a:t>高度爭戰性</a:t>
            </a:r>
            <a:endParaRPr lang="zh-TW" altLang="en-US" dirty="0"/>
          </a:p>
          <a:p>
            <a:pPr marL="109537" indent="0">
              <a:buNone/>
            </a:pPr>
            <a:endParaRPr lang="en-US" altLang="zh-TW" dirty="0"/>
          </a:p>
          <a:p>
            <a:pPr marL="109537" indent="0">
              <a:buNone/>
            </a:pPr>
            <a:r>
              <a:rPr lang="zh-TW" altLang="en-US" dirty="0"/>
              <a:t>傳福音就是在跟魔鬼撒但搶靈魂，同工通常會經歷奇怪的攪擾，這些都是要讓我們膽怯。既然在打仗，戰略觀就要很清楚；</a:t>
            </a:r>
            <a:r>
              <a:rPr lang="zh-TW" altLang="en-US" b="1" dirty="0"/>
              <a:t>從牧者開始到初信者，都要知道我們正在打仗！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05621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11510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黃金三角鍊機制─佈道系統 </a:t>
            </a:r>
            <a:endParaRPr lang="en-US" altLang="zh-TW" b="1" dirty="0"/>
          </a:p>
          <a:p>
            <a:pPr marL="109537" indent="0">
              <a:buNone/>
            </a:pPr>
            <a:r>
              <a:rPr lang="zh-TW" altLang="en-US" b="1" dirty="0"/>
              <a:t>全體總動員</a:t>
            </a: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打仗最怕讓前線戰士孤軍奮戰，若讓弟兄姊妹去戰場，教會卻沒有後勤支援，導致最後戰士壯烈犧牲，比如幸福小組，到最後便容易開不下去。</a:t>
            </a:r>
          </a:p>
          <a:p>
            <a:pPr marL="109537" indent="0">
              <a:buNone/>
            </a:pPr>
            <a:r>
              <a:rPr lang="zh-TW" altLang="en-US" dirty="0"/>
              <a:t>幸福小組不可以是弟兄姊妹個別性的行動，不能只有幾個人在傳福音，其他人都不傳。比方說，若教會只要求青年牧區用幸福小組，教會中央卻不排斥也不支持，將會讓他們孤軍奮戰，且沒有後勤支援是打不贏仗的。</a:t>
            </a:r>
          </a:p>
        </p:txBody>
      </p:sp>
    </p:spTree>
    <p:extLst>
      <p:ext uri="{BB962C8B-B14F-4D97-AF65-F5344CB8AC3E}">
        <p14:creationId xmlns:p14="http://schemas.microsoft.com/office/powerpoint/2010/main" val="24926802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11510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黃金三角鍊機制─門訓系統</a:t>
            </a:r>
            <a:endParaRPr lang="zh-TW" altLang="en-US" dirty="0"/>
          </a:p>
          <a:p>
            <a:pPr marL="109537" indent="0">
              <a:buNone/>
            </a:pPr>
            <a:endParaRPr lang="en-US" altLang="zh-TW" b="1" dirty="0"/>
          </a:p>
          <a:p>
            <a:pPr marL="109537" indent="0">
              <a:buNone/>
            </a:pPr>
            <a:r>
              <a:rPr lang="zh-TW" altLang="en-US" b="1" dirty="0"/>
              <a:t>培養強烈的爭戰意識</a:t>
            </a: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門徒訓練時，要讓弟兄姐妹知道：為什麼要這樣負代價、花時間、花錢、花力氣去傳福音？</a:t>
            </a:r>
            <a:r>
              <a:rPr lang="zh-TW" altLang="en-US" b="1" dirty="0"/>
              <a:t>「知道」這件事，比去執行更重要</a:t>
            </a:r>
            <a:r>
              <a:rPr lang="zh-TW" altLang="en-US" dirty="0"/>
              <a:t>，領袖怎麼培養這些爭戰意識，就是透過門訓系統，來幫助弟兄姊妹建立觀念，弟兄姊妹出去打仗就會氣勢如虹。</a:t>
            </a:r>
          </a:p>
        </p:txBody>
      </p:sp>
    </p:spTree>
    <p:extLst>
      <p:ext uri="{BB962C8B-B14F-4D97-AF65-F5344CB8AC3E}">
        <p14:creationId xmlns:p14="http://schemas.microsoft.com/office/powerpoint/2010/main" val="3902493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11510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黃金三角鍊機制─門訓系統</a:t>
            </a:r>
            <a:endParaRPr lang="zh-TW" altLang="en-US" dirty="0"/>
          </a:p>
          <a:p>
            <a:pPr marL="109537" indent="0">
              <a:buNone/>
            </a:pPr>
            <a:endParaRPr lang="en-US" altLang="zh-TW" b="1" dirty="0"/>
          </a:p>
          <a:p>
            <a:pPr marL="109537" indent="0">
              <a:buNone/>
            </a:pPr>
            <a:r>
              <a:rPr lang="zh-TW" altLang="en-US" b="1" dirty="0"/>
              <a:t>反覆烙印</a:t>
            </a: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屬天價值觀基本上是違背人性，時常在我們身上忽強忽弱，而門訓系統可以幫助我們</a:t>
            </a:r>
            <a:r>
              <a:rPr lang="zh-TW" altLang="en-US" u="sng" dirty="0"/>
              <a:t>反覆烙印屬天價值觀</a:t>
            </a:r>
            <a:r>
              <a:rPr lang="zh-TW" altLang="en-US" dirty="0"/>
              <a:t>，每一個學期上這些課，就再烙印一次，循序漸進教導、深化弟兄姊妹的價值觀。門訓系統是否成功，就要看弟兄姐妹有無開始對靈魂有負擔、有使命感。</a:t>
            </a:r>
          </a:p>
        </p:txBody>
      </p:sp>
    </p:spTree>
    <p:extLst>
      <p:ext uri="{BB962C8B-B14F-4D97-AF65-F5344CB8AC3E}">
        <p14:creationId xmlns:p14="http://schemas.microsoft.com/office/powerpoint/2010/main" val="38293871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11510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黃金三角鍊機制─門訓系統</a:t>
            </a:r>
            <a:endParaRPr lang="zh-TW" altLang="en-US" dirty="0"/>
          </a:p>
          <a:p>
            <a:pPr marL="109537" indent="0">
              <a:buNone/>
            </a:pPr>
            <a:endParaRPr lang="en-US" altLang="zh-TW" b="1" dirty="0"/>
          </a:p>
          <a:p>
            <a:pPr marL="109537" indent="0">
              <a:buNone/>
            </a:pPr>
            <a:r>
              <a:rPr lang="zh-TW" altLang="en-US" b="1" dirty="0"/>
              <a:t>門訓與佈道同行</a:t>
            </a: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有時候，現實生活會纏擾我們，我們軟弱超過自己想像，「我們門訓系統有個規定，我們盼望每個參加門訓系統的弟兄姐妹，他必須要一邊傳福音，一邊要有門訓系統進行，這樣同步可以支持他、幫助他；雖然體力會消耗很多，但這是在做中學、學中做的過程。」馮珮牧師表示。</a:t>
            </a:r>
          </a:p>
        </p:txBody>
      </p:sp>
    </p:spTree>
    <p:extLst>
      <p:ext uri="{BB962C8B-B14F-4D97-AF65-F5344CB8AC3E}">
        <p14:creationId xmlns:p14="http://schemas.microsoft.com/office/powerpoint/2010/main" val="6317228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11510"/>
            <a:ext cx="8352928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黃金三角鍊機制─門訓系統</a:t>
            </a:r>
            <a:endParaRPr lang="zh-TW" altLang="en-US" dirty="0"/>
          </a:p>
          <a:p>
            <a:pPr marL="109537" indent="0">
              <a:buNone/>
            </a:pPr>
            <a:endParaRPr lang="en-US" altLang="zh-TW" b="1" dirty="0"/>
          </a:p>
          <a:p>
            <a:pPr marL="109537" indent="0">
              <a:buNone/>
            </a:pPr>
            <a:r>
              <a:rPr lang="zh-TW" altLang="en-US" dirty="0"/>
              <a:t>「有太多弟兄姐妹向我們表示，門訓課程就像是充電，幸福小組像是放電，就像媽媽懷孕終於生孩子，</a:t>
            </a:r>
            <a:r>
              <a:rPr lang="zh-TW" altLang="en-US" b="1" dirty="0"/>
              <a:t>最終看到慕道友生命改變，就會忘記辛苦；因為感動 ，下一期就願意再當傳福音的同工</a:t>
            </a:r>
            <a:r>
              <a:rPr lang="zh-TW" altLang="en-US" dirty="0"/>
              <a:t>。」馮珮牧師微笑分享。</a:t>
            </a:r>
          </a:p>
        </p:txBody>
      </p:sp>
    </p:spTree>
    <p:extLst>
      <p:ext uri="{BB962C8B-B14F-4D97-AF65-F5344CB8AC3E}">
        <p14:creationId xmlns:p14="http://schemas.microsoft.com/office/powerpoint/2010/main" val="8187370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3F9DC83-18BA-A145-A7A5-170FC6E4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68" y="195486"/>
            <a:ext cx="8748464" cy="4320480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黃金三角鍊機制─門訓系統</a:t>
            </a:r>
            <a:endParaRPr lang="en-US" altLang="zh-TW" b="1" dirty="0"/>
          </a:p>
          <a:p>
            <a:pPr marL="109537" indent="0">
              <a:buNone/>
            </a:pPr>
            <a:endParaRPr lang="zh-TW" altLang="en-US" sz="1600" dirty="0"/>
          </a:p>
          <a:p>
            <a:pPr marL="109537" indent="0">
              <a:buNone/>
            </a:pPr>
            <a:r>
              <a:rPr lang="zh-TW" altLang="en-US" sz="2400" b="1" dirty="0"/>
              <a:t>按照「門訓目標」設計課程</a:t>
            </a:r>
            <a:endParaRPr lang="zh-TW" altLang="en-US" sz="2400" dirty="0"/>
          </a:p>
          <a:p>
            <a:pPr marL="109537" indent="0">
              <a:buNone/>
            </a:pPr>
            <a:r>
              <a:rPr lang="zh-TW" altLang="en-US" sz="2400" dirty="0"/>
              <a:t>課程多不代表好，門訓系統是門徒訓練，要很清楚知道這樣訓練門徒，到底能不能完成「門訓目的」，</a:t>
            </a:r>
            <a:r>
              <a:rPr lang="zh-TW" altLang="en-US" sz="2400" b="1" dirty="0"/>
              <a:t>這目的是：門徒要有能力完成大使命。</a:t>
            </a:r>
            <a:endParaRPr lang="zh-TW" altLang="en-US" sz="2400" dirty="0"/>
          </a:p>
          <a:p>
            <a:pPr marL="109537" indent="0">
              <a:buNone/>
            </a:pPr>
            <a:r>
              <a:rPr lang="zh-TW" altLang="en-US" sz="2400" dirty="0"/>
              <a:t>很多教會有查考聖經背景的課程，這沒有不對，但是這些知識只停留在腦子裡，我們需要進一步訓練門徒上完課程後，會主動為主衝鋒陷陣</a:t>
            </a:r>
            <a:r>
              <a:rPr lang="zh-TW" altLang="en-US" sz="2400" b="1" dirty="0"/>
              <a:t>。如果門徒看到失喪的靈魂卻沒感覺，那就是失敗的門訓，無法達到目的。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07767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E19E2DC-F41F-8446-A0F8-341A6F4D7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7494"/>
            <a:ext cx="8229600" cy="4104456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黃金三角鍊機制─牧養系統</a:t>
            </a:r>
            <a:endParaRPr lang="en-US" altLang="zh-TW" b="1" dirty="0"/>
          </a:p>
          <a:p>
            <a:pPr marL="109537" indent="0">
              <a:buNone/>
            </a:pPr>
            <a:endParaRPr lang="en-US" altLang="zh-TW" b="1" dirty="0"/>
          </a:p>
          <a:p>
            <a:pPr marL="109537" indent="0">
              <a:buNone/>
            </a:pPr>
            <a:r>
              <a:rPr lang="zh-TW" altLang="en-US" b="1" dirty="0"/>
              <a:t>生養關係</a:t>
            </a: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馮珮指出，</a:t>
            </a:r>
            <a:r>
              <a:rPr lang="zh-TW" altLang="en-US" b="1" dirty="0"/>
              <a:t>細胞小組跟幸福小組，要有生養關係</a:t>
            </a:r>
            <a:r>
              <a:rPr lang="zh-TW" altLang="en-US" dirty="0"/>
              <a:t>。剛受洗的人是屬靈寶寶，要送到牧養系統去養，到合適的細胞小組內，讓他感覺被愛、被關懷，而負責養他的，應該是原本帶他信主的那一批人，同樣這群人，帶回自己的細胞小組去養，這樣才會養活。</a:t>
            </a:r>
            <a:endParaRPr lang="en-US" altLang="zh-TW" dirty="0"/>
          </a:p>
          <a:p>
            <a:pPr marL="109537" indent="0">
              <a:buNone/>
            </a:pPr>
            <a:r>
              <a:rPr lang="zh-TW" altLang="en-US" dirty="0"/>
              <a:t>亦即，</a:t>
            </a:r>
            <a:r>
              <a:rPr lang="zh-TW" altLang="en-US" b="1" dirty="0"/>
              <a:t>被佈道系統中生出來，在牧養系統中被養活，這些基督徒才會順利在教會，活出基督的生命來</a:t>
            </a:r>
            <a:r>
              <a:rPr lang="zh-TW" altLang="en-US" dirty="0"/>
              <a:t>。</a:t>
            </a:r>
          </a:p>
          <a:p>
            <a:pPr marL="109537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25595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E19E2DC-F41F-8446-A0F8-341A6F4D7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83518"/>
            <a:ext cx="8229600" cy="3394075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黃金三角鍊機制─牧養系統</a:t>
            </a:r>
            <a:endParaRPr lang="zh-TW" altLang="en-US" dirty="0"/>
          </a:p>
          <a:p>
            <a:pPr marL="109537" indent="0">
              <a:buNone/>
            </a:pPr>
            <a:endParaRPr lang="zh-TW" altLang="en-US" dirty="0"/>
          </a:p>
          <a:p>
            <a:pPr marL="109537" indent="0">
              <a:buNone/>
            </a:pPr>
            <a:r>
              <a:rPr lang="zh-TW" altLang="en-US" b="1" dirty="0"/>
              <a:t>戰友情誼</a:t>
            </a:r>
            <a:endParaRPr lang="zh-TW" altLang="en-US" dirty="0"/>
          </a:p>
          <a:p>
            <a:pPr marL="109537" indent="0">
              <a:buNone/>
            </a:pPr>
            <a:r>
              <a:rPr lang="zh-TW" altLang="en-US" dirty="0"/>
              <a:t>要有屬天價值觀，就需要有戰友、同伴、榜樣可以看，才不會一個人帶著屬天價值觀，孤軍奮戰。特別是剛信主的人，還不是很會傳福音，若被拒絕幾次，以後就不敢再傳；但跟著細胞小組的人一起，有同伴、福長帶領，就會慢慢上手。</a:t>
            </a:r>
          </a:p>
        </p:txBody>
      </p:sp>
    </p:spTree>
    <p:extLst>
      <p:ext uri="{BB962C8B-B14F-4D97-AF65-F5344CB8AC3E}">
        <p14:creationId xmlns:p14="http://schemas.microsoft.com/office/powerpoint/2010/main" val="40260207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E19E2DC-F41F-8446-A0F8-341A6F4D7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83518"/>
            <a:ext cx="8229600" cy="3394075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黃金三角鍊機制─牧養系統</a:t>
            </a:r>
            <a:endParaRPr lang="zh-TW" altLang="en-US" dirty="0"/>
          </a:p>
          <a:p>
            <a:pPr marL="109537" indent="0">
              <a:buNone/>
            </a:pPr>
            <a:endParaRPr lang="zh-TW" altLang="en-US" dirty="0"/>
          </a:p>
          <a:p>
            <a:pPr marL="109537" indent="0">
              <a:buNone/>
            </a:pPr>
            <a:r>
              <a:rPr lang="zh-TW" altLang="en-US" b="1" dirty="0"/>
              <a:t>後勤支援</a:t>
            </a:r>
            <a:endParaRPr lang="zh-TW" altLang="en-US" dirty="0"/>
          </a:p>
          <a:p>
            <a:pPr marL="109537" indent="0">
              <a:buNone/>
            </a:pPr>
            <a:endParaRPr lang="en-US" altLang="zh-TW" dirty="0"/>
          </a:p>
          <a:p>
            <a:pPr marL="109537" indent="0">
              <a:buNone/>
            </a:pPr>
            <a:r>
              <a:rPr lang="zh-TW" altLang="en-US" dirty="0"/>
              <a:t>馮珮牧師表示，「補給單位」通通是在細胞小組統籌分配，使幸福小組無後顧之憂，全體總動員才能帶來正向循環。</a:t>
            </a:r>
          </a:p>
          <a:p>
            <a:pPr marL="109537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85474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E19E2DC-F41F-8446-A0F8-341A6F4D7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195486"/>
            <a:ext cx="8928992" cy="4752528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牧養系統 </a:t>
            </a:r>
            <a:r>
              <a:rPr lang="en" altLang="zh-TW" b="1" dirty="0"/>
              <a:t>VS </a:t>
            </a:r>
            <a:r>
              <a:rPr lang="zh-TW" altLang="en-US" b="1" dirty="0"/>
              <a:t>門訓系統</a:t>
            </a:r>
            <a:endParaRPr lang="zh-TW" altLang="en-US" dirty="0"/>
          </a:p>
          <a:p>
            <a:pPr marL="109537" indent="0">
              <a:buNone/>
            </a:pPr>
            <a:r>
              <a:rPr lang="zh-TW" altLang="en-US" b="1" dirty="0"/>
              <a:t>細胞小組目標─情感連結</a:t>
            </a:r>
            <a:endParaRPr lang="zh-TW" altLang="en-US" dirty="0"/>
          </a:p>
          <a:p>
            <a:pPr marL="109537" indent="0">
              <a:buNone/>
            </a:pPr>
            <a:r>
              <a:rPr lang="zh-TW" altLang="en-US" sz="2400" dirty="0"/>
              <a:t>一起出去傳福音的人，彼此就像家人互相連結，而教會最重要的功能之一，就是情感連結，帶著「我想常常看見我的小組家人、期待相見」 等心情參加聚會。 </a:t>
            </a:r>
          </a:p>
          <a:p>
            <a:pPr marL="109537" indent="0">
              <a:buNone/>
            </a:pPr>
            <a:r>
              <a:rPr lang="zh-TW" altLang="en-US" sz="2400" dirty="0"/>
              <a:t>通常今天相聚，過兩天再去吃飯，</a:t>
            </a:r>
            <a:r>
              <a:rPr lang="zh-TW" altLang="en-US" sz="2400" b="1" dirty="0"/>
              <a:t>生活上有很多連結，小組們一起出去傳福音時，一起得勝就很容易</a:t>
            </a:r>
            <a:r>
              <a:rPr lang="zh-TW" altLang="en-US" sz="2400" dirty="0"/>
              <a:t>。 </a:t>
            </a:r>
          </a:p>
          <a:p>
            <a:pPr marL="109537" indent="0">
              <a:buNone/>
            </a:pPr>
            <a:r>
              <a:rPr lang="zh-TW" altLang="en-US" sz="2400" dirty="0"/>
              <a:t>很多教會不知道怎麼操作細胞小組，往往就開始帶查經，沒有分享彼此生活的連結，像上課一樣。</a:t>
            </a:r>
          </a:p>
          <a:p>
            <a:pPr marL="109537" indent="0">
              <a:buNone/>
            </a:pPr>
            <a:r>
              <a:rPr lang="zh-TW" altLang="en-US" sz="2400" dirty="0"/>
              <a:t>此外，新朋友往往聽不懂「老基督徒」，導致幸福小組後來留不住人，因初信者在牧養系統過得不適應。</a:t>
            </a:r>
            <a:r>
              <a:rPr lang="zh-TW" altLang="en-US" sz="2400" b="1" dirty="0"/>
              <a:t>「細胞小組應是要促進關係連結，促進歸屬感，大家像一家人一樣促進感情。」</a:t>
            </a:r>
            <a:endParaRPr lang="zh-TW" altLang="en-US" sz="2400" dirty="0"/>
          </a:p>
          <a:p>
            <a:pPr marL="109537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11326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E19E2DC-F41F-8446-A0F8-341A6F4D7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3478"/>
            <a:ext cx="8229600" cy="3394075"/>
          </a:xfrm>
        </p:spPr>
        <p:txBody>
          <a:bodyPr/>
          <a:lstStyle/>
          <a:p>
            <a:pPr marL="109537" indent="0">
              <a:buNone/>
            </a:pPr>
            <a:r>
              <a:rPr lang="zh-TW" altLang="en-US" b="1" dirty="0"/>
              <a:t>門訓系統功能─系統化門徒訓練</a:t>
            </a:r>
            <a:endParaRPr lang="en-US" altLang="zh-TW" b="1" dirty="0"/>
          </a:p>
          <a:p>
            <a:pPr marL="109537" indent="0">
              <a:buNone/>
            </a:pPr>
            <a:endParaRPr lang="zh-TW" altLang="en-US" sz="1200" dirty="0"/>
          </a:p>
          <a:p>
            <a:pPr marL="109537" indent="0">
              <a:buNone/>
            </a:pPr>
            <a:r>
              <a:rPr lang="zh-TW" altLang="en-US" sz="2400" dirty="0"/>
              <a:t>馮珮牧師呼籲，不要把人擺錯位置，若要初信者學習屬天價值觀，就應把人送到門訓系統去造就；細胞小組則是要促進家人感情，細胞小組可以幫助教導初信者如何傳福音，但</a:t>
            </a:r>
            <a:r>
              <a:rPr lang="zh-TW" altLang="en-US" sz="2400" u="sng" dirty="0"/>
              <a:t>完整的學習仍要去門訓學習</a:t>
            </a:r>
            <a:r>
              <a:rPr lang="zh-TW" altLang="en-US" sz="2400" dirty="0"/>
              <a:t>。</a:t>
            </a:r>
          </a:p>
          <a:p>
            <a:pPr marL="109537" indent="0">
              <a:buNone/>
            </a:pPr>
            <a:r>
              <a:rPr lang="zh-TW" altLang="en-US" sz="2400" b="1" dirty="0"/>
              <a:t>選門訓講師</a:t>
            </a:r>
            <a:endParaRPr lang="zh-TW" altLang="en-US" sz="2400" dirty="0"/>
          </a:p>
          <a:p>
            <a:pPr marL="109537" indent="0">
              <a:buNone/>
            </a:pPr>
            <a:r>
              <a:rPr lang="zh-TW" altLang="en-US" sz="2400" dirty="0"/>
              <a:t>福氣教會會找具戰鬥力、可以上戰場、帶兵長大、牧養上有結果的人當講師，因此除了傳道人，也有區長當講師。 </a:t>
            </a:r>
          </a:p>
          <a:p>
            <a:pPr marL="109537" indent="0">
              <a:buNone/>
            </a:pPr>
            <a:r>
              <a:rPr lang="zh-TW" altLang="en-US" sz="2400" dirty="0"/>
              <a:t>馮珮牧師分享道：「</a:t>
            </a:r>
            <a:r>
              <a:rPr lang="zh-TW" altLang="en-US" sz="2400" b="1" dirty="0"/>
              <a:t>這三個系統要緊密連結，我們每個系統都是目標一致，培養一生為主而活，完成福音大使命，培養一代又一代強盛的門徒</a:t>
            </a:r>
            <a:r>
              <a:rPr lang="zh-TW" altLang="en-US" sz="2400" dirty="0"/>
              <a:t>。」</a:t>
            </a:r>
          </a:p>
          <a:p>
            <a:pPr marL="109537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62424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E19E2DC-F41F-8446-A0F8-341A6F4D7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95486"/>
            <a:ext cx="8568952" cy="4752528"/>
          </a:xfrm>
        </p:spPr>
        <p:txBody>
          <a:bodyPr/>
          <a:lstStyle/>
          <a:p>
            <a:pPr marL="109537" indent="0" algn="just">
              <a:buNone/>
            </a:pPr>
            <a:r>
              <a:rPr lang="en" altLang="zh-TW" dirty="0"/>
              <a:t>Q&amp;A</a:t>
            </a:r>
            <a:r>
              <a:rPr lang="zh-TW" altLang="en-US" dirty="0"/>
              <a:t>時間有會眾詢問：「有一些教會有強烈不傳福音的現象，不傳福音還是可以過很好，要突破勢必會有孤軍奮戰的過程，請問牧師的想法是什麼？」</a:t>
            </a:r>
          </a:p>
          <a:p>
            <a:pPr marL="109537" indent="0" algn="just">
              <a:buNone/>
            </a:pPr>
            <a:r>
              <a:rPr lang="zh-TW" altLang="en-US" dirty="0"/>
              <a:t>楊錫儒建議，不要只有牧師參加幸福小組研習會，因為牧師「熱騰騰」地回去，卻面對冰冷的一群會眾，很快也會被影響；</a:t>
            </a:r>
            <a:r>
              <a:rPr lang="zh-TW" altLang="en-US" b="1" dirty="0"/>
              <a:t>但如果能有一群同工，教會全部的人一起參加，就會不一樣。</a:t>
            </a:r>
            <a:endParaRPr lang="zh-TW" altLang="en-US" dirty="0"/>
          </a:p>
          <a:p>
            <a:pPr marL="109537" indent="0" algn="just">
              <a:buNone/>
            </a:pPr>
            <a:r>
              <a:rPr lang="zh-TW" altLang="en-US" dirty="0"/>
              <a:t> 冰動三尺非一日之寒，羅馬不是一天造成的，不傳福音的文化是累積來的，能期待它會自動改變嗎？</a:t>
            </a:r>
            <a:r>
              <a:rPr lang="zh-TW" altLang="en-US" b="1" dirty="0"/>
              <a:t>改變需要刻意為之</a:t>
            </a:r>
            <a:r>
              <a:rPr lang="zh-TW" altLang="en-US" dirty="0"/>
              <a:t>，如果你很清楚教會變成不傳福音的教會，這是違背真理的，那麼此傳統就必須要拆掉。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27455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E19E2DC-F41F-8446-A0F8-341A6F4D7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95486"/>
            <a:ext cx="8568952" cy="3394075"/>
          </a:xfrm>
        </p:spPr>
        <p:txBody>
          <a:bodyPr/>
          <a:lstStyle/>
          <a:p>
            <a:pPr marL="109537" indent="0" algn="just">
              <a:buNone/>
            </a:pPr>
            <a:r>
              <a:rPr lang="zh-TW" altLang="en-US" sz="2400" dirty="0"/>
              <a:t> 改變，會經過一個「刻意的過程」，牧者要像發動機，要凝聚大家；若教會有</a:t>
            </a:r>
            <a:r>
              <a:rPr lang="en-US" altLang="zh-TW" sz="2400" dirty="0"/>
              <a:t>200</a:t>
            </a:r>
            <a:r>
              <a:rPr lang="zh-TW" altLang="en-US" sz="2400" dirty="0"/>
              <a:t>人不傳福音，新進來</a:t>
            </a:r>
            <a:r>
              <a:rPr lang="en-US" altLang="zh-TW" sz="2400" dirty="0"/>
              <a:t>3</a:t>
            </a:r>
            <a:r>
              <a:rPr lang="zh-TW" altLang="en-US" sz="2400" dirty="0"/>
              <a:t>個熱情傳福音的，過一段時間容易被不傳福音的人「吃掉」，這是大吃小文化 ，但我們要小吃大！</a:t>
            </a:r>
          </a:p>
          <a:p>
            <a:pPr marL="109537" indent="0" algn="just">
              <a:buNone/>
            </a:pPr>
            <a:r>
              <a:rPr lang="zh-TW" altLang="en-US" sz="2400" dirty="0"/>
              <a:t>楊錫儒分享道：「你可以是強勢文化，比如我會不斷跟同工傳遞、溝通，等他們心思意念跟我一樣，很快教會就會同心；</a:t>
            </a:r>
            <a:r>
              <a:rPr lang="zh-TW" altLang="en-US" sz="2400" b="1" dirty="0"/>
              <a:t>就算</a:t>
            </a:r>
            <a:r>
              <a:rPr lang="en-US" altLang="zh-TW" sz="2400" b="1" dirty="0"/>
              <a:t>200</a:t>
            </a:r>
            <a:r>
              <a:rPr lang="zh-TW" altLang="en-US" sz="2400" b="1" dirty="0"/>
              <a:t>人中只有</a:t>
            </a:r>
            <a:r>
              <a:rPr lang="en-US" altLang="zh-TW" sz="2400" b="1" dirty="0"/>
              <a:t>10</a:t>
            </a:r>
            <a:r>
              <a:rPr lang="zh-TW" altLang="en-US" sz="2400" b="1" dirty="0"/>
              <a:t>個同工是強勢文化，但我們是強勢中的強勢，其他</a:t>
            </a:r>
            <a:r>
              <a:rPr lang="en-US" altLang="zh-TW" sz="2400" b="1" dirty="0"/>
              <a:t>190</a:t>
            </a:r>
            <a:r>
              <a:rPr lang="zh-TW" altLang="en-US" sz="2400" b="1" dirty="0"/>
              <a:t>個不傳福音是弱勢文化</a:t>
            </a:r>
            <a:r>
              <a:rPr lang="en-US" altLang="zh-TW" sz="2400" b="1" dirty="0"/>
              <a:t>...</a:t>
            </a:r>
            <a:r>
              <a:rPr lang="zh-TW" altLang="en-US" sz="2400" b="1" dirty="0"/>
              <a:t>很快就會被這</a:t>
            </a:r>
            <a:r>
              <a:rPr lang="en-US" altLang="zh-TW" sz="2400" b="1" dirty="0"/>
              <a:t>10</a:t>
            </a:r>
            <a:r>
              <a:rPr lang="zh-TW" altLang="en-US" sz="2400" b="1" dirty="0"/>
              <a:t>個同工影響。</a:t>
            </a:r>
            <a:r>
              <a:rPr lang="zh-TW" altLang="en-US" sz="2400" dirty="0"/>
              <a:t>」</a:t>
            </a:r>
          </a:p>
          <a:p>
            <a:pPr marL="109537" indent="0" algn="just">
              <a:buNone/>
            </a:pPr>
            <a:r>
              <a:rPr lang="zh-TW" altLang="en-US" sz="2400" dirty="0"/>
              <a:t>最後楊錫儒勉勵：「文化就是如果你不做，很快就會被不傳福音的吃掉了，所以要改變，</a:t>
            </a:r>
            <a:r>
              <a:rPr lang="zh-TW" altLang="en-US" sz="2400" b="1" dirty="0"/>
              <a:t>新皮袋要裝新酒，這樣</a:t>
            </a:r>
            <a:r>
              <a:rPr lang="en-US" altLang="zh-TW" sz="2400" b="1" dirty="0"/>
              <a:t>『</a:t>
            </a:r>
            <a:r>
              <a:rPr lang="zh-TW" altLang="en-US" sz="2400" b="1" dirty="0"/>
              <a:t>黃金</a:t>
            </a:r>
            <a:r>
              <a:rPr lang="en-US" altLang="zh-TW" sz="2400" b="1" dirty="0"/>
              <a:t>10</a:t>
            </a:r>
            <a:r>
              <a:rPr lang="zh-TW" altLang="en-US" sz="2400" b="1" dirty="0"/>
              <a:t>年</a:t>
            </a:r>
            <a:r>
              <a:rPr lang="en-US" altLang="zh-TW" sz="2400" b="1" dirty="0"/>
              <a:t>』</a:t>
            </a:r>
            <a:r>
              <a:rPr lang="zh-TW" altLang="en-US" sz="2400" b="1" dirty="0"/>
              <a:t>一定要來到！</a:t>
            </a:r>
            <a:r>
              <a:rPr lang="zh-TW" altLang="en-US" sz="2400" dirty="0"/>
              <a:t>」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872592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C3A3D2-499A-92A1-7187-77737274F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B035BD-AD0F-D57B-FEBF-23BEDC749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9167"/>
            <a:ext cx="9144000" cy="354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922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D79A8CE-8C12-8CA3-6748-2232FB775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33AED2-4CE9-AC1E-3F3E-D0CDCBE1B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302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C3A3D2-499A-92A1-7187-77737274F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95486"/>
            <a:ext cx="8229600" cy="4752528"/>
          </a:xfrm>
        </p:spPr>
        <p:txBody>
          <a:bodyPr/>
          <a:lstStyle/>
          <a:p>
            <a:r>
              <a:rPr lang="zh-TW" altLang="en-US" b="1" dirty="0">
                <a:solidFill>
                  <a:srgbClr val="FF0000"/>
                </a:solidFill>
                <a:latin typeface="+mj-ea"/>
                <a:ea typeface="+mj-ea"/>
              </a:rPr>
              <a:t>從心裡做</a:t>
            </a:r>
            <a:endParaRPr lang="en-US" altLang="zh-TW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09537" indent="0" algn="l">
              <a:buNone/>
            </a:pPr>
            <a:r>
              <a:rPr lang="zh-TW" altLang="en-US" sz="2000" b="0" i="0" dirty="0">
                <a:effectLst/>
                <a:latin typeface="+mj-ea"/>
                <a:ea typeface="+mj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西</a:t>
            </a:r>
            <a:r>
              <a:rPr lang="en-US" altLang="zh-TW" sz="2000" b="0" i="0" dirty="0">
                <a:effectLst/>
                <a:latin typeface="+mj-ea"/>
                <a:ea typeface="+mj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3:23</a:t>
            </a:r>
            <a:r>
              <a:rPr lang="zh-TW" altLang="en-US" sz="2000" b="0" i="0" dirty="0">
                <a:effectLst/>
                <a:latin typeface="+mj-ea"/>
                <a:ea typeface="+mj-ea"/>
              </a:rPr>
              <a:t> 無論做什麼，都要從心裡做，像是給主做的，不是給人做的</a:t>
            </a:r>
          </a:p>
          <a:p>
            <a:pPr marL="109537" indent="0">
              <a:buNone/>
            </a:pPr>
            <a:endParaRPr lang="en-US" altLang="zh-TW" sz="1000" dirty="0">
              <a:latin typeface="+mj-ea"/>
              <a:ea typeface="+mj-ea"/>
            </a:endParaRPr>
          </a:p>
          <a:p>
            <a:r>
              <a:rPr lang="zh-TW" altLang="en-US" b="1" dirty="0">
                <a:solidFill>
                  <a:srgbClr val="FF0000"/>
                </a:solidFill>
                <a:latin typeface="+mj-ea"/>
                <a:ea typeface="+mj-ea"/>
              </a:rPr>
              <a:t>看到價值</a:t>
            </a:r>
            <a:endParaRPr lang="en-US" altLang="zh-TW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09537" indent="0">
              <a:buNone/>
            </a:pPr>
            <a:r>
              <a:rPr lang="zh-TW" altLang="en-US" sz="2000" u="sng" dirty="0">
                <a:latin typeface="+mj-ea"/>
                <a:ea typeface="+mj-ea"/>
              </a:rPr>
              <a:t>太</a:t>
            </a:r>
            <a:r>
              <a:rPr lang="en-US" altLang="zh-TW" sz="2000" u="sng" dirty="0">
                <a:latin typeface="+mj-ea"/>
                <a:ea typeface="+mj-ea"/>
              </a:rPr>
              <a:t>13:44 </a:t>
            </a:r>
            <a:r>
              <a:rPr lang="zh-TW" altLang="en-US" sz="2000" dirty="0">
                <a:latin typeface="+mj-ea"/>
                <a:ea typeface="+mj-ea"/>
              </a:rPr>
              <a:t>天國好像寶貝藏在地裡，人遇見了就把他藏起來，歡歡喜喜的去變賣一切所有的，買這塊地</a:t>
            </a:r>
            <a:r>
              <a:rPr lang="zh-TW" altLang="en-US" dirty="0">
                <a:latin typeface="+mj-ea"/>
                <a:ea typeface="+mj-ea"/>
              </a:rPr>
              <a:t>。</a:t>
            </a:r>
          </a:p>
          <a:p>
            <a:pPr marL="109537" indent="0">
              <a:buNone/>
            </a:pPr>
            <a:endParaRPr lang="en-US" altLang="zh-TW" sz="1000" dirty="0">
              <a:latin typeface="+mj-ea"/>
              <a:ea typeface="+mj-ea"/>
            </a:endParaRPr>
          </a:p>
          <a:p>
            <a:r>
              <a:rPr lang="zh-TW" altLang="en-US" b="1" dirty="0">
                <a:solidFill>
                  <a:srgbClr val="FF0000"/>
                </a:solidFill>
                <a:latin typeface="+mj-ea"/>
                <a:ea typeface="+mj-ea"/>
              </a:rPr>
              <a:t>慈心</a:t>
            </a:r>
            <a:r>
              <a:rPr lang="en-US" altLang="zh-TW" b="1" dirty="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r>
              <a:rPr lang="zh-TW" altLang="en-US" b="1" dirty="0">
                <a:solidFill>
                  <a:srgbClr val="FF0000"/>
                </a:solidFill>
                <a:latin typeface="+mj-ea"/>
                <a:ea typeface="+mj-ea"/>
              </a:rPr>
              <a:t>愛</a:t>
            </a:r>
            <a:r>
              <a:rPr lang="en-US" altLang="zh-TW" b="1" dirty="0">
                <a:solidFill>
                  <a:srgbClr val="FF0000"/>
                </a:solidFill>
                <a:latin typeface="+mj-ea"/>
                <a:ea typeface="+mj-ea"/>
              </a:rPr>
              <a:t>/</a:t>
            </a:r>
            <a:r>
              <a:rPr lang="zh-TW" altLang="en-US" b="1" dirty="0">
                <a:solidFill>
                  <a:srgbClr val="FF0000"/>
                </a:solidFill>
                <a:latin typeface="+mj-ea"/>
                <a:ea typeface="+mj-ea"/>
              </a:rPr>
              <a:t>付代價</a:t>
            </a:r>
            <a:endParaRPr lang="en-US" altLang="zh-TW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09537" indent="0">
              <a:buNone/>
            </a:pPr>
            <a:r>
              <a:rPr lang="zh-TW" altLang="en-US" sz="2000" u="sng" dirty="0">
                <a:latin typeface="+mj-ea"/>
                <a:ea typeface="+mj-ea"/>
              </a:rPr>
              <a:t>路</a:t>
            </a:r>
            <a:r>
              <a:rPr lang="en-US" altLang="zh-TW" sz="2000" u="sng" dirty="0">
                <a:latin typeface="+mj-ea"/>
                <a:ea typeface="+mj-ea"/>
              </a:rPr>
              <a:t>10:33 </a:t>
            </a:r>
            <a:r>
              <a:rPr lang="zh-TW" altLang="en-US" sz="2000" dirty="0">
                <a:latin typeface="+mj-ea"/>
                <a:ea typeface="+mj-ea"/>
              </a:rPr>
              <a:t>惟有一個撒瑪利亞人行路來到那裡，看見他就動了慈心</a:t>
            </a:r>
            <a:endParaRPr lang="en-US" altLang="zh-TW" sz="2000" dirty="0">
              <a:latin typeface="+mj-ea"/>
              <a:ea typeface="+mj-ea"/>
            </a:endParaRPr>
          </a:p>
          <a:p>
            <a:pPr marL="109537" indent="0" algn="l">
              <a:buNone/>
            </a:pPr>
            <a:r>
              <a:rPr lang="zh-TW" altLang="en-US" sz="2000" b="0" i="0" dirty="0">
                <a:effectLst/>
                <a:latin typeface="+mj-ea"/>
                <a:ea typeface="+mj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林前</a:t>
            </a:r>
            <a:r>
              <a:rPr lang="en-US" altLang="zh-TW" sz="2000" b="0" i="0" dirty="0">
                <a:effectLst/>
                <a:latin typeface="+mj-ea"/>
                <a:ea typeface="+mj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13:3</a:t>
            </a:r>
            <a:r>
              <a:rPr lang="zh-TW" altLang="en-US" sz="2000" b="0" i="0" dirty="0">
                <a:effectLst/>
                <a:latin typeface="+mj-ea"/>
                <a:ea typeface="+mj-ea"/>
              </a:rPr>
              <a:t> 我若將所有的賙濟窮人，又捨己身叫人焚燒，卻沒有愛，仍然於我無益。</a:t>
            </a:r>
            <a:endParaRPr lang="zh-TW" altLang="en-US" sz="2000" dirty="0">
              <a:latin typeface="+mj-ea"/>
              <a:ea typeface="+mj-ea"/>
            </a:endParaRPr>
          </a:p>
          <a:p>
            <a:pPr marL="109537" indent="0" algn="l">
              <a:buNone/>
            </a:pPr>
            <a:r>
              <a:rPr lang="zh-TW" altLang="en-US" sz="2000" dirty="0">
                <a:latin typeface="+mj-ea"/>
                <a:ea typeface="+mj-e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約一</a:t>
            </a:r>
            <a:r>
              <a:rPr lang="en-US" altLang="zh-TW" sz="2000" dirty="0">
                <a:latin typeface="+mj-ea"/>
                <a:ea typeface="+mj-e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4:19</a:t>
            </a:r>
            <a:r>
              <a:rPr lang="zh-TW" altLang="en-US" sz="2000" dirty="0">
                <a:latin typeface="+mj-ea"/>
                <a:ea typeface="+mj-ea"/>
              </a:rPr>
              <a:t> 我們愛，因為神先愛我們。</a:t>
            </a:r>
          </a:p>
          <a:p>
            <a:br>
              <a:rPr lang="zh-TW" altLang="en-US" dirty="0"/>
            </a:br>
            <a:endParaRPr lang="zh-TW" altLang="en-US" dirty="0"/>
          </a:p>
          <a:p>
            <a:pPr marL="109537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68762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4210499-F2F8-C3DD-8097-502EE1C46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zh-TW" altLang="en-US" dirty="0"/>
              <a:t>彼得前書 </a:t>
            </a:r>
            <a:r>
              <a:rPr lang="en-US" altLang="zh-TW" dirty="0"/>
              <a:t>3:15</a:t>
            </a:r>
          </a:p>
          <a:p>
            <a:pPr marL="109537" indent="0">
              <a:buNone/>
            </a:pPr>
            <a:endParaRPr lang="en-US" altLang="zh-TW" dirty="0"/>
          </a:p>
          <a:p>
            <a:pPr marL="109537" indent="0">
              <a:buNone/>
            </a:pPr>
            <a:r>
              <a:rPr lang="zh-TW" altLang="en-US" dirty="0"/>
              <a:t>只要心裡尊主基督為聖。</a:t>
            </a:r>
            <a:endParaRPr lang="en-US" altLang="zh-TW" dirty="0"/>
          </a:p>
          <a:p>
            <a:pPr marL="109537" indent="0">
              <a:buNone/>
            </a:pPr>
            <a:r>
              <a:rPr lang="zh-TW" altLang="en-US" dirty="0"/>
              <a:t>有人問你們心中盼望的緣由，</a:t>
            </a:r>
            <a:endParaRPr lang="en-US" altLang="zh-TW" dirty="0"/>
          </a:p>
          <a:p>
            <a:pPr marL="109537" indent="0">
              <a:buNone/>
            </a:pPr>
            <a:r>
              <a:rPr lang="zh-TW" altLang="en-US" dirty="0"/>
              <a:t>就要常作準備，以溫柔、敬畏的心回答各人；</a:t>
            </a:r>
          </a:p>
        </p:txBody>
      </p:sp>
    </p:spTree>
    <p:extLst>
      <p:ext uri="{BB962C8B-B14F-4D97-AF65-F5344CB8AC3E}">
        <p14:creationId xmlns:p14="http://schemas.microsoft.com/office/powerpoint/2010/main" val="2869658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txDef>
      <a:spPr/>
      <a:bodyPr vert="horz">
        <a:normAutofit/>
      </a:bodyPr>
      <a:lstStyle>
        <a:defPPr marL="0" indent="0">
          <a:spcBef>
            <a:spcPts val="0"/>
          </a:spcBef>
          <a:spcAft>
            <a:spcPts val="3600"/>
          </a:spcAft>
          <a:buClr>
            <a:srgbClr val="2DA2BF"/>
          </a:buClr>
          <a:buNone/>
          <a:defRPr sz="3600" b="1" dirty="0" smtClean="0">
            <a:solidFill>
              <a:srgbClr val="C00000"/>
            </a:solidFill>
            <a:latin typeface="+mn-ea"/>
            <a:cs typeface="Times New Roman" panose="02020603050405020304" pitchFamily="18" charset="0"/>
            <a:sym typeface="Wingding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2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3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4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1180</TotalTime>
  <Words>4096</Words>
  <Application>Microsoft Macintosh PowerPoint</Application>
  <PresentationFormat>如螢幕大小 (16:9)</PresentationFormat>
  <Paragraphs>289</Paragraphs>
  <Slides>63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63</vt:i4>
      </vt:variant>
    </vt:vector>
  </HeadingPairs>
  <TitlesOfParts>
    <vt:vector size="72" baseType="lpstr">
      <vt:lpstr>微軟正黑體</vt:lpstr>
      <vt:lpstr>微軟正黑體</vt:lpstr>
      <vt:lpstr>Aptos</vt:lpstr>
      <vt:lpstr>Arial</vt:lpstr>
      <vt:lpstr>Lucida Sans Unicode</vt:lpstr>
      <vt:lpstr>Verdana</vt:lpstr>
      <vt:lpstr>Wingdings 2</vt:lpstr>
      <vt:lpstr>Wingdings 3</vt:lpstr>
      <vt:lpstr>匯合</vt:lpstr>
      <vt:lpstr>第三課　幸福⼩組概論</vt:lpstr>
      <vt:lpstr>PowerPoint 簡報</vt:lpstr>
      <vt:lpstr>一、幸福小組的策略優勢</vt:lpstr>
      <vt:lpstr>4. 有效建造門徒</vt:lpstr>
      <vt:lpstr>二、幸福小組的期程</vt:lpstr>
      <vt:lpstr>1.二週預備週</vt:lpstr>
      <vt:lpstr>2. 八週幸福小組【BEST 進場】</vt:lpstr>
      <vt:lpstr>3.三週主日名人講座</vt:lpstr>
      <vt:lpstr>4.最後一週歡慶主日</vt:lpstr>
      <vt:lpstr>三、幸福小組每週流程</vt:lpstr>
      <vt:lpstr>1.會前預備</vt:lpstr>
      <vt:lpstr>2.歡迎及破冰</vt:lpstr>
      <vt:lpstr>3.唱詩歌</vt:lpstr>
      <vt:lpstr>4.見證分享</vt:lpstr>
      <vt:lpstr>5.話語分享</vt:lpstr>
      <vt:lpstr>6.分享與禱告</vt:lpstr>
      <vt:lpstr>7.贈送禮物（可彈性調整贈送時間）</vt:lpstr>
      <vt:lpstr>8.點心交誼</vt:lpstr>
      <vt:lpstr>四、幸福小組成功的秘訣</vt:lpstr>
      <vt:lpstr>1.建立　　　文化</vt:lpstr>
      <vt:lpstr>2.攻　　為上，攻　　為下</vt:lpstr>
      <vt:lpstr>3.累積　　　.</vt:lpstr>
      <vt:lpstr>3.累積　　　.</vt:lpstr>
      <vt:lpstr>4.所有爭戰都是　　　　　.</vt:lpstr>
      <vt:lpstr>5.　　　.</vt:lpstr>
      <vt:lpstr>6.有趣</vt:lpstr>
      <vt:lpstr>7.合一</vt:lpstr>
      <vt:lpstr>8.堅持　　　.</vt:lpstr>
      <vt:lpstr>討論題目：Check-Out</vt:lpstr>
      <vt:lpstr>延伸…. </vt:lpstr>
      <vt:lpstr>團契 &gt; 小組 &gt; 雙翼小組（幸福）</vt:lpstr>
      <vt:lpstr>PowerPoint 簡報</vt:lpstr>
      <vt:lpstr>PowerPoint 簡報</vt:lpstr>
      <vt:lpstr>PowerPoint 簡報</vt:lpstr>
      <vt:lpstr>PowerPoint 簡報</vt:lpstr>
      <vt:lpstr>PowerPoint 簡報</vt:lpstr>
      <vt:lpstr>贏得勝利的黃金三角鍊》 你是「吸管式基督徒」嗎？ 楊錫儒：改變需刻意 特約記者 謝宜彤 高雄市報導 2022/04/17 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APPLE</dc:creator>
  <cp:lastModifiedBy>Walter Lu</cp:lastModifiedBy>
  <cp:revision>90</cp:revision>
  <dcterms:created xsi:type="dcterms:W3CDTF">2019-09-19T01:44:22Z</dcterms:created>
  <dcterms:modified xsi:type="dcterms:W3CDTF">2024-10-20T01:43:09Z</dcterms:modified>
</cp:coreProperties>
</file>