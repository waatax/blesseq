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65" r:id="rId6"/>
    <p:sldId id="264" r:id="rId7"/>
    <p:sldId id="263" r:id="rId8"/>
    <p:sldId id="259" r:id="rId9"/>
    <p:sldId id="260" r:id="rId10"/>
    <p:sldId id="261" r:id="rId11"/>
    <p:sldId id="262" r:id="rId12"/>
    <p:sldId id="266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324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E8D6AD-6606-4F6C-8478-EC9FCD61ABD0}" v="25" dt="2024-10-11T01:59:58.2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alter Lu" userId="6e55fa501f30df28" providerId="LiveId" clId="{FB5C532D-0B98-9C43-B2B0-7702F6B3CC6D}"/>
    <pc:docChg chg="undo custSel addSld delSld modSld sldOrd">
      <pc:chgData name="Walter Lu" userId="6e55fa501f30df28" providerId="LiveId" clId="{FB5C532D-0B98-9C43-B2B0-7702F6B3CC6D}" dt="2023-09-16T08:21:35.066" v="876" actId="1076"/>
      <pc:docMkLst>
        <pc:docMk/>
      </pc:docMkLst>
      <pc:sldChg chg="modSp mod">
        <pc:chgData name="Walter Lu" userId="6e55fa501f30df28" providerId="LiveId" clId="{FB5C532D-0B98-9C43-B2B0-7702F6B3CC6D}" dt="2023-09-16T05:21:29.902" v="5" actId="1076"/>
        <pc:sldMkLst>
          <pc:docMk/>
          <pc:sldMk cId="2680356279" sldId="256"/>
        </pc:sldMkLst>
        <pc:picChg chg="mod">
          <ac:chgData name="Walter Lu" userId="6e55fa501f30df28" providerId="LiveId" clId="{FB5C532D-0B98-9C43-B2B0-7702F6B3CC6D}" dt="2023-09-16T05:20:54.569" v="0" actId="1076"/>
          <ac:picMkLst>
            <pc:docMk/>
            <pc:sldMk cId="2680356279" sldId="256"/>
            <ac:picMk id="8" creationId="{93E5C70C-50F2-A931-DE0B-E81B3CBA3374}"/>
          </ac:picMkLst>
        </pc:picChg>
        <pc:picChg chg="mod modCrop">
          <ac:chgData name="Walter Lu" userId="6e55fa501f30df28" providerId="LiveId" clId="{FB5C532D-0B98-9C43-B2B0-7702F6B3CC6D}" dt="2023-09-16T05:21:29.902" v="5" actId="1076"/>
          <ac:picMkLst>
            <pc:docMk/>
            <pc:sldMk cId="2680356279" sldId="256"/>
            <ac:picMk id="10" creationId="{E6CA06B4-2710-4FBA-2CF7-E8DD12AC66D6}"/>
          </ac:picMkLst>
        </pc:picChg>
        <pc:picChg chg="mod">
          <ac:chgData name="Walter Lu" userId="6e55fa501f30df28" providerId="LiveId" clId="{FB5C532D-0B98-9C43-B2B0-7702F6B3CC6D}" dt="2023-09-16T05:20:58.661" v="2" actId="1076"/>
          <ac:picMkLst>
            <pc:docMk/>
            <pc:sldMk cId="2680356279" sldId="256"/>
            <ac:picMk id="1026" creationId="{4E718B8F-E321-D483-860A-9DF90218699A}"/>
          </ac:picMkLst>
        </pc:picChg>
        <pc:picChg chg="mod">
          <ac:chgData name="Walter Lu" userId="6e55fa501f30df28" providerId="LiveId" clId="{FB5C532D-0B98-9C43-B2B0-7702F6B3CC6D}" dt="2023-09-16T05:20:54.569" v="0" actId="1076"/>
          <ac:picMkLst>
            <pc:docMk/>
            <pc:sldMk cId="2680356279" sldId="256"/>
            <ac:picMk id="1028" creationId="{0F157FC2-520A-663F-7A68-8A25486C658B}"/>
          </ac:picMkLst>
        </pc:picChg>
      </pc:sldChg>
      <pc:sldChg chg="addSp delSp modSp mod setBg">
        <pc:chgData name="Walter Lu" userId="6e55fa501f30df28" providerId="LiveId" clId="{FB5C532D-0B98-9C43-B2B0-7702F6B3CC6D}" dt="2023-09-16T06:45:12.754" v="409" actId="113"/>
        <pc:sldMkLst>
          <pc:docMk/>
          <pc:sldMk cId="2930638697" sldId="258"/>
        </pc:sldMkLst>
        <pc:spChg chg="mod">
          <ac:chgData name="Walter Lu" userId="6e55fa501f30df28" providerId="LiveId" clId="{FB5C532D-0B98-9C43-B2B0-7702F6B3CC6D}" dt="2023-09-16T06:28:59.050" v="50" actId="20577"/>
          <ac:spMkLst>
            <pc:docMk/>
            <pc:sldMk cId="2930638697" sldId="258"/>
            <ac:spMk id="2" creationId="{59617966-30E4-D8B8-ED24-6308FB3572B1}"/>
          </ac:spMkLst>
        </pc:spChg>
        <pc:spChg chg="del mod">
          <ac:chgData name="Walter Lu" userId="6e55fa501f30df28" providerId="LiveId" clId="{FB5C532D-0B98-9C43-B2B0-7702F6B3CC6D}" dt="2023-09-16T05:44:06.473" v="16"/>
          <ac:spMkLst>
            <pc:docMk/>
            <pc:sldMk cId="2930638697" sldId="258"/>
            <ac:spMk id="3" creationId="{FB16D677-0B33-9724-B1BE-607FF0A34119}"/>
          </ac:spMkLst>
        </pc:spChg>
        <pc:spChg chg="add del mod">
          <ac:chgData name="Walter Lu" userId="6e55fa501f30df28" providerId="LiveId" clId="{FB5C532D-0B98-9C43-B2B0-7702F6B3CC6D}" dt="2023-09-16T06:31:58.993" v="169" actId="478"/>
          <ac:spMkLst>
            <pc:docMk/>
            <pc:sldMk cId="2930638697" sldId="258"/>
            <ac:spMk id="7" creationId="{08D12FC8-9141-F6B4-1608-D6800A5E4A3F}"/>
          </ac:spMkLst>
        </pc:spChg>
        <pc:spChg chg="add del">
          <ac:chgData name="Walter Lu" userId="6e55fa501f30df28" providerId="LiveId" clId="{FB5C532D-0B98-9C43-B2B0-7702F6B3CC6D}" dt="2023-09-16T06:28:27.039" v="36" actId="26606"/>
          <ac:spMkLst>
            <pc:docMk/>
            <pc:sldMk cId="2930638697" sldId="258"/>
            <ac:spMk id="9" creationId="{7301F447-EEF7-48F5-AF73-7566EE7F64AD}"/>
          </ac:spMkLst>
        </pc:spChg>
        <pc:spChg chg="add del">
          <ac:chgData name="Walter Lu" userId="6e55fa501f30df28" providerId="LiveId" clId="{FB5C532D-0B98-9C43-B2B0-7702F6B3CC6D}" dt="2023-09-16T06:28:27.039" v="36" actId="26606"/>
          <ac:spMkLst>
            <pc:docMk/>
            <pc:sldMk cId="2930638697" sldId="258"/>
            <ac:spMk id="11" creationId="{F7117410-A2A4-4085-9ADC-46744551DBDE}"/>
          </ac:spMkLst>
        </pc:spChg>
        <pc:spChg chg="add del">
          <ac:chgData name="Walter Lu" userId="6e55fa501f30df28" providerId="LiveId" clId="{FB5C532D-0B98-9C43-B2B0-7702F6B3CC6D}" dt="2023-09-16T06:28:27.039" v="36" actId="26606"/>
          <ac:spMkLst>
            <pc:docMk/>
            <pc:sldMk cId="2930638697" sldId="258"/>
            <ac:spMk id="13" creationId="{99F74EB5-E547-4FB4-95F5-BCC788F3C4A0}"/>
          </ac:spMkLst>
        </pc:spChg>
        <pc:spChg chg="add del">
          <ac:chgData name="Walter Lu" userId="6e55fa501f30df28" providerId="LiveId" clId="{FB5C532D-0B98-9C43-B2B0-7702F6B3CC6D}" dt="2023-09-16T06:28:29.497" v="38" actId="26606"/>
          <ac:spMkLst>
            <pc:docMk/>
            <pc:sldMk cId="2930638697" sldId="258"/>
            <ac:spMk id="15" creationId="{56E9B3E6-E277-4D68-BA48-9CB43FFBD6E2}"/>
          </ac:spMkLst>
        </pc:spChg>
        <pc:spChg chg="add del">
          <ac:chgData name="Walter Lu" userId="6e55fa501f30df28" providerId="LiveId" clId="{FB5C532D-0B98-9C43-B2B0-7702F6B3CC6D}" dt="2023-09-16T06:28:29.497" v="38" actId="26606"/>
          <ac:spMkLst>
            <pc:docMk/>
            <pc:sldMk cId="2930638697" sldId="258"/>
            <ac:spMk id="16" creationId="{D5B0017B-2ECA-49AF-B397-DC140825DF8D}"/>
          </ac:spMkLst>
        </pc:spChg>
        <pc:spChg chg="add del">
          <ac:chgData name="Walter Lu" userId="6e55fa501f30df28" providerId="LiveId" clId="{FB5C532D-0B98-9C43-B2B0-7702F6B3CC6D}" dt="2023-09-16T06:28:42.216" v="40" actId="26606"/>
          <ac:spMkLst>
            <pc:docMk/>
            <pc:sldMk cId="2930638697" sldId="258"/>
            <ac:spMk id="21" creationId="{7301F447-EEF7-48F5-AF73-7566EE7F64AD}"/>
          </ac:spMkLst>
        </pc:spChg>
        <pc:spChg chg="add del">
          <ac:chgData name="Walter Lu" userId="6e55fa501f30df28" providerId="LiveId" clId="{FB5C532D-0B98-9C43-B2B0-7702F6B3CC6D}" dt="2023-09-16T06:28:42.216" v="40" actId="26606"/>
          <ac:spMkLst>
            <pc:docMk/>
            <pc:sldMk cId="2930638697" sldId="258"/>
            <ac:spMk id="22" creationId="{F7117410-A2A4-4085-9ADC-46744551DBDE}"/>
          </ac:spMkLst>
        </pc:spChg>
        <pc:spChg chg="add del">
          <ac:chgData name="Walter Lu" userId="6e55fa501f30df28" providerId="LiveId" clId="{FB5C532D-0B98-9C43-B2B0-7702F6B3CC6D}" dt="2023-09-16T06:28:42.216" v="40" actId="26606"/>
          <ac:spMkLst>
            <pc:docMk/>
            <pc:sldMk cId="2930638697" sldId="258"/>
            <ac:spMk id="23" creationId="{99F74EB5-E547-4FB4-95F5-BCC788F3C4A0}"/>
          </ac:spMkLst>
        </pc:spChg>
        <pc:spChg chg="add del">
          <ac:chgData name="Walter Lu" userId="6e55fa501f30df28" providerId="LiveId" clId="{FB5C532D-0B98-9C43-B2B0-7702F6B3CC6D}" dt="2023-09-16T06:28:49.782" v="44" actId="26606"/>
          <ac:spMkLst>
            <pc:docMk/>
            <pc:sldMk cId="2930638697" sldId="258"/>
            <ac:spMk id="25" creationId="{A8384FB5-9ADC-4DDC-881B-597D56F5B15D}"/>
          </ac:spMkLst>
        </pc:spChg>
        <pc:spChg chg="add del">
          <ac:chgData name="Walter Lu" userId="6e55fa501f30df28" providerId="LiveId" clId="{FB5C532D-0B98-9C43-B2B0-7702F6B3CC6D}" dt="2023-09-16T06:28:49.782" v="44" actId="26606"/>
          <ac:spMkLst>
            <pc:docMk/>
            <pc:sldMk cId="2930638697" sldId="258"/>
            <ac:spMk id="26" creationId="{1199E1B1-A8C0-4FE8-A5A8-1CB41D69F857}"/>
          </ac:spMkLst>
        </pc:spChg>
        <pc:spChg chg="add del">
          <ac:chgData name="Walter Lu" userId="6e55fa501f30df28" providerId="LiveId" clId="{FB5C532D-0B98-9C43-B2B0-7702F6B3CC6D}" dt="2023-09-16T06:28:49.782" v="44" actId="26606"/>
          <ac:spMkLst>
            <pc:docMk/>
            <pc:sldMk cId="2930638697" sldId="258"/>
            <ac:spMk id="27" creationId="{84A8DE83-DE75-4B41-9DB4-A7EC0B0DEC0B}"/>
          </ac:spMkLst>
        </pc:spChg>
        <pc:spChg chg="add del">
          <ac:chgData name="Walter Lu" userId="6e55fa501f30df28" providerId="LiveId" clId="{FB5C532D-0B98-9C43-B2B0-7702F6B3CC6D}" dt="2023-09-16T06:28:49.782" v="44" actId="26606"/>
          <ac:spMkLst>
            <pc:docMk/>
            <pc:sldMk cId="2930638697" sldId="258"/>
            <ac:spMk id="28" creationId="{A7009A0A-BEF5-4EAC-AF15-E4F9F002E239}"/>
          </ac:spMkLst>
        </pc:spChg>
        <pc:grpChg chg="add del">
          <ac:chgData name="Walter Lu" userId="6e55fa501f30df28" providerId="LiveId" clId="{FB5C532D-0B98-9C43-B2B0-7702F6B3CC6D}" dt="2023-09-16T06:28:29.497" v="38" actId="26606"/>
          <ac:grpSpMkLst>
            <pc:docMk/>
            <pc:sldMk cId="2930638697" sldId="258"/>
            <ac:grpSpMk id="17" creationId="{AE1C45F0-260A-458C-96ED-C1F6D2151219}"/>
          </ac:grpSpMkLst>
        </pc:grpChg>
        <pc:graphicFrameChg chg="add del mod modGraphic">
          <ac:chgData name="Walter Lu" userId="6e55fa501f30df28" providerId="LiveId" clId="{FB5C532D-0B98-9C43-B2B0-7702F6B3CC6D}" dt="2023-09-16T06:30:31.361" v="64" actId="21"/>
          <ac:graphicFrameMkLst>
            <pc:docMk/>
            <pc:sldMk cId="2930638697" sldId="258"/>
            <ac:graphicFrameMk id="4" creationId="{1D5040F4-2591-6FA1-C1BB-F505D723518E}"/>
          </ac:graphicFrameMkLst>
        </pc:graphicFrameChg>
        <pc:graphicFrameChg chg="add mod modGraphic">
          <ac:chgData name="Walter Lu" userId="6e55fa501f30df28" providerId="LiveId" clId="{FB5C532D-0B98-9C43-B2B0-7702F6B3CC6D}" dt="2023-09-16T06:45:12.754" v="409" actId="113"/>
          <ac:graphicFrameMkLst>
            <pc:docMk/>
            <pc:sldMk cId="2930638697" sldId="258"/>
            <ac:graphicFrameMk id="5" creationId="{EE217671-F9F9-98A0-EE81-9D76EBEA1A66}"/>
          </ac:graphicFrameMkLst>
        </pc:graphicFrameChg>
        <pc:cxnChg chg="add del">
          <ac:chgData name="Walter Lu" userId="6e55fa501f30df28" providerId="LiveId" clId="{FB5C532D-0B98-9C43-B2B0-7702F6B3CC6D}" dt="2023-09-16T06:28:29.497" v="38" actId="26606"/>
          <ac:cxnSpMkLst>
            <pc:docMk/>
            <pc:sldMk cId="2930638697" sldId="258"/>
            <ac:cxnSpMk id="18" creationId="{6CF1BAF6-AD41-4082-B212-8A1F9A2E8779}"/>
          </ac:cxnSpMkLst>
        </pc:cxnChg>
      </pc:sldChg>
      <pc:sldChg chg="modSp mod">
        <pc:chgData name="Walter Lu" userId="6e55fa501f30df28" providerId="LiveId" clId="{FB5C532D-0B98-9C43-B2B0-7702F6B3CC6D}" dt="2023-09-16T05:21:38.138" v="6" actId="14100"/>
        <pc:sldMkLst>
          <pc:docMk/>
          <pc:sldMk cId="3087883333" sldId="259"/>
        </pc:sldMkLst>
        <pc:picChg chg="mod">
          <ac:chgData name="Walter Lu" userId="6e55fa501f30df28" providerId="LiveId" clId="{FB5C532D-0B98-9C43-B2B0-7702F6B3CC6D}" dt="2023-09-16T05:21:38.138" v="6" actId="14100"/>
          <ac:picMkLst>
            <pc:docMk/>
            <pc:sldMk cId="3087883333" sldId="259"/>
            <ac:picMk id="5" creationId="{88B2D3C4-D6D2-9694-F225-98BF546F3FCE}"/>
          </ac:picMkLst>
        </pc:picChg>
      </pc:sldChg>
      <pc:sldChg chg="addSp delSp modSp mod ord">
        <pc:chgData name="Walter Lu" userId="6e55fa501f30df28" providerId="LiveId" clId="{FB5C532D-0B98-9C43-B2B0-7702F6B3CC6D}" dt="2023-09-16T07:45:40.992" v="829" actId="20577"/>
        <pc:sldMkLst>
          <pc:docMk/>
          <pc:sldMk cId="108916135" sldId="263"/>
        </pc:sldMkLst>
        <pc:spChg chg="del">
          <ac:chgData name="Walter Lu" userId="6e55fa501f30df28" providerId="LiveId" clId="{FB5C532D-0B98-9C43-B2B0-7702F6B3CC6D}" dt="2023-09-16T06:30:54.708" v="69" actId="478"/>
          <ac:spMkLst>
            <pc:docMk/>
            <pc:sldMk cId="108916135" sldId="263"/>
            <ac:spMk id="2" creationId="{C6E23EBC-AA3E-DB4F-C6BA-C53E6D526898}"/>
          </ac:spMkLst>
        </pc:spChg>
        <pc:spChg chg="mod">
          <ac:chgData name="Walter Lu" userId="6e55fa501f30df28" providerId="LiveId" clId="{FB5C532D-0B98-9C43-B2B0-7702F6B3CC6D}" dt="2023-09-16T07:45:40.992" v="829" actId="20577"/>
          <ac:spMkLst>
            <pc:docMk/>
            <pc:sldMk cId="108916135" sldId="263"/>
            <ac:spMk id="3" creationId="{318F58A0-7162-9572-218C-4DF4B4F7B259}"/>
          </ac:spMkLst>
        </pc:spChg>
        <pc:graphicFrameChg chg="add del mod modGraphic">
          <ac:chgData name="Walter Lu" userId="6e55fa501f30df28" providerId="LiveId" clId="{FB5C532D-0B98-9C43-B2B0-7702F6B3CC6D}" dt="2023-09-16T06:37:30.962" v="385" actId="1076"/>
          <ac:graphicFrameMkLst>
            <pc:docMk/>
            <pc:sldMk cId="108916135" sldId="263"/>
            <ac:graphicFrameMk id="4" creationId="{5A0B6830-E428-EE7A-F35D-41889B3D197B}"/>
          </ac:graphicFrameMkLst>
        </pc:graphicFrameChg>
      </pc:sldChg>
      <pc:sldChg chg="addSp delSp modSp mod setBg">
        <pc:chgData name="Walter Lu" userId="6e55fa501f30df28" providerId="LiveId" clId="{FB5C532D-0B98-9C43-B2B0-7702F6B3CC6D}" dt="2023-09-16T06:41:37.846" v="408" actId="1076"/>
        <pc:sldMkLst>
          <pc:docMk/>
          <pc:sldMk cId="862750734" sldId="264"/>
        </pc:sldMkLst>
        <pc:spChg chg="add del">
          <ac:chgData name="Walter Lu" userId="6e55fa501f30df28" providerId="LiveId" clId="{FB5C532D-0B98-9C43-B2B0-7702F6B3CC6D}" dt="2023-09-16T06:41:28.850" v="404" actId="478"/>
          <ac:spMkLst>
            <pc:docMk/>
            <pc:sldMk cId="862750734" sldId="264"/>
            <ac:spMk id="2" creationId="{5F0B37A7-F8E2-8799-56E3-F207C293DA8A}"/>
          </ac:spMkLst>
        </pc:spChg>
        <pc:spChg chg="del mod">
          <ac:chgData name="Walter Lu" userId="6e55fa501f30df28" providerId="LiveId" clId="{FB5C532D-0B98-9C43-B2B0-7702F6B3CC6D}" dt="2023-09-16T06:40:54.627" v="391"/>
          <ac:spMkLst>
            <pc:docMk/>
            <pc:sldMk cId="862750734" sldId="264"/>
            <ac:spMk id="3" creationId="{07403146-46F5-4CC2-0093-B10D652287C1}"/>
          </ac:spMkLst>
        </pc:spChg>
        <pc:spChg chg="add del">
          <ac:chgData name="Walter Lu" userId="6e55fa501f30df28" providerId="LiveId" clId="{FB5C532D-0B98-9C43-B2B0-7702F6B3CC6D}" dt="2023-09-16T06:41:10.863" v="398" actId="26606"/>
          <ac:spMkLst>
            <pc:docMk/>
            <pc:sldMk cId="862750734" sldId="264"/>
            <ac:spMk id="9" creationId="{42A4FC2C-047E-45A5-965D-8E1E3BF09BC6}"/>
          </ac:spMkLst>
        </pc:spChg>
        <pc:picChg chg="add mod">
          <ac:chgData name="Walter Lu" userId="6e55fa501f30df28" providerId="LiveId" clId="{FB5C532D-0B98-9C43-B2B0-7702F6B3CC6D}" dt="2023-09-16T06:41:37.846" v="408" actId="1076"/>
          <ac:picMkLst>
            <pc:docMk/>
            <pc:sldMk cId="862750734" sldId="264"/>
            <ac:picMk id="4" creationId="{962655D0-C1EC-9ACE-7186-2E97F71C9D8E}"/>
          </ac:picMkLst>
        </pc:picChg>
      </pc:sldChg>
      <pc:sldChg chg="addSp delSp modSp new mod setBg">
        <pc:chgData name="Walter Lu" userId="6e55fa501f30df28" providerId="LiveId" clId="{FB5C532D-0B98-9C43-B2B0-7702F6B3CC6D}" dt="2023-09-16T06:57:10.527" v="635" actId="1076"/>
        <pc:sldMkLst>
          <pc:docMk/>
          <pc:sldMk cId="3544214617" sldId="265"/>
        </pc:sldMkLst>
        <pc:spChg chg="mod">
          <ac:chgData name="Walter Lu" userId="6e55fa501f30df28" providerId="LiveId" clId="{FB5C532D-0B98-9C43-B2B0-7702F6B3CC6D}" dt="2023-09-16T06:50:08.938" v="594" actId="404"/>
          <ac:spMkLst>
            <pc:docMk/>
            <pc:sldMk cId="3544214617" sldId="265"/>
            <ac:spMk id="2" creationId="{C78954FF-0658-C42C-41DE-DEDD6077A7CC}"/>
          </ac:spMkLst>
        </pc:spChg>
        <pc:spChg chg="del mod">
          <ac:chgData name="Walter Lu" userId="6e55fa501f30df28" providerId="LiveId" clId="{FB5C532D-0B98-9C43-B2B0-7702F6B3CC6D}" dt="2023-09-16T06:49:05.411" v="586" actId="478"/>
          <ac:spMkLst>
            <pc:docMk/>
            <pc:sldMk cId="3544214617" sldId="265"/>
            <ac:spMk id="3" creationId="{16CAA8CF-C964-B5D0-86F4-F4E508EF5F30}"/>
          </ac:spMkLst>
        </pc:spChg>
        <pc:spChg chg="add del mod">
          <ac:chgData name="Walter Lu" userId="6e55fa501f30df28" providerId="LiveId" clId="{FB5C532D-0B98-9C43-B2B0-7702F6B3CC6D}" dt="2023-09-16T06:49:06.723" v="587" actId="478"/>
          <ac:spMkLst>
            <pc:docMk/>
            <pc:sldMk cId="3544214617" sldId="265"/>
            <ac:spMk id="5" creationId="{210EA636-E08E-8B31-814F-1537635C1ACD}"/>
          </ac:spMkLst>
        </pc:spChg>
        <pc:spChg chg="add mod">
          <ac:chgData name="Walter Lu" userId="6e55fa501f30df28" providerId="LiveId" clId="{FB5C532D-0B98-9C43-B2B0-7702F6B3CC6D}" dt="2023-09-16T06:51:32.069" v="634" actId="14100"/>
          <ac:spMkLst>
            <pc:docMk/>
            <pc:sldMk cId="3544214617" sldId="265"/>
            <ac:spMk id="8" creationId="{83D055D4-B4BF-1CE0-F08E-3E87E49B5177}"/>
          </ac:spMkLst>
        </pc:spChg>
        <pc:spChg chg="add del">
          <ac:chgData name="Walter Lu" userId="6e55fa501f30df28" providerId="LiveId" clId="{FB5C532D-0B98-9C43-B2B0-7702F6B3CC6D}" dt="2023-09-16T06:50:00.458" v="591" actId="26606"/>
          <ac:spMkLst>
            <pc:docMk/>
            <pc:sldMk cId="3544214617" sldId="265"/>
            <ac:spMk id="11" creationId="{D12DDE76-C203-4047-9998-63900085B5E8}"/>
          </ac:spMkLst>
        </pc:spChg>
        <pc:spChg chg="add">
          <ac:chgData name="Walter Lu" userId="6e55fa501f30df28" providerId="LiveId" clId="{FB5C532D-0B98-9C43-B2B0-7702F6B3CC6D}" dt="2023-09-16T06:50:00.462" v="592" actId="26606"/>
          <ac:spMkLst>
            <pc:docMk/>
            <pc:sldMk cId="3544214617" sldId="265"/>
            <ac:spMk id="13" creationId="{1199E1B1-A8C0-4FE8-A5A8-1CB41D69F857}"/>
          </ac:spMkLst>
        </pc:spChg>
        <pc:spChg chg="add">
          <ac:chgData name="Walter Lu" userId="6e55fa501f30df28" providerId="LiveId" clId="{FB5C532D-0B98-9C43-B2B0-7702F6B3CC6D}" dt="2023-09-16T06:50:00.462" v="592" actId="26606"/>
          <ac:spMkLst>
            <pc:docMk/>
            <pc:sldMk cId="3544214617" sldId="265"/>
            <ac:spMk id="14" creationId="{A8384FB5-9ADC-4DDC-881B-597D56F5B15D}"/>
          </ac:spMkLst>
        </pc:spChg>
        <pc:spChg chg="add">
          <ac:chgData name="Walter Lu" userId="6e55fa501f30df28" providerId="LiveId" clId="{FB5C532D-0B98-9C43-B2B0-7702F6B3CC6D}" dt="2023-09-16T06:50:00.462" v="592" actId="26606"/>
          <ac:spMkLst>
            <pc:docMk/>
            <pc:sldMk cId="3544214617" sldId="265"/>
            <ac:spMk id="15" creationId="{84A8DE83-DE75-4B41-9DB4-A7EC0B0DEC0B}"/>
          </ac:spMkLst>
        </pc:spChg>
        <pc:spChg chg="add">
          <ac:chgData name="Walter Lu" userId="6e55fa501f30df28" providerId="LiveId" clId="{FB5C532D-0B98-9C43-B2B0-7702F6B3CC6D}" dt="2023-09-16T06:50:00.462" v="592" actId="26606"/>
          <ac:spMkLst>
            <pc:docMk/>
            <pc:sldMk cId="3544214617" sldId="265"/>
            <ac:spMk id="17" creationId="{A7009A0A-BEF5-4EAC-AF15-E4F9F002E239}"/>
          </ac:spMkLst>
        </pc:spChg>
        <pc:picChg chg="add mod">
          <ac:chgData name="Walter Lu" userId="6e55fa501f30df28" providerId="LiveId" clId="{FB5C532D-0B98-9C43-B2B0-7702F6B3CC6D}" dt="2023-09-16T06:57:10.527" v="635" actId="1076"/>
          <ac:picMkLst>
            <pc:docMk/>
            <pc:sldMk cId="3544214617" sldId="265"/>
            <ac:picMk id="6" creationId="{845E9904-DBBF-22EB-3E09-6DF44542F5A4}"/>
          </ac:picMkLst>
        </pc:picChg>
      </pc:sldChg>
      <pc:sldChg chg="new del">
        <pc:chgData name="Walter Lu" userId="6e55fa501f30df28" providerId="LiveId" clId="{FB5C532D-0B98-9C43-B2B0-7702F6B3CC6D}" dt="2023-09-16T08:20:45.483" v="830" actId="2696"/>
        <pc:sldMkLst>
          <pc:docMk/>
          <pc:sldMk cId="1776727673" sldId="266"/>
        </pc:sldMkLst>
      </pc:sldChg>
      <pc:sldChg chg="delSp modSp new mod">
        <pc:chgData name="Walter Lu" userId="6e55fa501f30df28" providerId="LiveId" clId="{FB5C532D-0B98-9C43-B2B0-7702F6B3CC6D}" dt="2023-09-16T08:21:35.066" v="876" actId="1076"/>
        <pc:sldMkLst>
          <pc:docMk/>
          <pc:sldMk cId="2956975666" sldId="266"/>
        </pc:sldMkLst>
        <pc:spChg chg="del">
          <ac:chgData name="Walter Lu" userId="6e55fa501f30df28" providerId="LiveId" clId="{FB5C532D-0B98-9C43-B2B0-7702F6B3CC6D}" dt="2023-09-16T08:21:31.850" v="875" actId="478"/>
          <ac:spMkLst>
            <pc:docMk/>
            <pc:sldMk cId="2956975666" sldId="266"/>
            <ac:spMk id="2" creationId="{930C2132-57F8-5EC1-2FE2-DE954D5E4591}"/>
          </ac:spMkLst>
        </pc:spChg>
        <pc:spChg chg="mod">
          <ac:chgData name="Walter Lu" userId="6e55fa501f30df28" providerId="LiveId" clId="{FB5C532D-0B98-9C43-B2B0-7702F6B3CC6D}" dt="2023-09-16T08:21:35.066" v="876" actId="1076"/>
          <ac:spMkLst>
            <pc:docMk/>
            <pc:sldMk cId="2956975666" sldId="266"/>
            <ac:spMk id="3" creationId="{86C5476D-4056-CE9C-9A7D-0775DF17B804}"/>
          </ac:spMkLst>
        </pc:spChg>
      </pc:sldChg>
      <pc:sldChg chg="modSp add del mod modAnim">
        <pc:chgData name="Walter Lu" userId="6e55fa501f30df28" providerId="LiveId" clId="{FB5C532D-0B98-9C43-B2B0-7702F6B3CC6D}" dt="2023-09-16T07:44:18.121" v="718" actId="2696"/>
        <pc:sldMkLst>
          <pc:docMk/>
          <pc:sldMk cId="0" sldId="276"/>
        </pc:sldMkLst>
        <pc:spChg chg="mod">
          <ac:chgData name="Walter Lu" userId="6e55fa501f30df28" providerId="LiveId" clId="{FB5C532D-0B98-9C43-B2B0-7702F6B3CC6D}" dt="2023-09-16T07:00:13.811" v="637" actId="20577"/>
          <ac:spMkLst>
            <pc:docMk/>
            <pc:sldMk cId="0" sldId="276"/>
            <ac:spMk id="4" creationId="{D5E2DBF2-64C6-4FFF-9817-ED2EBE1C5714}"/>
          </ac:spMkLst>
        </pc:spChg>
        <pc:spChg chg="mod">
          <ac:chgData name="Walter Lu" userId="6e55fa501f30df28" providerId="LiveId" clId="{FB5C532D-0B98-9C43-B2B0-7702F6B3CC6D}" dt="2023-09-16T07:35:11.139" v="717" actId="20577"/>
          <ac:spMkLst>
            <pc:docMk/>
            <pc:sldMk cId="0" sldId="276"/>
            <ac:spMk id="5" creationId="{1CD7BEC1-E9AB-408A-BC76-579836921FD8}"/>
          </ac:spMkLst>
        </pc:spChg>
      </pc:sldChg>
    </pc:docChg>
  </pc:docChgLst>
  <pc:docChgLst>
    <pc:chgData name="Lu Walter" userId="6e55fa501f30df28" providerId="Windows Live" clId="Web-{D6AC8423-F665-49D0-BA34-9F6999D0088F}"/>
    <pc:docChg chg="addSld modSld sldOrd">
      <pc:chgData name="Lu Walter" userId="6e55fa501f30df28" providerId="Windows Live" clId="Web-{D6AC8423-F665-49D0-BA34-9F6999D0088F}" dt="2023-09-17T00:15:06.857" v="198" actId="1076"/>
      <pc:docMkLst>
        <pc:docMk/>
      </pc:docMkLst>
      <pc:sldChg chg="modSp">
        <pc:chgData name="Lu Walter" userId="6e55fa501f30df28" providerId="Windows Live" clId="Web-{D6AC8423-F665-49D0-BA34-9F6999D0088F}" dt="2023-09-16T23:49:49.688" v="29"/>
        <pc:sldMkLst>
          <pc:docMk/>
          <pc:sldMk cId="2930638697" sldId="258"/>
        </pc:sldMkLst>
        <pc:graphicFrameChg chg="mod modGraphic">
          <ac:chgData name="Lu Walter" userId="6e55fa501f30df28" providerId="Windows Live" clId="Web-{D6AC8423-F665-49D0-BA34-9F6999D0088F}" dt="2023-09-16T23:49:49.688" v="29"/>
          <ac:graphicFrameMkLst>
            <pc:docMk/>
            <pc:sldMk cId="2930638697" sldId="258"/>
            <ac:graphicFrameMk id="5" creationId="{EE217671-F9F9-98A0-EE81-9D76EBEA1A66}"/>
          </ac:graphicFrameMkLst>
        </pc:graphicFrameChg>
      </pc:sldChg>
      <pc:sldChg chg="ord">
        <pc:chgData name="Lu Walter" userId="6e55fa501f30df28" providerId="Windows Live" clId="Web-{D6AC8423-F665-49D0-BA34-9F6999D0088F}" dt="2023-09-17T00:14:03.543" v="189"/>
        <pc:sldMkLst>
          <pc:docMk/>
          <pc:sldMk cId="3087883333" sldId="259"/>
        </pc:sldMkLst>
      </pc:sldChg>
      <pc:sldChg chg="ord">
        <pc:chgData name="Lu Walter" userId="6e55fa501f30df28" providerId="Windows Live" clId="Web-{D6AC8423-F665-49D0-BA34-9F6999D0088F}" dt="2023-09-17T00:14:03.543" v="188"/>
        <pc:sldMkLst>
          <pc:docMk/>
          <pc:sldMk cId="4291585679" sldId="260"/>
        </pc:sldMkLst>
      </pc:sldChg>
      <pc:sldChg chg="ord">
        <pc:chgData name="Lu Walter" userId="6e55fa501f30df28" providerId="Windows Live" clId="Web-{D6AC8423-F665-49D0-BA34-9F6999D0088F}" dt="2023-09-17T00:14:03.543" v="187"/>
        <pc:sldMkLst>
          <pc:docMk/>
          <pc:sldMk cId="354346226" sldId="261"/>
        </pc:sldMkLst>
      </pc:sldChg>
      <pc:sldChg chg="ord">
        <pc:chgData name="Lu Walter" userId="6e55fa501f30df28" providerId="Windows Live" clId="Web-{D6AC8423-F665-49D0-BA34-9F6999D0088F}" dt="2023-09-17T00:14:03.543" v="186"/>
        <pc:sldMkLst>
          <pc:docMk/>
          <pc:sldMk cId="2635178293" sldId="262"/>
        </pc:sldMkLst>
      </pc:sldChg>
      <pc:sldChg chg="ord">
        <pc:chgData name="Lu Walter" userId="6e55fa501f30df28" providerId="Windows Live" clId="Web-{D6AC8423-F665-49D0-BA34-9F6999D0088F}" dt="2023-09-17T00:13:23.929" v="184"/>
        <pc:sldMkLst>
          <pc:docMk/>
          <pc:sldMk cId="3544214617" sldId="265"/>
        </pc:sldMkLst>
      </pc:sldChg>
      <pc:sldChg chg="addSp modSp addAnim delAnim">
        <pc:chgData name="Lu Walter" userId="6e55fa501f30df28" providerId="Windows Live" clId="Web-{D6AC8423-F665-49D0-BA34-9F6999D0088F}" dt="2023-09-17T00:15:06.857" v="198" actId="1076"/>
        <pc:sldMkLst>
          <pc:docMk/>
          <pc:sldMk cId="2956975666" sldId="266"/>
        </pc:sldMkLst>
        <pc:spChg chg="add mod">
          <ac:chgData name="Lu Walter" userId="6e55fa501f30df28" providerId="Windows Live" clId="Web-{D6AC8423-F665-49D0-BA34-9F6999D0088F}" dt="2023-09-17T00:14:32.575" v="191"/>
          <ac:spMkLst>
            <pc:docMk/>
            <pc:sldMk cId="2956975666" sldId="266"/>
            <ac:spMk id="2" creationId="{BB6B73F1-35E6-8297-D9A5-79191D3DBAB5}"/>
          </ac:spMkLst>
        </pc:spChg>
        <pc:spChg chg="mod">
          <ac:chgData name="Lu Walter" userId="6e55fa501f30df28" providerId="Windows Live" clId="Web-{D6AC8423-F665-49D0-BA34-9F6999D0088F}" dt="2023-09-17T00:15:06.857" v="198" actId="1076"/>
          <ac:spMkLst>
            <pc:docMk/>
            <pc:sldMk cId="2956975666" sldId="266"/>
            <ac:spMk id="3" creationId="{86C5476D-4056-CE9C-9A7D-0775DF17B804}"/>
          </ac:spMkLst>
        </pc:spChg>
        <pc:spChg chg="add mod">
          <ac:chgData name="Lu Walter" userId="6e55fa501f30df28" providerId="Windows Live" clId="Web-{D6AC8423-F665-49D0-BA34-9F6999D0088F}" dt="2023-09-17T00:15:02.419" v="195" actId="20577"/>
          <ac:spMkLst>
            <pc:docMk/>
            <pc:sldMk cId="2956975666" sldId="266"/>
            <ac:spMk id="4" creationId="{0618897B-58B6-38FB-4ABB-160D06E1E724}"/>
          </ac:spMkLst>
        </pc:spChg>
      </pc:sldChg>
      <pc:sldChg chg="addSp delSp modSp new mod ord setBg">
        <pc:chgData name="Lu Walter" userId="6e55fa501f30df28" providerId="Windows Live" clId="Web-{D6AC8423-F665-49D0-BA34-9F6999D0088F}" dt="2023-09-17T00:13:28.664" v="185"/>
        <pc:sldMkLst>
          <pc:docMk/>
          <pc:sldMk cId="2058227721" sldId="267"/>
        </pc:sldMkLst>
        <pc:spChg chg="del mod">
          <ac:chgData name="Lu Walter" userId="6e55fa501f30df28" providerId="Windows Live" clId="Web-{D6AC8423-F665-49D0-BA34-9F6999D0088F}" dt="2023-09-17T00:12:14.099" v="135"/>
          <ac:spMkLst>
            <pc:docMk/>
            <pc:sldMk cId="2058227721" sldId="267"/>
            <ac:spMk id="2" creationId="{7FC29C2D-7774-22CC-3A31-694D2207EBA3}"/>
          </ac:spMkLst>
        </pc:spChg>
        <pc:spChg chg="del mod">
          <ac:chgData name="Lu Walter" userId="6e55fa501f30df28" providerId="Windows Live" clId="Web-{D6AC8423-F665-49D0-BA34-9F6999D0088F}" dt="2023-09-17T00:11:44.812" v="120"/>
          <ac:spMkLst>
            <pc:docMk/>
            <pc:sldMk cId="2058227721" sldId="267"/>
            <ac:spMk id="3" creationId="{466A585C-3A93-83AD-0009-01839ECD38E9}"/>
          </ac:spMkLst>
        </pc:spChg>
        <pc:spChg chg="add mod">
          <ac:chgData name="Lu Walter" userId="6e55fa501f30df28" providerId="Windows Live" clId="Web-{D6AC8423-F665-49D0-BA34-9F6999D0088F}" dt="2023-09-17T00:12:32.787" v="139" actId="20577"/>
          <ac:spMkLst>
            <pc:docMk/>
            <pc:sldMk cId="2058227721" sldId="267"/>
            <ac:spMk id="7" creationId="{9EF7246C-1C64-0864-7375-1D8369D35127}"/>
          </ac:spMkLst>
        </pc:spChg>
        <pc:spChg chg="add">
          <ac:chgData name="Lu Walter" userId="6e55fa501f30df28" providerId="Windows Live" clId="Web-{D6AC8423-F665-49D0-BA34-9F6999D0088F}" dt="2023-09-17T00:11:48.172" v="121"/>
          <ac:spMkLst>
            <pc:docMk/>
            <pc:sldMk cId="2058227721" sldId="267"/>
            <ac:spMk id="10" creationId="{A8384FB5-9ADC-4DDC-881B-597D56F5B15D}"/>
          </ac:spMkLst>
        </pc:spChg>
        <pc:spChg chg="add">
          <ac:chgData name="Lu Walter" userId="6e55fa501f30df28" providerId="Windows Live" clId="Web-{D6AC8423-F665-49D0-BA34-9F6999D0088F}" dt="2023-09-17T00:11:48.172" v="121"/>
          <ac:spMkLst>
            <pc:docMk/>
            <pc:sldMk cId="2058227721" sldId="267"/>
            <ac:spMk id="12" creationId="{1199E1B1-A8C0-4FE8-A5A8-1CB41D69F857}"/>
          </ac:spMkLst>
        </pc:spChg>
        <pc:spChg chg="add">
          <ac:chgData name="Lu Walter" userId="6e55fa501f30df28" providerId="Windows Live" clId="Web-{D6AC8423-F665-49D0-BA34-9F6999D0088F}" dt="2023-09-17T00:11:48.172" v="121"/>
          <ac:spMkLst>
            <pc:docMk/>
            <pc:sldMk cId="2058227721" sldId="267"/>
            <ac:spMk id="14" creationId="{84A8DE83-DE75-4B41-9DB4-A7EC0B0DEC0B}"/>
          </ac:spMkLst>
        </pc:spChg>
        <pc:spChg chg="add">
          <ac:chgData name="Lu Walter" userId="6e55fa501f30df28" providerId="Windows Live" clId="Web-{D6AC8423-F665-49D0-BA34-9F6999D0088F}" dt="2023-09-17T00:11:48.172" v="121"/>
          <ac:spMkLst>
            <pc:docMk/>
            <pc:sldMk cId="2058227721" sldId="267"/>
            <ac:spMk id="16" creationId="{A7009A0A-BEF5-4EAC-AF15-E4F9F002E239}"/>
          </ac:spMkLst>
        </pc:spChg>
        <pc:graphicFrameChg chg="add mod ord modGraphic">
          <ac:chgData name="Lu Walter" userId="6e55fa501f30df28" providerId="Windows Live" clId="Web-{D6AC8423-F665-49D0-BA34-9F6999D0088F}" dt="2023-09-17T00:13:10.835" v="183"/>
          <ac:graphicFrameMkLst>
            <pc:docMk/>
            <pc:sldMk cId="2058227721" sldId="267"/>
            <ac:graphicFrameMk id="5" creationId="{31321DF9-37E5-2E02-E137-3C5C96DA45D1}"/>
          </ac:graphicFrameMkLst>
        </pc:graphicFrameChg>
      </pc:sldChg>
    </pc:docChg>
  </pc:docChgLst>
  <pc:docChgLst>
    <pc:chgData name="Walter Lu" userId="6e55fa501f30df28" providerId="LiveId" clId="{3F5241DF-F82F-4592-B5D0-DB0E953A8BE9}"/>
    <pc:docChg chg="undo custSel modSld">
      <pc:chgData name="Walter Lu" userId="6e55fa501f30df28" providerId="LiveId" clId="{3F5241DF-F82F-4592-B5D0-DB0E953A8BE9}" dt="2024-03-01T06:05:48.758" v="59" actId="1076"/>
      <pc:docMkLst>
        <pc:docMk/>
      </pc:docMkLst>
      <pc:sldChg chg="modSp mod">
        <pc:chgData name="Walter Lu" userId="6e55fa501f30df28" providerId="LiveId" clId="{3F5241DF-F82F-4592-B5D0-DB0E953A8BE9}" dt="2024-03-01T06:01:59.251" v="0" actId="14100"/>
        <pc:sldMkLst>
          <pc:docMk/>
          <pc:sldMk cId="582455121" sldId="257"/>
        </pc:sldMkLst>
        <pc:picChg chg="mod">
          <ac:chgData name="Walter Lu" userId="6e55fa501f30df28" providerId="LiveId" clId="{3F5241DF-F82F-4592-B5D0-DB0E953A8BE9}" dt="2024-03-01T06:01:59.251" v="0" actId="14100"/>
          <ac:picMkLst>
            <pc:docMk/>
            <pc:sldMk cId="582455121" sldId="257"/>
            <ac:picMk id="11" creationId="{90094EFD-5562-C08B-AC6C-3421B3530FE9}"/>
          </ac:picMkLst>
        </pc:picChg>
      </pc:sldChg>
      <pc:sldChg chg="modSp mod">
        <pc:chgData name="Walter Lu" userId="6e55fa501f30df28" providerId="LiveId" clId="{3F5241DF-F82F-4592-B5D0-DB0E953A8BE9}" dt="2024-03-01T06:02:05.131" v="1" actId="113"/>
        <pc:sldMkLst>
          <pc:docMk/>
          <pc:sldMk cId="2930638697" sldId="258"/>
        </pc:sldMkLst>
        <pc:graphicFrameChg chg="modGraphic">
          <ac:chgData name="Walter Lu" userId="6e55fa501f30df28" providerId="LiveId" clId="{3F5241DF-F82F-4592-B5D0-DB0E953A8BE9}" dt="2024-03-01T06:02:05.131" v="1" actId="113"/>
          <ac:graphicFrameMkLst>
            <pc:docMk/>
            <pc:sldMk cId="2930638697" sldId="258"/>
            <ac:graphicFrameMk id="5" creationId="{EE217671-F9F9-98A0-EE81-9D76EBEA1A66}"/>
          </ac:graphicFrameMkLst>
        </pc:graphicFrameChg>
      </pc:sldChg>
      <pc:sldChg chg="modSp mod">
        <pc:chgData name="Walter Lu" userId="6e55fa501f30df28" providerId="LiveId" clId="{3F5241DF-F82F-4592-B5D0-DB0E953A8BE9}" dt="2024-03-01T06:04:09.440" v="25" actId="14100"/>
        <pc:sldMkLst>
          <pc:docMk/>
          <pc:sldMk cId="3087883333" sldId="259"/>
        </pc:sldMkLst>
        <pc:picChg chg="mod modCrop">
          <ac:chgData name="Walter Lu" userId="6e55fa501f30df28" providerId="LiveId" clId="{3F5241DF-F82F-4592-B5D0-DB0E953A8BE9}" dt="2024-03-01T06:04:09.440" v="25" actId="14100"/>
          <ac:picMkLst>
            <pc:docMk/>
            <pc:sldMk cId="3087883333" sldId="259"/>
            <ac:picMk id="5" creationId="{88B2D3C4-D6D2-9694-F225-98BF546F3FCE}"/>
          </ac:picMkLst>
        </pc:picChg>
      </pc:sldChg>
      <pc:sldChg chg="modSp mod">
        <pc:chgData name="Walter Lu" userId="6e55fa501f30df28" providerId="LiveId" clId="{3F5241DF-F82F-4592-B5D0-DB0E953A8BE9}" dt="2024-03-01T06:02:56.545" v="14" actId="1076"/>
        <pc:sldMkLst>
          <pc:docMk/>
          <pc:sldMk cId="108916135" sldId="263"/>
        </pc:sldMkLst>
        <pc:spChg chg="mod">
          <ac:chgData name="Walter Lu" userId="6e55fa501f30df28" providerId="LiveId" clId="{3F5241DF-F82F-4592-B5D0-DB0E953A8BE9}" dt="2024-03-01T06:02:56.545" v="14" actId="1076"/>
          <ac:spMkLst>
            <pc:docMk/>
            <pc:sldMk cId="108916135" sldId="263"/>
            <ac:spMk id="3" creationId="{318F58A0-7162-9572-218C-4DF4B4F7B259}"/>
          </ac:spMkLst>
        </pc:spChg>
        <pc:graphicFrameChg chg="mod modGraphic">
          <ac:chgData name="Walter Lu" userId="6e55fa501f30df28" providerId="LiveId" clId="{3F5241DF-F82F-4592-B5D0-DB0E953A8BE9}" dt="2024-03-01T06:02:49.047" v="10" actId="14100"/>
          <ac:graphicFrameMkLst>
            <pc:docMk/>
            <pc:sldMk cId="108916135" sldId="263"/>
            <ac:graphicFrameMk id="4" creationId="{5A0B6830-E428-EE7A-F35D-41889B3D197B}"/>
          </ac:graphicFrameMkLst>
        </pc:graphicFrameChg>
      </pc:sldChg>
      <pc:sldChg chg="modSp mod">
        <pc:chgData name="Walter Lu" userId="6e55fa501f30df28" providerId="LiveId" clId="{3F5241DF-F82F-4592-B5D0-DB0E953A8BE9}" dt="2024-03-01T06:02:41.731" v="8" actId="14100"/>
        <pc:sldMkLst>
          <pc:docMk/>
          <pc:sldMk cId="862750734" sldId="264"/>
        </pc:sldMkLst>
        <pc:picChg chg="mod">
          <ac:chgData name="Walter Lu" userId="6e55fa501f30df28" providerId="LiveId" clId="{3F5241DF-F82F-4592-B5D0-DB0E953A8BE9}" dt="2024-03-01T06:02:41.731" v="8" actId="14100"/>
          <ac:picMkLst>
            <pc:docMk/>
            <pc:sldMk cId="862750734" sldId="264"/>
            <ac:picMk id="4" creationId="{962655D0-C1EC-9ACE-7186-2E97F71C9D8E}"/>
          </ac:picMkLst>
        </pc:picChg>
      </pc:sldChg>
      <pc:sldChg chg="addSp delSp modSp mod addAnim delAnim modAnim">
        <pc:chgData name="Walter Lu" userId="6e55fa501f30df28" providerId="LiveId" clId="{3F5241DF-F82F-4592-B5D0-DB0E953A8BE9}" dt="2024-03-01T06:05:48.758" v="59" actId="1076"/>
        <pc:sldMkLst>
          <pc:docMk/>
          <pc:sldMk cId="2956975666" sldId="266"/>
        </pc:sldMkLst>
        <pc:spChg chg="add del mod">
          <ac:chgData name="Walter Lu" userId="6e55fa501f30df28" providerId="LiveId" clId="{3F5241DF-F82F-4592-B5D0-DB0E953A8BE9}" dt="2024-03-01T06:05:07.595" v="48" actId="1076"/>
          <ac:spMkLst>
            <pc:docMk/>
            <pc:sldMk cId="2956975666" sldId="266"/>
            <ac:spMk id="2" creationId="{BB6B73F1-35E6-8297-D9A5-79191D3DBAB5}"/>
          </ac:spMkLst>
        </pc:spChg>
        <pc:spChg chg="mod">
          <ac:chgData name="Walter Lu" userId="6e55fa501f30df28" providerId="LiveId" clId="{3F5241DF-F82F-4592-B5D0-DB0E953A8BE9}" dt="2024-03-01T06:05:48.758" v="59" actId="1076"/>
          <ac:spMkLst>
            <pc:docMk/>
            <pc:sldMk cId="2956975666" sldId="266"/>
            <ac:spMk id="3" creationId="{86C5476D-4056-CE9C-9A7D-0775DF17B804}"/>
          </ac:spMkLst>
        </pc:spChg>
        <pc:spChg chg="add mod">
          <ac:chgData name="Walter Lu" userId="6e55fa501f30df28" providerId="LiveId" clId="{3F5241DF-F82F-4592-B5D0-DB0E953A8BE9}" dt="2024-03-01T06:05:03.938" v="47" actId="1076"/>
          <ac:spMkLst>
            <pc:docMk/>
            <pc:sldMk cId="2956975666" sldId="266"/>
            <ac:spMk id="5" creationId="{3A07BE2D-28D2-CCDA-1DD0-B19D40626B93}"/>
          </ac:spMkLst>
        </pc:spChg>
      </pc:sldChg>
    </pc:docChg>
  </pc:docChgLst>
  <pc:docChgLst>
    <pc:chgData name="Lu Zion" userId="eb90fcc9bc99a384" providerId="LiveId" clId="{739AB0B2-5A78-4731-97A8-4EBA4D253442}"/>
    <pc:docChg chg="custSel addSld modSld">
      <pc:chgData name="Lu Zion" userId="eb90fcc9bc99a384" providerId="LiveId" clId="{739AB0B2-5A78-4731-97A8-4EBA4D253442}" dt="2023-09-13T14:30:19.681" v="14" actId="680"/>
      <pc:docMkLst>
        <pc:docMk/>
      </pc:docMkLst>
      <pc:sldChg chg="new">
        <pc:chgData name="Lu Zion" userId="eb90fcc9bc99a384" providerId="LiveId" clId="{739AB0B2-5A78-4731-97A8-4EBA4D253442}" dt="2023-09-13T14:25:52.223" v="0" actId="680"/>
        <pc:sldMkLst>
          <pc:docMk/>
          <pc:sldMk cId="2680356279" sldId="256"/>
        </pc:sldMkLst>
      </pc:sldChg>
      <pc:sldChg chg="addSp delSp modSp new mod setBg">
        <pc:chgData name="Lu Zion" userId="eb90fcc9bc99a384" providerId="LiveId" clId="{739AB0B2-5A78-4731-97A8-4EBA4D253442}" dt="2023-09-13T14:30:07.335" v="13" actId="26606"/>
        <pc:sldMkLst>
          <pc:docMk/>
          <pc:sldMk cId="582455121" sldId="257"/>
        </pc:sldMkLst>
        <pc:spChg chg="del">
          <ac:chgData name="Lu Zion" userId="eb90fcc9bc99a384" providerId="LiveId" clId="{739AB0B2-5A78-4731-97A8-4EBA4D253442}" dt="2023-09-13T14:30:07.335" v="13" actId="26606"/>
          <ac:spMkLst>
            <pc:docMk/>
            <pc:sldMk cId="582455121" sldId="257"/>
            <ac:spMk id="2" creationId="{1F4D10FC-FF5A-7E9C-8AE3-91E08BB53A9F}"/>
          </ac:spMkLst>
        </pc:spChg>
        <pc:spChg chg="del">
          <ac:chgData name="Lu Zion" userId="eb90fcc9bc99a384" providerId="LiveId" clId="{739AB0B2-5A78-4731-97A8-4EBA4D253442}" dt="2023-09-13T14:30:07.335" v="13" actId="26606"/>
          <ac:spMkLst>
            <pc:docMk/>
            <pc:sldMk cId="582455121" sldId="257"/>
            <ac:spMk id="3" creationId="{CAA7B6D6-814C-9391-4045-3390677C2736}"/>
          </ac:spMkLst>
        </pc:spChg>
        <pc:spChg chg="add">
          <ac:chgData name="Lu Zion" userId="eb90fcc9bc99a384" providerId="LiveId" clId="{739AB0B2-5A78-4731-97A8-4EBA4D253442}" dt="2023-09-13T14:30:07.335" v="13" actId="26606"/>
          <ac:spMkLst>
            <pc:docMk/>
            <pc:sldMk cId="582455121" sldId="257"/>
            <ac:spMk id="16" creationId="{42A4FC2C-047E-45A5-965D-8E1E3BF09BC6}"/>
          </ac:spMkLst>
        </pc:spChg>
        <pc:picChg chg="add del">
          <ac:chgData name="Lu Zion" userId="eb90fcc9bc99a384" providerId="LiveId" clId="{739AB0B2-5A78-4731-97A8-4EBA4D253442}" dt="2023-09-13T14:26:00.847" v="3" actId="478"/>
          <ac:picMkLst>
            <pc:docMk/>
            <pc:sldMk cId="582455121" sldId="257"/>
            <ac:picMk id="5" creationId="{4D12F387-35C5-5F6F-2BB3-951938659E83}"/>
          </ac:picMkLst>
        </pc:picChg>
        <pc:picChg chg="add del">
          <ac:chgData name="Lu Zion" userId="eb90fcc9bc99a384" providerId="LiveId" clId="{739AB0B2-5A78-4731-97A8-4EBA4D253442}" dt="2023-09-13T14:26:03.004" v="5" actId="478"/>
          <ac:picMkLst>
            <pc:docMk/>
            <pc:sldMk cId="582455121" sldId="257"/>
            <ac:picMk id="7" creationId="{82182BD2-7621-43B6-A14B-FF9842AF102B}"/>
          </ac:picMkLst>
        </pc:picChg>
        <pc:picChg chg="add del mod modCrop">
          <ac:chgData name="Lu Zion" userId="eb90fcc9bc99a384" providerId="LiveId" clId="{739AB0B2-5A78-4731-97A8-4EBA4D253442}" dt="2023-09-13T14:28:41.538" v="10" actId="478"/>
          <ac:picMkLst>
            <pc:docMk/>
            <pc:sldMk cId="582455121" sldId="257"/>
            <ac:picMk id="9" creationId="{A6BD3299-7FF7-285E-C6A9-B2FADF360D60}"/>
          </ac:picMkLst>
        </pc:picChg>
        <pc:picChg chg="add mod">
          <ac:chgData name="Lu Zion" userId="eb90fcc9bc99a384" providerId="LiveId" clId="{739AB0B2-5A78-4731-97A8-4EBA4D253442}" dt="2023-09-13T14:30:07.335" v="13" actId="26606"/>
          <ac:picMkLst>
            <pc:docMk/>
            <pc:sldMk cId="582455121" sldId="257"/>
            <ac:picMk id="11" creationId="{90094EFD-5562-C08B-AC6C-3421B3530FE9}"/>
          </ac:picMkLst>
        </pc:picChg>
      </pc:sldChg>
      <pc:sldChg chg="new">
        <pc:chgData name="Lu Zion" userId="eb90fcc9bc99a384" providerId="LiveId" clId="{739AB0B2-5A78-4731-97A8-4EBA4D253442}" dt="2023-09-13T14:30:19.681" v="14" actId="680"/>
        <pc:sldMkLst>
          <pc:docMk/>
          <pc:sldMk cId="2930638697" sldId="258"/>
        </pc:sldMkLst>
      </pc:sldChg>
    </pc:docChg>
  </pc:docChgLst>
  <pc:docChgLst>
    <pc:chgData name="Walter Lu" userId="6e55fa501f30df28" providerId="LiveId" clId="{49E8D6AD-6606-4F6C-8478-EC9FCD61ABD0}"/>
    <pc:docChg chg="custSel modSld">
      <pc:chgData name="Walter Lu" userId="6e55fa501f30df28" providerId="LiveId" clId="{49E8D6AD-6606-4F6C-8478-EC9FCD61ABD0}" dt="2024-10-11T02:00:06.162" v="253" actId="1076"/>
      <pc:docMkLst>
        <pc:docMk/>
      </pc:docMkLst>
      <pc:sldChg chg="modSp mod">
        <pc:chgData name="Walter Lu" userId="6e55fa501f30df28" providerId="LiveId" clId="{49E8D6AD-6606-4F6C-8478-EC9FCD61ABD0}" dt="2024-10-11T01:53:01.886" v="62" actId="14100"/>
        <pc:sldMkLst>
          <pc:docMk/>
          <pc:sldMk cId="2680356279" sldId="256"/>
        </pc:sldMkLst>
        <pc:spChg chg="mod">
          <ac:chgData name="Walter Lu" userId="6e55fa501f30df28" providerId="LiveId" clId="{49E8D6AD-6606-4F6C-8478-EC9FCD61ABD0}" dt="2024-10-11T01:52:16.390" v="45" actId="20577"/>
          <ac:spMkLst>
            <pc:docMk/>
            <pc:sldMk cId="2680356279" sldId="256"/>
            <ac:spMk id="3" creationId="{39BCB72C-8028-5024-3471-957E25C48071}"/>
          </ac:spMkLst>
        </pc:spChg>
        <pc:picChg chg="mod">
          <ac:chgData name="Walter Lu" userId="6e55fa501f30df28" providerId="LiveId" clId="{49E8D6AD-6606-4F6C-8478-EC9FCD61ABD0}" dt="2024-10-11T01:52:57.792" v="60" actId="14100"/>
          <ac:picMkLst>
            <pc:docMk/>
            <pc:sldMk cId="2680356279" sldId="256"/>
            <ac:picMk id="8" creationId="{93E5C70C-50F2-A931-DE0B-E81B3CBA3374}"/>
          </ac:picMkLst>
        </pc:picChg>
        <pc:picChg chg="mod">
          <ac:chgData name="Walter Lu" userId="6e55fa501f30df28" providerId="LiveId" clId="{49E8D6AD-6606-4F6C-8478-EC9FCD61ABD0}" dt="2024-10-11T01:52:33.754" v="51" actId="14100"/>
          <ac:picMkLst>
            <pc:docMk/>
            <pc:sldMk cId="2680356279" sldId="256"/>
            <ac:picMk id="10" creationId="{E6CA06B4-2710-4FBA-2CF7-E8DD12AC66D6}"/>
          </ac:picMkLst>
        </pc:picChg>
        <pc:picChg chg="mod">
          <ac:chgData name="Walter Lu" userId="6e55fa501f30df28" providerId="LiveId" clId="{49E8D6AD-6606-4F6C-8478-EC9FCD61ABD0}" dt="2024-10-11T01:52:26.378" v="47" actId="14100"/>
          <ac:picMkLst>
            <pc:docMk/>
            <pc:sldMk cId="2680356279" sldId="256"/>
            <ac:picMk id="1026" creationId="{4E718B8F-E321-D483-860A-9DF90218699A}"/>
          </ac:picMkLst>
        </pc:picChg>
        <pc:picChg chg="mod">
          <ac:chgData name="Walter Lu" userId="6e55fa501f30df28" providerId="LiveId" clId="{49E8D6AD-6606-4F6C-8478-EC9FCD61ABD0}" dt="2024-10-11T01:53:01.886" v="62" actId="14100"/>
          <ac:picMkLst>
            <pc:docMk/>
            <pc:sldMk cId="2680356279" sldId="256"/>
            <ac:picMk id="1028" creationId="{0F157FC2-520A-663F-7A68-8A25486C658B}"/>
          </ac:picMkLst>
        </pc:picChg>
      </pc:sldChg>
      <pc:sldChg chg="addSp modSp mod">
        <pc:chgData name="Walter Lu" userId="6e55fa501f30df28" providerId="LiveId" clId="{49E8D6AD-6606-4F6C-8478-EC9FCD61ABD0}" dt="2024-10-11T01:56:51.985" v="221" actId="1076"/>
        <pc:sldMkLst>
          <pc:docMk/>
          <pc:sldMk cId="582455121" sldId="257"/>
        </pc:sldMkLst>
        <pc:spChg chg="add mod">
          <ac:chgData name="Walter Lu" userId="6e55fa501f30df28" providerId="LiveId" clId="{49E8D6AD-6606-4F6C-8478-EC9FCD61ABD0}" dt="2024-10-11T01:54:00.644" v="85" actId="1076"/>
          <ac:spMkLst>
            <pc:docMk/>
            <pc:sldMk cId="582455121" sldId="257"/>
            <ac:spMk id="2" creationId="{2619D6F4-C741-1430-4DF2-BE4EA2CF7EF8}"/>
          </ac:spMkLst>
        </pc:spChg>
        <pc:spChg chg="add mod">
          <ac:chgData name="Walter Lu" userId="6e55fa501f30df28" providerId="LiveId" clId="{49E8D6AD-6606-4F6C-8478-EC9FCD61ABD0}" dt="2024-10-11T01:54:14.395" v="108" actId="20577"/>
          <ac:spMkLst>
            <pc:docMk/>
            <pc:sldMk cId="582455121" sldId="257"/>
            <ac:spMk id="3" creationId="{28937361-892E-AAAB-9256-760E3C5B1062}"/>
          </ac:spMkLst>
        </pc:spChg>
        <pc:spChg chg="add mod">
          <ac:chgData name="Walter Lu" userId="6e55fa501f30df28" providerId="LiveId" clId="{49E8D6AD-6606-4F6C-8478-EC9FCD61ABD0}" dt="2024-10-11T01:55:00.429" v="112" actId="20577"/>
          <ac:spMkLst>
            <pc:docMk/>
            <pc:sldMk cId="582455121" sldId="257"/>
            <ac:spMk id="4" creationId="{7823DD75-6F96-DBFD-F9F1-6B4EF5F30245}"/>
          </ac:spMkLst>
        </pc:spChg>
        <pc:spChg chg="add mod">
          <ac:chgData name="Walter Lu" userId="6e55fa501f30df28" providerId="LiveId" clId="{49E8D6AD-6606-4F6C-8478-EC9FCD61ABD0}" dt="2024-10-11T01:56:04.736" v="145" actId="1076"/>
          <ac:spMkLst>
            <pc:docMk/>
            <pc:sldMk cId="582455121" sldId="257"/>
            <ac:spMk id="5" creationId="{047CA515-847B-D47E-1FEA-F8B4D5406FA2}"/>
          </ac:spMkLst>
        </pc:spChg>
        <pc:spChg chg="add mod">
          <ac:chgData name="Walter Lu" userId="6e55fa501f30df28" providerId="LiveId" clId="{49E8D6AD-6606-4F6C-8478-EC9FCD61ABD0}" dt="2024-10-11T01:56:08.358" v="147" actId="1076"/>
          <ac:spMkLst>
            <pc:docMk/>
            <pc:sldMk cId="582455121" sldId="257"/>
            <ac:spMk id="6" creationId="{5F044C5C-3C35-DB77-CD5C-D7D8D6ABC52A}"/>
          </ac:spMkLst>
        </pc:spChg>
        <pc:spChg chg="add mod">
          <ac:chgData name="Walter Lu" userId="6e55fa501f30df28" providerId="LiveId" clId="{49E8D6AD-6606-4F6C-8478-EC9FCD61ABD0}" dt="2024-10-11T01:56:51.985" v="221" actId="1076"/>
          <ac:spMkLst>
            <pc:docMk/>
            <pc:sldMk cId="582455121" sldId="257"/>
            <ac:spMk id="7" creationId="{7EA087DE-E584-B3D3-C6BD-73C1276C2AF9}"/>
          </ac:spMkLst>
        </pc:spChg>
        <pc:picChg chg="mod">
          <ac:chgData name="Walter Lu" userId="6e55fa501f30df28" providerId="LiveId" clId="{49E8D6AD-6606-4F6C-8478-EC9FCD61ABD0}" dt="2024-10-11T01:53:11.015" v="63" actId="1076"/>
          <ac:picMkLst>
            <pc:docMk/>
            <pc:sldMk cId="582455121" sldId="257"/>
            <ac:picMk id="11" creationId="{90094EFD-5562-C08B-AC6C-3421B3530FE9}"/>
          </ac:picMkLst>
        </pc:picChg>
      </pc:sldChg>
      <pc:sldChg chg="modSp mod">
        <pc:chgData name="Walter Lu" userId="6e55fa501f30df28" providerId="LiveId" clId="{49E8D6AD-6606-4F6C-8478-EC9FCD61ABD0}" dt="2024-10-11T01:57:31.779" v="223" actId="207"/>
        <pc:sldMkLst>
          <pc:docMk/>
          <pc:sldMk cId="2930638697" sldId="258"/>
        </pc:sldMkLst>
        <pc:graphicFrameChg chg="modGraphic">
          <ac:chgData name="Walter Lu" userId="6e55fa501f30df28" providerId="LiveId" clId="{49E8D6AD-6606-4F6C-8478-EC9FCD61ABD0}" dt="2024-10-11T01:57:31.779" v="223" actId="207"/>
          <ac:graphicFrameMkLst>
            <pc:docMk/>
            <pc:sldMk cId="2930638697" sldId="258"/>
            <ac:graphicFrameMk id="5" creationId="{EE217671-F9F9-98A0-EE81-9D76EBEA1A66}"/>
          </ac:graphicFrameMkLst>
        </pc:graphicFrameChg>
      </pc:sldChg>
      <pc:sldChg chg="modSp mod">
        <pc:chgData name="Walter Lu" userId="6e55fa501f30df28" providerId="LiveId" clId="{49E8D6AD-6606-4F6C-8478-EC9FCD61ABD0}" dt="2024-10-11T01:58:32.460" v="236" actId="20577"/>
        <pc:sldMkLst>
          <pc:docMk/>
          <pc:sldMk cId="108916135" sldId="263"/>
        </pc:sldMkLst>
        <pc:spChg chg="mod">
          <ac:chgData name="Walter Lu" userId="6e55fa501f30df28" providerId="LiveId" clId="{49E8D6AD-6606-4F6C-8478-EC9FCD61ABD0}" dt="2024-10-11T01:58:32.460" v="236" actId="20577"/>
          <ac:spMkLst>
            <pc:docMk/>
            <pc:sldMk cId="108916135" sldId="263"/>
            <ac:spMk id="3" creationId="{318F58A0-7162-9572-218C-4DF4B4F7B259}"/>
          </ac:spMkLst>
        </pc:spChg>
      </pc:sldChg>
      <pc:sldChg chg="modSp mod">
        <pc:chgData name="Walter Lu" userId="6e55fa501f30df28" providerId="LiveId" clId="{49E8D6AD-6606-4F6C-8478-EC9FCD61ABD0}" dt="2024-10-11T02:00:06.162" v="253" actId="1076"/>
        <pc:sldMkLst>
          <pc:docMk/>
          <pc:sldMk cId="2956975666" sldId="266"/>
        </pc:sldMkLst>
        <pc:spChg chg="mod">
          <ac:chgData name="Walter Lu" userId="6e55fa501f30df28" providerId="LiveId" clId="{49E8D6AD-6606-4F6C-8478-EC9FCD61ABD0}" dt="2024-10-11T01:59:03.541" v="238" actId="1076"/>
          <ac:spMkLst>
            <pc:docMk/>
            <pc:sldMk cId="2956975666" sldId="266"/>
            <ac:spMk id="2" creationId="{BB6B73F1-35E6-8297-D9A5-79191D3DBAB5}"/>
          </ac:spMkLst>
        </pc:spChg>
        <pc:spChg chg="mod">
          <ac:chgData name="Walter Lu" userId="6e55fa501f30df28" providerId="LiveId" clId="{49E8D6AD-6606-4F6C-8478-EC9FCD61ABD0}" dt="2024-10-11T01:59:16.392" v="240" actId="207"/>
          <ac:spMkLst>
            <pc:docMk/>
            <pc:sldMk cId="2956975666" sldId="266"/>
            <ac:spMk id="3" creationId="{86C5476D-4056-CE9C-9A7D-0775DF17B804}"/>
          </ac:spMkLst>
        </pc:spChg>
        <pc:spChg chg="mod">
          <ac:chgData name="Walter Lu" userId="6e55fa501f30df28" providerId="LiveId" clId="{49E8D6AD-6606-4F6C-8478-EC9FCD61ABD0}" dt="2024-10-11T02:00:06.162" v="253" actId="1076"/>
          <ac:spMkLst>
            <pc:docMk/>
            <pc:sldMk cId="2956975666" sldId="266"/>
            <ac:spMk id="4" creationId="{0618897B-58B6-38FB-4ABB-160D06E1E724}"/>
          </ac:spMkLst>
        </pc:spChg>
        <pc:spChg chg="mod">
          <ac:chgData name="Walter Lu" userId="6e55fa501f30df28" providerId="LiveId" clId="{49E8D6AD-6606-4F6C-8478-EC9FCD61ABD0}" dt="2024-10-11T01:59:27.307" v="241" actId="207"/>
          <ac:spMkLst>
            <pc:docMk/>
            <pc:sldMk cId="2956975666" sldId="266"/>
            <ac:spMk id="7" creationId="{A7A74817-2A26-F3A3-8A7D-927777B8C29E}"/>
          </ac:spMkLst>
        </pc:spChg>
      </pc:sldChg>
    </pc:docChg>
  </pc:docChgLst>
  <pc:docChgLst>
    <pc:chgData name="Walter Lu" userId="6e55fa501f30df28" providerId="LiveId" clId="{5D7C7BBF-C19C-4E5C-A912-4EED06CF36DB}"/>
    <pc:docChg chg="modSld">
      <pc:chgData name="Walter Lu" userId="6e55fa501f30df28" providerId="LiveId" clId="{5D7C7BBF-C19C-4E5C-A912-4EED06CF36DB}" dt="2024-04-01T00:49:22.009" v="91" actId="1076"/>
      <pc:docMkLst>
        <pc:docMk/>
      </pc:docMkLst>
      <pc:sldChg chg="addSp modSp mod modAnim">
        <pc:chgData name="Walter Lu" userId="6e55fa501f30df28" providerId="LiveId" clId="{5D7C7BBF-C19C-4E5C-A912-4EED06CF36DB}" dt="2024-04-01T00:49:22.009" v="91" actId="1076"/>
        <pc:sldMkLst>
          <pc:docMk/>
          <pc:sldMk cId="2956975666" sldId="266"/>
        </pc:sldMkLst>
        <pc:spChg chg="mod">
          <ac:chgData name="Walter Lu" userId="6e55fa501f30df28" providerId="LiveId" clId="{5D7C7BBF-C19C-4E5C-A912-4EED06CF36DB}" dt="2024-04-01T00:47:25.699" v="64" actId="1076"/>
          <ac:spMkLst>
            <pc:docMk/>
            <pc:sldMk cId="2956975666" sldId="266"/>
            <ac:spMk id="2" creationId="{BB6B73F1-35E6-8297-D9A5-79191D3DBAB5}"/>
          </ac:spMkLst>
        </pc:spChg>
        <pc:spChg chg="mod">
          <ac:chgData name="Walter Lu" userId="6e55fa501f30df28" providerId="LiveId" clId="{5D7C7BBF-C19C-4E5C-A912-4EED06CF36DB}" dt="2024-04-01T00:48:19.430" v="73" actId="1076"/>
          <ac:spMkLst>
            <pc:docMk/>
            <pc:sldMk cId="2956975666" sldId="266"/>
            <ac:spMk id="3" creationId="{86C5476D-4056-CE9C-9A7D-0775DF17B804}"/>
          </ac:spMkLst>
        </pc:spChg>
        <pc:spChg chg="mod">
          <ac:chgData name="Walter Lu" userId="6e55fa501f30df28" providerId="LiveId" clId="{5D7C7BBF-C19C-4E5C-A912-4EED06CF36DB}" dt="2024-04-01T00:47:14.335" v="60" actId="1076"/>
          <ac:spMkLst>
            <pc:docMk/>
            <pc:sldMk cId="2956975666" sldId="266"/>
            <ac:spMk id="4" creationId="{0618897B-58B6-38FB-4ABB-160D06E1E724}"/>
          </ac:spMkLst>
        </pc:spChg>
        <pc:spChg chg="mod">
          <ac:chgData name="Walter Lu" userId="6e55fa501f30df28" providerId="LiveId" clId="{5D7C7BBF-C19C-4E5C-A912-4EED06CF36DB}" dt="2024-04-01T00:48:43.338" v="76" actId="207"/>
          <ac:spMkLst>
            <pc:docMk/>
            <pc:sldMk cId="2956975666" sldId="266"/>
            <ac:spMk id="5" creationId="{3A07BE2D-28D2-CCDA-1DD0-B19D40626B93}"/>
          </ac:spMkLst>
        </pc:spChg>
        <pc:spChg chg="add mod">
          <ac:chgData name="Walter Lu" userId="6e55fa501f30df28" providerId="LiveId" clId="{5D7C7BBF-C19C-4E5C-A912-4EED06CF36DB}" dt="2024-04-01T00:49:22.009" v="91" actId="1076"/>
          <ac:spMkLst>
            <pc:docMk/>
            <pc:sldMk cId="2956975666" sldId="266"/>
            <ac:spMk id="6" creationId="{04CBA26E-DC24-2D8A-8DC8-FC471D5190BC}"/>
          </ac:spMkLst>
        </pc:spChg>
        <pc:spChg chg="add mod">
          <ac:chgData name="Walter Lu" userId="6e55fa501f30df28" providerId="LiveId" clId="{5D7C7BBF-C19C-4E5C-A912-4EED06CF36DB}" dt="2024-04-01T00:48:23.093" v="74" actId="1076"/>
          <ac:spMkLst>
            <pc:docMk/>
            <pc:sldMk cId="2956975666" sldId="266"/>
            <ac:spMk id="7" creationId="{A7A74817-2A26-F3A3-8A7D-927777B8C29E}"/>
          </ac:spMkLst>
        </pc:spChg>
      </pc:sldChg>
    </pc:docChg>
  </pc:docChgLst>
  <pc:docChgLst>
    <pc:chgData name="Walter Lu" userId="6e55fa501f30df28" providerId="LiveId" clId="{AFA92CA4-3142-42B2-B66D-E0D418C8ADD6}"/>
    <pc:docChg chg="undo custSel addSld modSld sldOrd">
      <pc:chgData name="Walter Lu" userId="6e55fa501f30df28" providerId="LiveId" clId="{AFA92CA4-3142-42B2-B66D-E0D418C8ADD6}" dt="2023-09-15T07:33:01.528" v="164" actId="680"/>
      <pc:docMkLst>
        <pc:docMk/>
      </pc:docMkLst>
      <pc:sldChg chg="addSp delSp modSp mod">
        <pc:chgData name="Walter Lu" userId="6e55fa501f30df28" providerId="LiveId" clId="{AFA92CA4-3142-42B2-B66D-E0D418C8ADD6}" dt="2023-09-15T07:26:56.490" v="117" actId="1076"/>
        <pc:sldMkLst>
          <pc:docMk/>
          <pc:sldMk cId="2680356279" sldId="256"/>
        </pc:sldMkLst>
        <pc:spChg chg="del">
          <ac:chgData name="Walter Lu" userId="6e55fa501f30df28" providerId="LiveId" clId="{AFA92CA4-3142-42B2-B66D-E0D418C8ADD6}" dt="2023-09-15T07:23:06.785" v="17" actId="478"/>
          <ac:spMkLst>
            <pc:docMk/>
            <pc:sldMk cId="2680356279" sldId="256"/>
            <ac:spMk id="2" creationId="{AA3CDEE5-A02E-3C2D-F9A1-067E668E758B}"/>
          </ac:spMkLst>
        </pc:spChg>
        <pc:spChg chg="mod">
          <ac:chgData name="Walter Lu" userId="6e55fa501f30df28" providerId="LiveId" clId="{AFA92CA4-3142-42B2-B66D-E0D418C8ADD6}" dt="2023-09-15T07:26:56.490" v="117" actId="1076"/>
          <ac:spMkLst>
            <pc:docMk/>
            <pc:sldMk cId="2680356279" sldId="256"/>
            <ac:spMk id="3" creationId="{39BCB72C-8028-5024-3471-957E25C48071}"/>
          </ac:spMkLst>
        </pc:spChg>
        <pc:spChg chg="add del">
          <ac:chgData name="Walter Lu" userId="6e55fa501f30df28" providerId="LiveId" clId="{AFA92CA4-3142-42B2-B66D-E0D418C8ADD6}" dt="2023-09-15T07:22:17.493" v="12"/>
          <ac:spMkLst>
            <pc:docMk/>
            <pc:sldMk cId="2680356279" sldId="256"/>
            <ac:spMk id="4" creationId="{7F78A6F0-9AFC-D8DA-66FE-1AFED85E95F3}"/>
          </ac:spMkLst>
        </pc:spChg>
        <pc:spChg chg="add del">
          <ac:chgData name="Walter Lu" userId="6e55fa501f30df28" providerId="LiveId" clId="{AFA92CA4-3142-42B2-B66D-E0D418C8ADD6}" dt="2023-09-15T07:22:29.309" v="14" actId="478"/>
          <ac:spMkLst>
            <pc:docMk/>
            <pc:sldMk cId="2680356279" sldId="256"/>
            <ac:spMk id="5" creationId="{B2123F00-9F7B-0419-9AC8-787CB7EC8184}"/>
          </ac:spMkLst>
        </pc:spChg>
        <pc:spChg chg="add del">
          <ac:chgData name="Walter Lu" userId="6e55fa501f30df28" providerId="LiveId" clId="{AFA92CA4-3142-42B2-B66D-E0D418C8ADD6}" dt="2023-09-15T07:23:03.836" v="16" actId="478"/>
          <ac:spMkLst>
            <pc:docMk/>
            <pc:sldMk cId="2680356279" sldId="256"/>
            <ac:spMk id="6" creationId="{46EE006F-0901-C4EA-17CE-787CDDAAE403}"/>
          </ac:spMkLst>
        </pc:spChg>
        <pc:picChg chg="add mod">
          <ac:chgData name="Walter Lu" userId="6e55fa501f30df28" providerId="LiveId" clId="{AFA92CA4-3142-42B2-B66D-E0D418C8ADD6}" dt="2023-09-15T07:26:28.547" v="110" actId="1076"/>
          <ac:picMkLst>
            <pc:docMk/>
            <pc:sldMk cId="2680356279" sldId="256"/>
            <ac:picMk id="8" creationId="{93E5C70C-50F2-A931-DE0B-E81B3CBA3374}"/>
          </ac:picMkLst>
        </pc:picChg>
        <pc:picChg chg="add mod">
          <ac:chgData name="Walter Lu" userId="6e55fa501f30df28" providerId="LiveId" clId="{AFA92CA4-3142-42B2-B66D-E0D418C8ADD6}" dt="2023-09-15T07:26:51.764" v="116" actId="1076"/>
          <ac:picMkLst>
            <pc:docMk/>
            <pc:sldMk cId="2680356279" sldId="256"/>
            <ac:picMk id="10" creationId="{E6CA06B4-2710-4FBA-2CF7-E8DD12AC66D6}"/>
          </ac:picMkLst>
        </pc:picChg>
        <pc:picChg chg="add mod">
          <ac:chgData name="Walter Lu" userId="6e55fa501f30df28" providerId="LiveId" clId="{AFA92CA4-3142-42B2-B66D-E0D418C8ADD6}" dt="2023-09-15T07:26:50.216" v="115" actId="1076"/>
          <ac:picMkLst>
            <pc:docMk/>
            <pc:sldMk cId="2680356279" sldId="256"/>
            <ac:picMk id="1026" creationId="{4E718B8F-E321-D483-860A-9DF90218699A}"/>
          </ac:picMkLst>
        </pc:picChg>
        <pc:picChg chg="add mod">
          <ac:chgData name="Walter Lu" userId="6e55fa501f30df28" providerId="LiveId" clId="{AFA92CA4-3142-42B2-B66D-E0D418C8ADD6}" dt="2023-09-15T07:26:22.951" v="108" actId="14100"/>
          <ac:picMkLst>
            <pc:docMk/>
            <pc:sldMk cId="2680356279" sldId="256"/>
            <ac:picMk id="1028" creationId="{0F157FC2-520A-663F-7A68-8A25486C658B}"/>
          </ac:picMkLst>
        </pc:picChg>
      </pc:sldChg>
      <pc:sldChg chg="ord">
        <pc:chgData name="Walter Lu" userId="6e55fa501f30df28" providerId="LiveId" clId="{AFA92CA4-3142-42B2-B66D-E0D418C8ADD6}" dt="2023-09-15T07:28:54.699" v="123"/>
        <pc:sldMkLst>
          <pc:docMk/>
          <pc:sldMk cId="582455121" sldId="257"/>
        </pc:sldMkLst>
      </pc:sldChg>
      <pc:sldChg chg="addSp delSp modSp new mod setBg">
        <pc:chgData name="Walter Lu" userId="6e55fa501f30df28" providerId="LiveId" clId="{AFA92CA4-3142-42B2-B66D-E0D418C8ADD6}" dt="2023-09-15T07:31:20.893" v="160" actId="1076"/>
        <pc:sldMkLst>
          <pc:docMk/>
          <pc:sldMk cId="3087883333" sldId="259"/>
        </pc:sldMkLst>
        <pc:spChg chg="del">
          <ac:chgData name="Walter Lu" userId="6e55fa501f30df28" providerId="LiveId" clId="{AFA92CA4-3142-42B2-B66D-E0D418C8ADD6}" dt="2023-09-15T07:29:16.292" v="127" actId="478"/>
          <ac:spMkLst>
            <pc:docMk/>
            <pc:sldMk cId="3087883333" sldId="259"/>
            <ac:spMk id="2" creationId="{2613282B-4FA9-4C85-530F-FC950040668A}"/>
          </ac:spMkLst>
        </pc:spChg>
        <pc:spChg chg="del">
          <ac:chgData name="Walter Lu" userId="6e55fa501f30df28" providerId="LiveId" clId="{AFA92CA4-3142-42B2-B66D-E0D418C8ADD6}" dt="2023-09-15T07:29:01.688" v="124" actId="931"/>
          <ac:spMkLst>
            <pc:docMk/>
            <pc:sldMk cId="3087883333" sldId="259"/>
            <ac:spMk id="3" creationId="{F86B38BD-02BA-8AFD-59B8-0D2C505AE309}"/>
          </ac:spMkLst>
        </pc:spChg>
        <pc:spChg chg="add">
          <ac:chgData name="Walter Lu" userId="6e55fa501f30df28" providerId="LiveId" clId="{AFA92CA4-3142-42B2-B66D-E0D418C8ADD6}" dt="2023-09-15T07:29:18.387" v="128" actId="26606"/>
          <ac:spMkLst>
            <pc:docMk/>
            <pc:sldMk cId="3087883333" sldId="259"/>
            <ac:spMk id="12" creationId="{A9F529C3-C941-49FD-8C67-82F134F64BDB}"/>
          </ac:spMkLst>
        </pc:spChg>
        <pc:spChg chg="add">
          <ac:chgData name="Walter Lu" userId="6e55fa501f30df28" providerId="LiveId" clId="{AFA92CA4-3142-42B2-B66D-E0D418C8ADD6}" dt="2023-09-15T07:29:18.387" v="128" actId="26606"/>
          <ac:spMkLst>
            <pc:docMk/>
            <pc:sldMk cId="3087883333" sldId="259"/>
            <ac:spMk id="14" creationId="{20586029-32A0-47E5-9AEC-AE3ABA6B94D0}"/>
          </ac:spMkLst>
        </pc:spChg>
        <pc:picChg chg="add mod ord">
          <ac:chgData name="Walter Lu" userId="6e55fa501f30df28" providerId="LiveId" clId="{AFA92CA4-3142-42B2-B66D-E0D418C8ADD6}" dt="2023-09-15T07:31:20.893" v="160" actId="1076"/>
          <ac:picMkLst>
            <pc:docMk/>
            <pc:sldMk cId="3087883333" sldId="259"/>
            <ac:picMk id="5" creationId="{88B2D3C4-D6D2-9694-F225-98BF546F3FCE}"/>
          </ac:picMkLst>
        </pc:picChg>
        <pc:picChg chg="add del mod">
          <ac:chgData name="Walter Lu" userId="6e55fa501f30df28" providerId="LiveId" clId="{AFA92CA4-3142-42B2-B66D-E0D418C8ADD6}" dt="2023-09-15T07:29:32.022" v="134" actId="21"/>
          <ac:picMkLst>
            <pc:docMk/>
            <pc:sldMk cId="3087883333" sldId="259"/>
            <ac:picMk id="7" creationId="{55190CAF-D095-6960-65A4-7965A00BC6A9}"/>
          </ac:picMkLst>
        </pc:picChg>
        <pc:cxnChg chg="add">
          <ac:chgData name="Walter Lu" userId="6e55fa501f30df28" providerId="LiveId" clId="{AFA92CA4-3142-42B2-B66D-E0D418C8ADD6}" dt="2023-09-15T07:29:18.387" v="128" actId="26606"/>
          <ac:cxnSpMkLst>
            <pc:docMk/>
            <pc:sldMk cId="3087883333" sldId="259"/>
            <ac:cxnSpMk id="16" creationId="{8C730EAB-A532-4295-A302-FB4B90DB9F5E}"/>
          </ac:cxnSpMkLst>
        </pc:cxnChg>
      </pc:sldChg>
      <pc:sldChg chg="addSp delSp modSp new mod setBg modAnim">
        <pc:chgData name="Walter Lu" userId="6e55fa501f30df28" providerId="LiveId" clId="{AFA92CA4-3142-42B2-B66D-E0D418C8ADD6}" dt="2023-09-15T07:31:27.566" v="161"/>
        <pc:sldMkLst>
          <pc:docMk/>
          <pc:sldMk cId="4291585679" sldId="260"/>
        </pc:sldMkLst>
        <pc:spChg chg="del">
          <ac:chgData name="Walter Lu" userId="6e55fa501f30df28" providerId="LiveId" clId="{AFA92CA4-3142-42B2-B66D-E0D418C8ADD6}" dt="2023-09-15T07:29:47.037" v="138" actId="478"/>
          <ac:spMkLst>
            <pc:docMk/>
            <pc:sldMk cId="4291585679" sldId="260"/>
            <ac:spMk id="2" creationId="{56F05C0F-5730-812B-8DDA-5DCCB32A8620}"/>
          </ac:spMkLst>
        </pc:spChg>
        <pc:spChg chg="del">
          <ac:chgData name="Walter Lu" userId="6e55fa501f30df28" providerId="LiveId" clId="{AFA92CA4-3142-42B2-B66D-E0D418C8ADD6}" dt="2023-09-15T07:29:48.366" v="139" actId="478"/>
          <ac:spMkLst>
            <pc:docMk/>
            <pc:sldMk cId="4291585679" sldId="260"/>
            <ac:spMk id="3" creationId="{DD232F2F-1C4E-8D26-09D1-AC53FB8FFB3E}"/>
          </ac:spMkLst>
        </pc:spChg>
        <pc:spChg chg="add">
          <ac:chgData name="Walter Lu" userId="6e55fa501f30df28" providerId="LiveId" clId="{AFA92CA4-3142-42B2-B66D-E0D418C8ADD6}" dt="2023-09-15T07:29:59.529" v="143" actId="26606"/>
          <ac:spMkLst>
            <pc:docMk/>
            <pc:sldMk cId="4291585679" sldId="260"/>
            <ac:spMk id="11" creationId="{A9F529C3-C941-49FD-8C67-82F134F64BDB}"/>
          </ac:spMkLst>
        </pc:spChg>
        <pc:spChg chg="add">
          <ac:chgData name="Walter Lu" userId="6e55fa501f30df28" providerId="LiveId" clId="{AFA92CA4-3142-42B2-B66D-E0D418C8ADD6}" dt="2023-09-15T07:29:59.529" v="143" actId="26606"/>
          <ac:spMkLst>
            <pc:docMk/>
            <pc:sldMk cId="4291585679" sldId="260"/>
            <ac:spMk id="13" creationId="{20586029-32A0-47E5-9AEC-AE3ABA6B94D0}"/>
          </ac:spMkLst>
        </pc:spChg>
        <pc:picChg chg="add mod">
          <ac:chgData name="Walter Lu" userId="6e55fa501f30df28" providerId="LiveId" clId="{AFA92CA4-3142-42B2-B66D-E0D418C8ADD6}" dt="2023-09-15T07:29:59.529" v="143" actId="26606"/>
          <ac:picMkLst>
            <pc:docMk/>
            <pc:sldMk cId="4291585679" sldId="260"/>
            <ac:picMk id="4" creationId="{3B8EC162-3120-FB9E-AE3E-6EB2FB340D9B}"/>
          </ac:picMkLst>
        </pc:picChg>
        <pc:picChg chg="add mod">
          <ac:chgData name="Walter Lu" userId="6e55fa501f30df28" providerId="LiveId" clId="{AFA92CA4-3142-42B2-B66D-E0D418C8ADD6}" dt="2023-09-15T07:29:59.529" v="143" actId="26606"/>
          <ac:picMkLst>
            <pc:docMk/>
            <pc:sldMk cId="4291585679" sldId="260"/>
            <ac:picMk id="6" creationId="{6EB842B9-7164-5EEF-96BD-51B430052DC3}"/>
          </ac:picMkLst>
        </pc:picChg>
        <pc:cxnChg chg="add">
          <ac:chgData name="Walter Lu" userId="6e55fa501f30df28" providerId="LiveId" clId="{AFA92CA4-3142-42B2-B66D-E0D418C8ADD6}" dt="2023-09-15T07:29:59.529" v="143" actId="26606"/>
          <ac:cxnSpMkLst>
            <pc:docMk/>
            <pc:sldMk cId="4291585679" sldId="260"/>
            <ac:cxnSpMk id="15" creationId="{8C730EAB-A532-4295-A302-FB4B90DB9F5E}"/>
          </ac:cxnSpMkLst>
        </pc:cxnChg>
      </pc:sldChg>
      <pc:sldChg chg="addSp delSp modSp new mod setBg modAnim">
        <pc:chgData name="Walter Lu" userId="6e55fa501f30df28" providerId="LiveId" clId="{AFA92CA4-3142-42B2-B66D-E0D418C8ADD6}" dt="2023-09-15T07:31:32.071" v="162"/>
        <pc:sldMkLst>
          <pc:docMk/>
          <pc:sldMk cId="354346226" sldId="261"/>
        </pc:sldMkLst>
        <pc:spChg chg="del">
          <ac:chgData name="Walter Lu" userId="6e55fa501f30df28" providerId="LiveId" clId="{AFA92CA4-3142-42B2-B66D-E0D418C8ADD6}" dt="2023-09-15T07:30:08.549" v="144" actId="478"/>
          <ac:spMkLst>
            <pc:docMk/>
            <pc:sldMk cId="354346226" sldId="261"/>
            <ac:spMk id="2" creationId="{14B68BC7-BFF3-4E6E-95E7-18A1A99B892C}"/>
          </ac:spMkLst>
        </pc:spChg>
        <pc:spChg chg="del">
          <ac:chgData name="Walter Lu" userId="6e55fa501f30df28" providerId="LiveId" clId="{AFA92CA4-3142-42B2-B66D-E0D418C8ADD6}" dt="2023-09-15T07:30:10.204" v="145" actId="478"/>
          <ac:spMkLst>
            <pc:docMk/>
            <pc:sldMk cId="354346226" sldId="261"/>
            <ac:spMk id="3" creationId="{8839841C-31F5-5AE2-2361-F3A0E57673EA}"/>
          </ac:spMkLst>
        </pc:spChg>
        <pc:spChg chg="add">
          <ac:chgData name="Walter Lu" userId="6e55fa501f30df28" providerId="LiveId" clId="{AFA92CA4-3142-42B2-B66D-E0D418C8ADD6}" dt="2023-09-15T07:30:32.658" v="148" actId="26606"/>
          <ac:spMkLst>
            <pc:docMk/>
            <pc:sldMk cId="354346226" sldId="261"/>
            <ac:spMk id="12" creationId="{A9F529C3-C941-49FD-8C67-82F134F64BDB}"/>
          </ac:spMkLst>
        </pc:spChg>
        <pc:spChg chg="add">
          <ac:chgData name="Walter Lu" userId="6e55fa501f30df28" providerId="LiveId" clId="{AFA92CA4-3142-42B2-B66D-E0D418C8ADD6}" dt="2023-09-15T07:30:32.658" v="148" actId="26606"/>
          <ac:spMkLst>
            <pc:docMk/>
            <pc:sldMk cId="354346226" sldId="261"/>
            <ac:spMk id="14" creationId="{20586029-32A0-47E5-9AEC-AE3ABA6B94D0}"/>
          </ac:spMkLst>
        </pc:spChg>
        <pc:picChg chg="add mod ord">
          <ac:chgData name="Walter Lu" userId="6e55fa501f30df28" providerId="LiveId" clId="{AFA92CA4-3142-42B2-B66D-E0D418C8ADD6}" dt="2023-09-15T07:30:32.658" v="148" actId="26606"/>
          <ac:picMkLst>
            <pc:docMk/>
            <pc:sldMk cId="354346226" sldId="261"/>
            <ac:picMk id="5" creationId="{F46E2A92-F997-528D-A67D-0E00024D0860}"/>
          </ac:picMkLst>
        </pc:picChg>
        <pc:picChg chg="add mod">
          <ac:chgData name="Walter Lu" userId="6e55fa501f30df28" providerId="LiveId" clId="{AFA92CA4-3142-42B2-B66D-E0D418C8ADD6}" dt="2023-09-15T07:30:32.658" v="148" actId="26606"/>
          <ac:picMkLst>
            <pc:docMk/>
            <pc:sldMk cId="354346226" sldId="261"/>
            <ac:picMk id="7" creationId="{8C9CCD96-7F27-116A-873E-E2D38E292D31}"/>
          </ac:picMkLst>
        </pc:picChg>
        <pc:cxnChg chg="add">
          <ac:chgData name="Walter Lu" userId="6e55fa501f30df28" providerId="LiveId" clId="{AFA92CA4-3142-42B2-B66D-E0D418C8ADD6}" dt="2023-09-15T07:30:32.658" v="148" actId="26606"/>
          <ac:cxnSpMkLst>
            <pc:docMk/>
            <pc:sldMk cId="354346226" sldId="261"/>
            <ac:cxnSpMk id="16" creationId="{8C730EAB-A532-4295-A302-FB4B90DB9F5E}"/>
          </ac:cxnSpMkLst>
        </pc:cxnChg>
      </pc:sldChg>
      <pc:sldChg chg="addSp delSp modSp new mod setBg">
        <pc:chgData name="Walter Lu" userId="6e55fa501f30df28" providerId="LiveId" clId="{AFA92CA4-3142-42B2-B66D-E0D418C8ADD6}" dt="2023-09-15T07:31:08.862" v="157" actId="1076"/>
        <pc:sldMkLst>
          <pc:docMk/>
          <pc:sldMk cId="2635178293" sldId="262"/>
        </pc:sldMkLst>
        <pc:spChg chg="del">
          <ac:chgData name="Walter Lu" userId="6e55fa501f30df28" providerId="LiveId" clId="{AFA92CA4-3142-42B2-B66D-E0D418C8ADD6}" dt="2023-09-15T07:30:53.944" v="151" actId="478"/>
          <ac:spMkLst>
            <pc:docMk/>
            <pc:sldMk cId="2635178293" sldId="262"/>
            <ac:spMk id="2" creationId="{F66D1025-A882-14E2-7567-9886FA7BF3CC}"/>
          </ac:spMkLst>
        </pc:spChg>
        <pc:spChg chg="del">
          <ac:chgData name="Walter Lu" userId="6e55fa501f30df28" providerId="LiveId" clId="{AFA92CA4-3142-42B2-B66D-E0D418C8ADD6}" dt="2023-09-15T07:30:47.121" v="150" actId="931"/>
          <ac:spMkLst>
            <pc:docMk/>
            <pc:sldMk cId="2635178293" sldId="262"/>
            <ac:spMk id="3" creationId="{9FC1F66D-283F-6B03-09D2-46C9F25CD36B}"/>
          </ac:spMkLst>
        </pc:spChg>
        <pc:spChg chg="add del">
          <ac:chgData name="Walter Lu" userId="6e55fa501f30df28" providerId="LiveId" clId="{AFA92CA4-3142-42B2-B66D-E0D418C8ADD6}" dt="2023-09-15T07:31:01.133" v="153" actId="26606"/>
          <ac:spMkLst>
            <pc:docMk/>
            <pc:sldMk cId="2635178293" sldId="262"/>
            <ac:spMk id="10" creationId="{16C5FA50-8D52-4617-AF91-5C7B1C8352F1}"/>
          </ac:spMkLst>
        </pc:spChg>
        <pc:spChg chg="add del">
          <ac:chgData name="Walter Lu" userId="6e55fa501f30df28" providerId="LiveId" clId="{AFA92CA4-3142-42B2-B66D-E0D418C8ADD6}" dt="2023-09-15T07:31:01.133" v="153" actId="26606"/>
          <ac:spMkLst>
            <pc:docMk/>
            <pc:sldMk cId="2635178293" sldId="262"/>
            <ac:spMk id="12" creationId="{E223798C-12AD-4B0C-A50C-D676347D67CF}"/>
          </ac:spMkLst>
        </pc:spChg>
        <pc:picChg chg="add mod">
          <ac:chgData name="Walter Lu" userId="6e55fa501f30df28" providerId="LiveId" clId="{AFA92CA4-3142-42B2-B66D-E0D418C8ADD6}" dt="2023-09-15T07:31:08.862" v="157" actId="1076"/>
          <ac:picMkLst>
            <pc:docMk/>
            <pc:sldMk cId="2635178293" sldId="262"/>
            <ac:picMk id="5" creationId="{8E60D96F-E795-6B51-5DDC-87B8E30E84D0}"/>
          </ac:picMkLst>
        </pc:picChg>
      </pc:sldChg>
      <pc:sldChg chg="new">
        <pc:chgData name="Walter Lu" userId="6e55fa501f30df28" providerId="LiveId" clId="{AFA92CA4-3142-42B2-B66D-E0D418C8ADD6}" dt="2023-09-15T07:33:00.569" v="163" actId="680"/>
        <pc:sldMkLst>
          <pc:docMk/>
          <pc:sldMk cId="108916135" sldId="263"/>
        </pc:sldMkLst>
      </pc:sldChg>
      <pc:sldChg chg="new">
        <pc:chgData name="Walter Lu" userId="6e55fa501f30df28" providerId="LiveId" clId="{AFA92CA4-3142-42B2-B66D-E0D418C8ADD6}" dt="2023-09-15T07:33:01.528" v="164" actId="680"/>
        <pc:sldMkLst>
          <pc:docMk/>
          <pc:sldMk cId="862750734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515671-DDDD-51D0-36F7-D471CF748B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30B387F-4431-D0E2-42B5-2064F7B5BD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BEBBAD-C7DB-71C8-8A32-05201CA4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FEEDDAA-1BD9-D63E-BDCB-D84DC3B5E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69A573-E9D6-C03A-F04F-1661A15E6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9109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2352E8-FFD1-B5DE-E304-CCF1BBF48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1C1427-6054-BB47-E760-932541962C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0B8FCEE-E8AB-CE74-854F-FFCD72AE3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216F98A-E00D-71DC-A3AB-AC08E124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7031D3C-31F0-3A01-8D81-C38BD49CB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0954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756E85-0EA9-6716-C424-770E80348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C111AF9-365D-BA1E-A39C-72A549485B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A688FE-53F2-FD73-44FB-B51F40E9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21245F-67FA-8CCC-A793-650664A99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904365-75EA-3BA0-78DD-C9ECE46B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590224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86C1B-6381-2E08-42EE-B431E6488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9AF302-5B8D-889C-3450-731FA3793E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95A685B-1B7B-CA6D-ECD4-AEE868749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9B2FCC7-9FE8-2D64-03D5-D64714A67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7BD813-8C5D-2CA2-83FB-D423BDDA3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A277EA-B7EE-757F-A8A8-B11204706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8728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E5BFE8-720E-E3D1-A646-0AB4ACA0A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7D637F-A28B-8219-3CB2-BB977C709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59F3EE-6A8C-1E9A-8F22-43E23DA400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C8E6D04-7089-264C-E3B2-281DACE0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E7A6997-884C-26C2-B933-FE9A880229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9811C36-37DB-5E6D-004C-6A6EC0945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FBF7099-7B26-BDBC-3F8C-7DC39046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5C56A80-239F-8628-6335-5F8036FEA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509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5928C-D2EE-5A51-C8D6-A374BAC0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8A155B7-109F-30CD-3574-32880AD63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7DE640D-C616-0AC5-CF79-9127922B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452E72E-EED9-C419-50E2-565595BEE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156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3C7725C-9C78-9297-2B42-AE317ABF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84985FA-BC82-C5F7-9006-F6A17CDEE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F1F92CB-54C3-02B4-790D-985581C1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79313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080738-F381-7D69-28B1-9E8FD32E6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4474EB-46C1-1C28-25DD-7FB54B145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C083BDC-92F6-1713-85DD-0B3CCB0C5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8CD20F1-8743-AB8B-903D-F1274DE19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EB2DAE-CAC1-F43A-3A4A-AD3199067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C44C342-157E-E56A-7DAE-99E428AC1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837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16227D-9E69-19CD-40C9-7F4D6A5FA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67E6099E-5057-881E-089A-AE5941B8BF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F686963-4CF5-B922-20C1-9C7EDBE2F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6B3FB62-5742-7988-66A4-4AF48AB6B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5D03177-5183-F977-0485-90FF2357B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A093057-A9D8-C762-10A6-66C2A0D1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7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C41CA2-FD9A-BBF6-9DD6-2EB69086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D9A5E11-835B-2390-B979-2E1993673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D73519-A2B2-D9A7-F7A5-845E1E955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FE1766-BD72-06E2-D1ED-CA25566D7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A331F00-0CAB-06B2-AC39-ECA141364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8566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00CFC22-30FE-50D7-9807-7FBAF10809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EDE366D-3647-5550-E4F4-D6AC18A509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61EBE-8427-1238-3791-B33B4E288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B39E802-D099-2026-401E-0F4AE2A2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95171D1-AA36-7DE9-4095-7935A67E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3665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C76C35F-86F1-94D1-ADCF-676B88CF4A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D859609-CA31-C725-EDC5-B1AA1F605C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088FDD-2413-4965-485B-CC181133B9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F0D77D-A856-497C-8E3C-608137167615}" type="datetimeFigureOut">
              <a:rPr lang="zh-TW" altLang="en-US" smtClean="0"/>
              <a:t>2024/10/11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4A39E7-8808-F5CE-7330-8DD0EED0C5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C2967B-3895-1CCC-7474-D20E821E00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56A53-536D-4E51-937A-BDE745A49D7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531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副標題 2">
            <a:extLst>
              <a:ext uri="{FF2B5EF4-FFF2-40B4-BE49-F238E27FC236}">
                <a16:creationId xmlns:a16="http://schemas.microsoft.com/office/drawing/2014/main" id="{39BCB72C-8028-5024-3471-957E25C480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19519" y="792374"/>
            <a:ext cx="3943739" cy="1250303"/>
          </a:xfrm>
        </p:spPr>
        <p:txBody>
          <a:bodyPr>
            <a:normAutofit/>
          </a:bodyPr>
          <a:lstStyle/>
          <a:p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門徒學校 下</a:t>
            </a:r>
            <a:endParaRPr lang="en-US" altLang="zh-TW" sz="3200" b="1" dirty="0">
              <a:solidFill>
                <a:schemeClr val="accent6">
                  <a:lumMod val="7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3200" b="1" dirty="0">
                <a:solidFill>
                  <a:schemeClr val="accent6">
                    <a:lumMod val="7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課程總覽</a:t>
            </a:r>
          </a:p>
        </p:txBody>
      </p:sp>
      <p:pic>
        <p:nvPicPr>
          <p:cNvPr id="1026" name="Picture 2" descr="基道BOOKFINDER - 門徒學校（下）">
            <a:extLst>
              <a:ext uri="{FF2B5EF4-FFF2-40B4-BE49-F238E27FC236}">
                <a16:creationId xmlns:a16="http://schemas.microsoft.com/office/drawing/2014/main" id="{4E718B8F-E321-D483-860A-9DF90218699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34"/>
          <a:stretch/>
        </p:blipFill>
        <p:spPr bwMode="auto">
          <a:xfrm>
            <a:off x="246597" y="306908"/>
            <a:ext cx="4299806" cy="6346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校園網路書房&gt;&gt;商品詳細資料&gt;&gt;征服人生- 校園網路書房">
            <a:extLst>
              <a:ext uri="{FF2B5EF4-FFF2-40B4-BE49-F238E27FC236}">
                <a16:creationId xmlns:a16="http://schemas.microsoft.com/office/drawing/2014/main" id="{0F157FC2-520A-663F-7A68-8A25486C658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7" r="16172"/>
          <a:stretch/>
        </p:blipFill>
        <p:spPr bwMode="auto">
          <a:xfrm>
            <a:off x="9264073" y="3181419"/>
            <a:ext cx="2438400" cy="3562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3E5C70C-50F2-A931-DE0B-E81B3CBA3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0327" y="157290"/>
            <a:ext cx="2272146" cy="2887422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6CA06B4-2710-4FBA-2CF7-E8DD12AC66D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1662"/>
          <a:stretch/>
        </p:blipFill>
        <p:spPr>
          <a:xfrm>
            <a:off x="4637451" y="2042676"/>
            <a:ext cx="3201202" cy="4610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562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1" name="內容版面配置區 10" descr="一張含有 文字, 螢幕擷取畫面, 字型, 數字 的圖片&#10;&#10;自動產生的描述">
            <a:extLst>
              <a:ext uri="{FF2B5EF4-FFF2-40B4-BE49-F238E27FC236}">
                <a16:creationId xmlns:a16="http://schemas.microsoft.com/office/drawing/2014/main" id="{90094EFD-5562-C08B-AC6C-3421B3530F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538" r="1" b="1"/>
          <a:stretch/>
        </p:blipFill>
        <p:spPr>
          <a:xfrm>
            <a:off x="-1504" y="0"/>
            <a:ext cx="12191980" cy="6858000"/>
          </a:xfrm>
          <a:prstGeom prst="rect">
            <a:avLst/>
          </a:prstGeom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2619D6F4-C741-1430-4DF2-BE4EA2CF7EF8}"/>
              </a:ext>
            </a:extLst>
          </p:cNvPr>
          <p:cNvSpPr txBox="1"/>
          <p:nvPr/>
        </p:nvSpPr>
        <p:spPr>
          <a:xfrm>
            <a:off x="1025236" y="1588502"/>
            <a:ext cx="1653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幸福營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937361-892E-AAAB-9256-760E3C5B1062}"/>
              </a:ext>
            </a:extLst>
          </p:cNvPr>
          <p:cNvSpPr txBox="1"/>
          <p:nvPr/>
        </p:nvSpPr>
        <p:spPr>
          <a:xfrm>
            <a:off x="1025236" y="2572174"/>
            <a:ext cx="1653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清泉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101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7823DD75-6F96-DBFD-F9F1-6B4EF5F30245}"/>
              </a:ext>
            </a:extLst>
          </p:cNvPr>
          <p:cNvSpPr txBox="1"/>
          <p:nvPr/>
        </p:nvSpPr>
        <p:spPr>
          <a:xfrm>
            <a:off x="1025236" y="3824162"/>
            <a:ext cx="1653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清泉 </a:t>
            </a:r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103</a:t>
            </a:r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47CA515-847B-D47E-1FEA-F8B4D5406FA2}"/>
              </a:ext>
            </a:extLst>
          </p:cNvPr>
          <p:cNvSpPr txBox="1"/>
          <p:nvPr/>
        </p:nvSpPr>
        <p:spPr>
          <a:xfrm>
            <a:off x="1935017" y="2921169"/>
            <a:ext cx="909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退休會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F044C5C-3C35-DB77-CD5C-D7D8D6ABC52A}"/>
              </a:ext>
            </a:extLst>
          </p:cNvPr>
          <p:cNvSpPr txBox="1"/>
          <p:nvPr/>
        </p:nvSpPr>
        <p:spPr>
          <a:xfrm>
            <a:off x="1935016" y="4150648"/>
            <a:ext cx="9097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退休會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EA087DE-E584-B3D3-C6BD-73C1276C2AF9}"/>
              </a:ext>
            </a:extLst>
          </p:cNvPr>
          <p:cNvSpPr txBox="1"/>
          <p:nvPr/>
        </p:nvSpPr>
        <p:spPr>
          <a:xfrm>
            <a:off x="9793638" y="2300668"/>
            <a:ext cx="165331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BEST</a:t>
            </a:r>
          </a:p>
          <a:p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幸福同工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幸福福長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2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小組長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zh-TW" altLang="en-US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8245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617966-30E4-D8B8-ED24-6308FB357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00" y="111125"/>
            <a:ext cx="10515600" cy="1325563"/>
          </a:xfrm>
        </p:spPr>
        <p:txBody>
          <a:bodyPr>
            <a:normAutofit/>
          </a:bodyPr>
          <a:lstStyle/>
          <a:p>
            <a:r>
              <a:rPr lang="zh-TW" altLang="en-US" sz="2800" dirty="0">
                <a:effectLst/>
                <a:latin typeface="Times New Roman" panose="02020603050405020304" pitchFamily="18" charset="0"/>
                <a:ea typeface="華康新特明體"/>
                <a:cs typeface="Times New Roman" panose="02020603050405020304" pitchFamily="18" charset="0"/>
              </a:rPr>
              <a:t>    </a:t>
            </a:r>
            <a:r>
              <a:rPr lang="zh-TW" altLang="zh-TW" sz="2800" dirty="0">
                <a:effectLst/>
                <a:latin typeface="Times New Roman" panose="02020603050405020304" pitchFamily="18" charset="0"/>
                <a:ea typeface="華康新特明體"/>
                <a:cs typeface="Times New Roman" panose="02020603050405020304" pitchFamily="18" charset="0"/>
              </a:rPr>
              <a:t>門徒學校（下）課程總覽</a:t>
            </a:r>
            <a:endParaRPr lang="zh-TW" altLang="en-US" sz="6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E217671-F9F9-98A0-EE81-9D76EBEA1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1169956"/>
              </p:ext>
            </p:extLst>
          </p:nvPr>
        </p:nvGraphicFramePr>
        <p:xfrm>
          <a:off x="1209040" y="1469676"/>
          <a:ext cx="9885680" cy="471776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457170886"/>
                    </a:ext>
                  </a:extLst>
                </a:gridCol>
                <a:gridCol w="8209280">
                  <a:extLst>
                    <a:ext uri="{9D8B030D-6E8A-4147-A177-3AD203B41FA5}">
                      <a16:colId xmlns:a16="http://schemas.microsoft.com/office/drawing/2014/main" val="2553129768"/>
                    </a:ext>
                  </a:extLst>
                </a:gridCol>
              </a:tblGrid>
              <a:tr h="1016983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TW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教</a:t>
                      </a:r>
                      <a:r>
                        <a:rPr lang="zh-TW" altLang="en-US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zh-TW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材</a:t>
                      </a:r>
                      <a:endParaRPr lang="zh-TW" sz="2400" b="1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71755" marB="71755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>
                        <a:lnSpc>
                          <a:spcPts val="2000"/>
                        </a:lnSpc>
                      </a:pPr>
                      <a:r>
                        <a:rPr lang="zh-TW" sz="24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《門徒學校（下）》、《幸福小組實作祕笈》</a:t>
                      </a:r>
                      <a:endParaRPr lang="zh-TW" sz="24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71755" marB="71755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948886"/>
                  </a:ext>
                </a:extLst>
              </a:tr>
              <a:tr h="1016983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TW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書</a:t>
                      </a:r>
                      <a:r>
                        <a:rPr lang="zh-TW" altLang="en-US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zh-TW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籍</a:t>
                      </a:r>
                      <a:endParaRPr lang="zh-TW" sz="2400" b="1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71755" marB="71755" anchor="ctr"/>
                </a:tc>
                <a:tc>
                  <a:txBody>
                    <a:bodyPr/>
                    <a:lstStyle/>
                    <a:p>
                      <a:pPr lvl="1" algn="just">
                        <a:lnSpc>
                          <a:spcPts val="2000"/>
                        </a:lnSpc>
                      </a:pPr>
                      <a:r>
                        <a:rPr lang="zh-TW" sz="24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《祭祖的真義》、《征服人生》</a:t>
                      </a:r>
                      <a:endParaRPr lang="zh-TW" sz="24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71755" marB="71755" anchor="ctr"/>
                </a:tc>
                <a:extLst>
                  <a:ext uri="{0D108BD9-81ED-4DB2-BD59-A6C34878D82A}">
                    <a16:rowId xmlns:a16="http://schemas.microsoft.com/office/drawing/2014/main" val="1214471073"/>
                  </a:ext>
                </a:extLst>
              </a:tr>
              <a:tr h="1666814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TW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目</a:t>
                      </a:r>
                      <a:r>
                        <a:rPr lang="zh-TW" altLang="en-US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zh-TW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標</a:t>
                      </a:r>
                      <a:endParaRPr lang="zh-TW" sz="2400" b="1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71755" marB="71755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1" algn="just">
                        <a:lnSpc>
                          <a:spcPts val="2000"/>
                        </a:lnSpc>
                      </a:pPr>
                      <a:r>
                        <a:rPr lang="zh-TW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建立一個明白上帝呼召並認定基督主權，</a:t>
                      </a:r>
                      <a:endParaRPr lang="en-US" altLang="zh-TW" sz="2400" b="1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lvl="1" algn="just">
                        <a:lnSpc>
                          <a:spcPts val="2000"/>
                        </a:lnSpc>
                      </a:pPr>
                      <a:endParaRPr lang="en-US" altLang="zh-TW" sz="2400" b="1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lvl="1" algn="just">
                        <a:lnSpc>
                          <a:spcPts val="2000"/>
                        </a:lnSpc>
                      </a:pPr>
                      <a:r>
                        <a:rPr lang="zh-TW" sz="2400" b="1" dirty="0">
                          <a:effectLst/>
                          <a:latin typeface="Microsoft JhengHei UI"/>
                          <a:ea typeface="Microsoft JhengHei UI"/>
                        </a:rPr>
                        <a:t>且順服及直奔異象的門徒，</a:t>
                      </a:r>
                      <a:r>
                        <a:rPr lang="zh-TW" altLang="en-US" sz="2400" b="1" dirty="0">
                          <a:effectLst/>
                          <a:latin typeface="Microsoft JhengHei UI"/>
                          <a:ea typeface="Microsoft JhengHei UI"/>
                        </a:rPr>
                        <a:t>活出大誡命遵行大使命</a:t>
                      </a:r>
                      <a:r>
                        <a:rPr lang="zh-TW" sz="2400" b="1" dirty="0">
                          <a:effectLst/>
                          <a:latin typeface="Microsoft JhengHei UI"/>
                          <a:ea typeface="Microsoft JhengHei UI"/>
                        </a:rPr>
                        <a:t>。</a:t>
                      </a:r>
                      <a:endParaRPr lang="zh-TW" sz="2400" b="1" dirty="0">
                        <a:effectLst/>
                        <a:latin typeface="Microsoft JhengHei UI"/>
                        <a:ea typeface="Microsoft JhengHei UI"/>
                        <a:cs typeface="Times New Roman" panose="02020603050405020304" pitchFamily="18" charset="0"/>
                      </a:endParaRPr>
                    </a:p>
                  </a:txBody>
                  <a:tcPr marL="68580" marR="68580" marT="71755" marB="71755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4814097"/>
                  </a:ext>
                </a:extLst>
              </a:tr>
              <a:tr h="1016983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TW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期</a:t>
                      </a:r>
                      <a:r>
                        <a:rPr lang="zh-TW" altLang="en-US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</a:t>
                      </a:r>
                      <a:r>
                        <a:rPr lang="zh-TW" sz="2400" b="1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間</a:t>
                      </a:r>
                      <a:endParaRPr lang="zh-TW" sz="2400" b="1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71755" marB="71755" anchor="ctr"/>
                </a:tc>
                <a:tc>
                  <a:txBody>
                    <a:bodyPr/>
                    <a:lstStyle/>
                    <a:p>
                      <a:pPr lvl="1" algn="just">
                        <a:lnSpc>
                          <a:spcPts val="2000"/>
                        </a:lnSpc>
                      </a:pPr>
                      <a:r>
                        <a:rPr lang="zh-TW" sz="24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十週，每週</a:t>
                      </a:r>
                      <a:r>
                        <a:rPr lang="en-US" sz="24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120</a:t>
                      </a:r>
                      <a:r>
                        <a:rPr lang="zh-TW" sz="24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分鐘</a:t>
                      </a:r>
                      <a:endParaRPr lang="zh-TW" sz="24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71755" marB="71755" anchor="ctr"/>
                </a:tc>
                <a:extLst>
                  <a:ext uri="{0D108BD9-81ED-4DB2-BD59-A6C34878D82A}">
                    <a16:rowId xmlns:a16="http://schemas.microsoft.com/office/drawing/2014/main" val="28647394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06386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內容版面配置區 4">
            <a:extLst>
              <a:ext uri="{FF2B5EF4-FFF2-40B4-BE49-F238E27FC236}">
                <a16:creationId xmlns:a16="http://schemas.microsoft.com/office/drawing/2014/main" id="{31321DF9-37E5-2E02-E137-3C5C96DA45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5068459"/>
              </p:ext>
            </p:extLst>
          </p:nvPr>
        </p:nvGraphicFramePr>
        <p:xfrm>
          <a:off x="457670" y="1985575"/>
          <a:ext cx="1151976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0154">
                  <a:extLst>
                    <a:ext uri="{9D8B030D-6E8A-4147-A177-3AD203B41FA5}">
                      <a16:colId xmlns:a16="http://schemas.microsoft.com/office/drawing/2014/main" val="1130461036"/>
                    </a:ext>
                  </a:extLst>
                </a:gridCol>
                <a:gridCol w="8989606">
                  <a:extLst>
                    <a:ext uri="{9D8B030D-6E8A-4147-A177-3AD203B41FA5}">
                      <a16:colId xmlns:a16="http://schemas.microsoft.com/office/drawing/2014/main" val="1544915428"/>
                    </a:ext>
                  </a:extLst>
                </a:gridCol>
              </a:tblGrid>
              <a:tr h="1128776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2800" b="1" i="0">
                          <a:effectLst/>
                          <a:latin typeface="Microsoft JhengHei"/>
                          <a:ea typeface="Microsoft JhengHei"/>
                        </a:rPr>
                        <a:t>期間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 </a:t>
                      </a:r>
                      <a:endParaRPr lang="zh-TW" altLang="en-US" sz="3600">
                        <a:effectLst/>
                        <a:latin typeface="Microsoft JhengHei"/>
                        <a:ea typeface="Microsoft JhengHei"/>
                      </a:endParaRPr>
                    </a:p>
                  </a:txBody>
                  <a:tcPr marL="167640" marR="167640" marT="83820" marB="838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    十週，每週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120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分鐘 </a:t>
                      </a:r>
                      <a:endParaRPr lang="zh-TW" altLang="en-US" sz="3600">
                        <a:effectLst/>
                        <a:latin typeface="Microsoft JhengHei"/>
                        <a:ea typeface="Microsoft JhengHei"/>
                      </a:endParaRPr>
                    </a:p>
                  </a:txBody>
                  <a:tcPr marL="167640" marR="167640" marT="83820" marB="838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744045"/>
                  </a:ext>
                </a:extLst>
              </a:tr>
              <a:tr h="2693416">
                <a:tc>
                  <a:txBody>
                    <a:bodyPr/>
                    <a:lstStyle/>
                    <a:p>
                      <a:pPr fontAlgn="ctr"/>
                      <a:r>
                        <a:rPr lang="zh-TW" altLang="en-US" sz="2800" b="1" i="0">
                          <a:effectLst/>
                          <a:latin typeface="Microsoft JhengHei"/>
                          <a:ea typeface="Microsoft JhengHei"/>
                        </a:rPr>
                        <a:t>   課程時間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 </a:t>
                      </a:r>
                      <a:endParaRPr lang="zh-TW" altLang="en-US" sz="3600">
                        <a:effectLst/>
                        <a:latin typeface="Microsoft JhengHei"/>
                        <a:ea typeface="Microsoft JhengHei"/>
                      </a:endParaRPr>
                    </a:p>
                    <a:p>
                      <a:pPr algn="ctr" rtl="0" fontAlgn="base"/>
                      <a:r>
                        <a:rPr lang="zh-TW" altLang="en-US" sz="2800" b="1" i="0">
                          <a:effectLst/>
                          <a:latin typeface="Microsoft JhengHei"/>
                          <a:ea typeface="Microsoft JhengHei"/>
                        </a:rPr>
                        <a:t>（</a:t>
                      </a:r>
                      <a:r>
                        <a:rPr lang="en-US" altLang="zh-TW" sz="2800" b="1" i="0" dirty="0">
                          <a:effectLst/>
                          <a:latin typeface="Microsoft JhengHei"/>
                        </a:rPr>
                        <a:t>120</a:t>
                      </a:r>
                      <a:r>
                        <a:rPr lang="zh-TW" altLang="en-US" sz="2800" b="1" i="0">
                          <a:effectLst/>
                          <a:latin typeface="Microsoft JhengHei"/>
                          <a:ea typeface="Microsoft JhengHei"/>
                        </a:rPr>
                        <a:t>分鐘）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 </a:t>
                      </a:r>
                    </a:p>
                  </a:txBody>
                  <a:tcPr marL="167640" marR="167640" marT="83820" marB="838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 破冰（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10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分鐘） </a:t>
                      </a:r>
                    </a:p>
                    <a:p>
                      <a:pPr marL="0" lvl="0" indent="0" algn="just" rtl="0" fontAlgn="base">
                        <a:buNone/>
                      </a:pP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 敬拜（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10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分鐘） </a:t>
                      </a:r>
                      <a:endParaRPr lang="zh-TW" altLang="en-US" sz="2800" b="0" i="0" dirty="0">
                        <a:effectLst/>
                        <a:latin typeface="Microsoft JhengHei"/>
                        <a:ea typeface="Microsoft JhengHei"/>
                      </a:endParaRPr>
                    </a:p>
                    <a:p>
                      <a:pPr marL="0" lvl="0" indent="0" algn="just" rtl="0" fontAlgn="base">
                        <a:buNone/>
                      </a:pP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 分享（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20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分鐘）：讀書心得、</a:t>
                      </a:r>
                      <a:r>
                        <a:rPr lang="af-ZA" sz="2800" b="0" i="0" dirty="0">
                          <a:effectLst/>
                          <a:latin typeface="Microsoft JhengHei"/>
                        </a:rPr>
                        <a:t>QT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及見證分享 </a:t>
                      </a:r>
                      <a:endParaRPr lang="zh-TW" altLang="en-US" sz="2800" b="0" i="0" dirty="0">
                        <a:effectLst/>
                        <a:latin typeface="Microsoft JhengHei"/>
                        <a:ea typeface="Microsoft JhengHei"/>
                      </a:endParaRPr>
                    </a:p>
                    <a:p>
                      <a:pPr marL="0" lvl="0" indent="0" algn="just" rtl="0" fontAlgn="base">
                        <a:buNone/>
                      </a:pP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 信息一（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40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分鐘）：課程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35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’＋應用分享及禱告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5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’ </a:t>
                      </a:r>
                      <a:endParaRPr lang="zh-TW" altLang="en-US" sz="2800" b="0" i="0" dirty="0">
                        <a:effectLst/>
                        <a:latin typeface="Microsoft JhengHei"/>
                        <a:ea typeface="Microsoft JhengHei"/>
                      </a:endParaRPr>
                    </a:p>
                    <a:p>
                      <a:pPr marL="0" lvl="0" indent="0" algn="just" rtl="0" fontAlgn="base">
                        <a:buNone/>
                      </a:pP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 信息二（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40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分鐘）：課程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35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’＋應用分享及禱告</a:t>
                      </a:r>
                      <a:r>
                        <a:rPr lang="en-US" altLang="zh-TW" sz="2800" b="0" i="0" dirty="0">
                          <a:effectLst/>
                          <a:latin typeface="Microsoft JhengHei"/>
                        </a:rPr>
                        <a:t>5</a:t>
                      </a:r>
                      <a:r>
                        <a:rPr lang="zh-TW" altLang="en-US" sz="2800" b="0" i="0">
                          <a:effectLst/>
                          <a:latin typeface="Microsoft JhengHei"/>
                          <a:ea typeface="Microsoft JhengHei"/>
                        </a:rPr>
                        <a:t>’ </a:t>
                      </a:r>
                      <a:endParaRPr lang="zh-TW" altLang="en-US" sz="2800" b="0" i="0" dirty="0">
                        <a:effectLst/>
                        <a:latin typeface="Microsoft JhengHei"/>
                        <a:ea typeface="Microsoft JhengHei"/>
                      </a:endParaRPr>
                    </a:p>
                  </a:txBody>
                  <a:tcPr marL="167640" marR="167640" marT="83820" marB="8382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772643"/>
                  </a:ext>
                </a:extLst>
              </a:tr>
            </a:tbl>
          </a:graphicData>
        </a:graphic>
      </p:graphicFrame>
      <p:sp>
        <p:nvSpPr>
          <p:cNvPr id="7" name="標題 1">
            <a:extLst>
              <a:ext uri="{FF2B5EF4-FFF2-40B4-BE49-F238E27FC236}">
                <a16:creationId xmlns:a16="http://schemas.microsoft.com/office/drawing/2014/main" id="{9EF7246C-1C64-0864-7375-1D8369D35127}"/>
              </a:ext>
            </a:extLst>
          </p:cNvPr>
          <p:cNvSpPr txBox="1">
            <a:spLocks/>
          </p:cNvSpPr>
          <p:nvPr/>
        </p:nvSpPr>
        <p:spPr>
          <a:xfrm>
            <a:off x="590531" y="263960"/>
            <a:ext cx="706372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1200"/>
              </a:spcAft>
            </a:pPr>
            <a:r>
              <a:rPr lang="zh-TW" altLang="en-US" sz="3600">
                <a:solidFill>
                  <a:srgbClr val="FFFFFF"/>
                </a:solidFill>
                <a:latin typeface="Microsoft JhengHei UI"/>
                <a:ea typeface="Microsoft JhengHei UI"/>
              </a:rPr>
              <a:t>門徒學校（下）課程時間安排</a:t>
            </a:r>
            <a:endParaRPr lang="en-US" altLang="zh-TW" sz="3600" dirty="0">
              <a:solidFill>
                <a:srgbClr val="FFFFFF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58227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C78954FF-0658-C42C-41DE-DEDD6077A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1200"/>
              </a:spcAft>
            </a:pPr>
            <a:r>
              <a:rPr lang="zh-TW" altLang="en-US" sz="3600" kern="1200" dirty="0">
                <a:solidFill>
                  <a:srgbClr val="FFFFFF"/>
                </a:solidFill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門徒學校（下）自我檢查表</a:t>
            </a:r>
            <a:endParaRPr lang="en-US" altLang="zh-TW" sz="3600" kern="1200" dirty="0">
              <a:solidFill>
                <a:srgbClr val="FFFFFF"/>
              </a:solidFill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pic>
        <p:nvPicPr>
          <p:cNvPr id="6" name="圖片 5" descr="一張含有 文字, 螢幕擷取畫面, 數字, 字型 的圖片&#10;&#10;自動產生的描述">
            <a:extLst>
              <a:ext uri="{FF2B5EF4-FFF2-40B4-BE49-F238E27FC236}">
                <a16:creationId xmlns:a16="http://schemas.microsoft.com/office/drawing/2014/main" id="{845E9904-DBBF-22EB-3E09-6DF44542F5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77" y="1732612"/>
            <a:ext cx="8786183" cy="5003467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3D055D4-B4BF-1CE0-F08E-3E87E49B5177}"/>
              </a:ext>
            </a:extLst>
          </p:cNvPr>
          <p:cNvSpPr txBox="1"/>
          <p:nvPr/>
        </p:nvSpPr>
        <p:spPr>
          <a:xfrm>
            <a:off x="9946640" y="4676894"/>
            <a:ext cx="17881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altLang="zh-TW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&gt;265</a:t>
            </a:r>
            <a:r>
              <a:rPr lang="zh-TW" altLang="zh-TW" dirty="0">
                <a:effectLst/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分</a:t>
            </a:r>
            <a:endParaRPr lang="en-US" altLang="zh-TW" dirty="0">
              <a:effectLst/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27 /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週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4214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 descr="一張含有 文字, 螢幕擷取畫面, 數字, 字型 的圖片&#10;&#10;自動產生的描述">
            <a:extLst>
              <a:ext uri="{FF2B5EF4-FFF2-40B4-BE49-F238E27FC236}">
                <a16:creationId xmlns:a16="http://schemas.microsoft.com/office/drawing/2014/main" id="{962655D0-C1EC-9ACE-7186-2E97F71C9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676" y="221674"/>
            <a:ext cx="11675120" cy="638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750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18F58A0-7162-9572-218C-4DF4B4F7B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2963" y="3842326"/>
            <a:ext cx="9331960" cy="23207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回家作業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讀書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｜祭祖的真義、征服人生   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	20min</a:t>
            </a:r>
          </a:p>
          <a:p>
            <a:pPr lvl="1"/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備課 ｜抄寫經文、背經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		20min	</a:t>
            </a:r>
          </a:p>
          <a:p>
            <a:pPr lvl="1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QT –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讀經釋義 </a:t>
            </a:r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/ </a:t>
            </a:r>
            <a:r>
              <a:rPr lang="zh-TW" altLang="en-US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個人讀經進度</a:t>
            </a:r>
            <a:endParaRPr lang="en-US" altLang="zh-TW" dirty="0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  <a:p>
            <a:pPr lvl="1"/>
            <a:r>
              <a:rPr lang="en-US" altLang="zh-TW" dirty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3x3 / RPG </a:t>
            </a:r>
            <a:endParaRPr lang="en-US" altLang="zh-TW" dirty="0"/>
          </a:p>
          <a:p>
            <a:endParaRPr lang="zh-TW" altLang="en-US" dirty="0"/>
          </a:p>
        </p:txBody>
      </p:sp>
      <p:graphicFrame>
        <p:nvGraphicFramePr>
          <p:cNvPr id="4" name="內容版面配置區 3">
            <a:extLst>
              <a:ext uri="{FF2B5EF4-FFF2-40B4-BE49-F238E27FC236}">
                <a16:creationId xmlns:a16="http://schemas.microsoft.com/office/drawing/2014/main" id="{5A0B6830-E428-EE7A-F35D-41889B3D197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4455618"/>
              </p:ext>
            </p:extLst>
          </p:nvPr>
        </p:nvGraphicFramePr>
        <p:xfrm>
          <a:off x="489527" y="198945"/>
          <a:ext cx="11074399" cy="30725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2451">
                  <a:extLst>
                    <a:ext uri="{9D8B030D-6E8A-4147-A177-3AD203B41FA5}">
                      <a16:colId xmlns:a16="http://schemas.microsoft.com/office/drawing/2014/main" val="2668743696"/>
                    </a:ext>
                  </a:extLst>
                </a:gridCol>
                <a:gridCol w="8881948">
                  <a:extLst>
                    <a:ext uri="{9D8B030D-6E8A-4147-A177-3AD203B41FA5}">
                      <a16:colId xmlns:a16="http://schemas.microsoft.com/office/drawing/2014/main" val="3329014220"/>
                    </a:ext>
                  </a:extLst>
                </a:gridCol>
              </a:tblGrid>
              <a:tr h="1796567">
                <a:tc>
                  <a:txBody>
                    <a:bodyPr/>
                    <a:lstStyle/>
                    <a:p>
                      <a:pPr algn="ctr">
                        <a:lnSpc>
                          <a:spcPts val="2000"/>
                        </a:lnSpc>
                      </a:pPr>
                      <a:r>
                        <a:rPr lang="zh-TW" sz="180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基本生活</a:t>
                      </a:r>
                      <a:endParaRPr lang="zh-TW" sz="140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8310" marR="48310" marT="50546" marB="50546" anchor="ctr"/>
                </a:tc>
                <a:tc>
                  <a:txBody>
                    <a:bodyPr/>
                    <a:lstStyle/>
                    <a:p>
                      <a:pPr marL="800100" lvl="1" indent="-342900" algn="just">
                        <a:lnSpc>
                          <a:spcPts val="2000"/>
                        </a:lnSpc>
                        <a:buFont typeface="Wingdings" pitchFamily="2" charset="2"/>
                        <a:buChar char=""/>
                        <a:tabLst>
                          <a:tab pos="212725" algn="l"/>
                        </a:tabLst>
                      </a:pP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聚會：參加主日、細胞小組、神蹟禱告會、幸福小組</a:t>
                      </a:r>
                      <a:endParaRPr lang="zh-TW" sz="14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800100" lvl="1" indent="-342900" algn="just">
                        <a:lnSpc>
                          <a:spcPts val="2000"/>
                        </a:lnSpc>
                        <a:buFont typeface="Wingdings" pitchFamily="2" charset="2"/>
                        <a:buChar char=""/>
                        <a:tabLst>
                          <a:tab pos="212725" algn="l"/>
                        </a:tabLst>
                      </a:pP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禱告：每週五天以上（每天</a:t>
                      </a:r>
                      <a:r>
                        <a:rPr lang="en-US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15</a:t>
                      </a: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分鐘）</a:t>
                      </a:r>
                      <a:endParaRPr lang="zh-TW" sz="14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800100" lvl="1" indent="-342900" algn="just">
                        <a:lnSpc>
                          <a:spcPts val="2000"/>
                        </a:lnSpc>
                        <a:buFont typeface="Wingdings" pitchFamily="2" charset="2"/>
                        <a:buChar char=""/>
                        <a:tabLst>
                          <a:tab pos="212725" algn="l"/>
                        </a:tabLst>
                      </a:pPr>
                      <a:r>
                        <a:rPr lang="en-US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QT</a:t>
                      </a: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：《活潑的生命》每週五天以上</a:t>
                      </a:r>
                      <a:endParaRPr lang="zh-TW" sz="14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800100" lvl="1" indent="-342900" algn="just">
                        <a:lnSpc>
                          <a:spcPts val="2000"/>
                        </a:lnSpc>
                        <a:buFont typeface="Wingdings" pitchFamily="2" charset="2"/>
                        <a:buChar char=""/>
                        <a:tabLst>
                          <a:tab pos="212725" algn="l"/>
                        </a:tabLst>
                      </a:pP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委身服事：參與教會各樣服事</a:t>
                      </a:r>
                      <a:endParaRPr lang="zh-TW" sz="14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8310" marR="48310" marT="50546" marB="50546" anchor="ctr"/>
                </a:tc>
                <a:extLst>
                  <a:ext uri="{0D108BD9-81ED-4DB2-BD59-A6C34878D82A}">
                    <a16:rowId xmlns:a16="http://schemas.microsoft.com/office/drawing/2014/main" val="198773398"/>
                  </a:ext>
                </a:extLst>
              </a:tr>
              <a:tr h="1276006">
                <a:tc>
                  <a:txBody>
                    <a:bodyPr/>
                    <a:lstStyle/>
                    <a:p>
                      <a:pPr indent="20955" algn="ctr">
                        <a:lnSpc>
                          <a:spcPts val="2000"/>
                        </a:lnSpc>
                      </a:pP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結業標準</a:t>
                      </a:r>
                      <a:endParaRPr lang="zh-TW" sz="14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  <a:cs typeface="Times New Roman" panose="02020603050405020304" pitchFamily="18" charset="0"/>
                      </a:endParaRPr>
                    </a:p>
                  </a:txBody>
                  <a:tcPr marL="48310" marR="48310" marT="50546" marB="50546" anchor="ctr"/>
                </a:tc>
                <a:tc>
                  <a:txBody>
                    <a:bodyPr/>
                    <a:lstStyle/>
                    <a:p>
                      <a:pPr marL="800100" lvl="1" indent="-342900" algn="just">
                        <a:lnSpc>
                          <a:spcPts val="2000"/>
                        </a:lnSpc>
                        <a:buFont typeface="Wingdings" pitchFamily="2" charset="2"/>
                        <a:buChar char=""/>
                        <a:tabLst>
                          <a:tab pos="212725" algn="l"/>
                        </a:tabLst>
                      </a:pP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課程期間，缺席不超過</a:t>
                      </a:r>
                      <a:r>
                        <a:rPr lang="en-US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 2 </a:t>
                      </a: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次（缺席</a:t>
                      </a:r>
                      <a:r>
                        <a:rPr lang="en-US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3</a:t>
                      </a:r>
                      <a:r>
                        <a:rPr lang="zh-TW" alt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次</a:t>
                      </a:r>
                      <a:r>
                        <a:rPr lang="en-US" sz="1800" dirty="0" err="1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以上</a:t>
                      </a: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需補課）。</a:t>
                      </a:r>
                      <a:endParaRPr lang="zh-TW" sz="14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  <a:p>
                      <a:pPr marL="800100" lvl="1" indent="-342900" algn="just">
                        <a:lnSpc>
                          <a:spcPts val="2000"/>
                        </a:lnSpc>
                        <a:buFont typeface="Wingdings" pitchFamily="2" charset="2"/>
                        <a:buChar char=""/>
                        <a:tabLst>
                          <a:tab pos="212725" algn="l"/>
                        </a:tabLst>
                      </a:pP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課程結業結算分數，分數不得低於</a:t>
                      </a:r>
                      <a:r>
                        <a:rPr lang="en-US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265</a:t>
                      </a:r>
                      <a:r>
                        <a:rPr lang="zh-TW" sz="1800" dirty="0">
                          <a:effectLst/>
                          <a:latin typeface="Microsoft JhengHei UI" panose="020B0604030504040204" pitchFamily="34" charset="-120"/>
                          <a:ea typeface="Microsoft JhengHei UI" panose="020B0604030504040204" pitchFamily="34" charset="-120"/>
                        </a:rPr>
                        <a:t>分</a:t>
                      </a:r>
                      <a:endParaRPr lang="en-US" altLang="zh-TW" sz="1800" dirty="0">
                        <a:effectLst/>
                        <a:latin typeface="Microsoft JhengHei UI" panose="020B0604030504040204" pitchFamily="34" charset="-120"/>
                        <a:ea typeface="Microsoft JhengHei UI" panose="020B0604030504040204" pitchFamily="34" charset="-120"/>
                      </a:endParaRPr>
                    </a:p>
                  </a:txBody>
                  <a:tcPr marL="48310" marR="48310" marT="50546" marB="50546" anchor="ctr"/>
                </a:tc>
                <a:extLst>
                  <a:ext uri="{0D108BD9-81ED-4DB2-BD59-A6C34878D82A}">
                    <a16:rowId xmlns:a16="http://schemas.microsoft.com/office/drawing/2014/main" val="128277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916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內容版面配置區 4" descr="一張含有 文字, 圖畫, 美工圖案, 寫生 的圖片&#10;&#10;自動產生的描述">
            <a:extLst>
              <a:ext uri="{FF2B5EF4-FFF2-40B4-BE49-F238E27FC236}">
                <a16:creationId xmlns:a16="http://schemas.microsoft.com/office/drawing/2014/main" id="{88B2D3C4-D6D2-9694-F225-98BF546F3F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5"/>
          <a:stretch/>
        </p:blipFill>
        <p:spPr>
          <a:xfrm>
            <a:off x="2941781" y="563418"/>
            <a:ext cx="6350156" cy="581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83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圖片 3" descr="一張含有 寫生, 圖畫, 圖解, 文字 的圖片&#10;&#10;自動產生的描述">
            <a:extLst>
              <a:ext uri="{FF2B5EF4-FFF2-40B4-BE49-F238E27FC236}">
                <a16:creationId xmlns:a16="http://schemas.microsoft.com/office/drawing/2014/main" id="{3B8EC162-3120-FB9E-AE3E-6EB2FB340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1641"/>
            <a:ext cx="5294716" cy="5294716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圖片 5" descr="一張含有 寫生, 圖畫, 線條藝術, 美工圖案 的圖片&#10;&#10;自動產生的描述">
            <a:extLst>
              <a:ext uri="{FF2B5EF4-FFF2-40B4-BE49-F238E27FC236}">
                <a16:creationId xmlns:a16="http://schemas.microsoft.com/office/drawing/2014/main" id="{6EB842B9-7164-5EEF-96BD-51B430052D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781642"/>
            <a:ext cx="5294715" cy="529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585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9F529C3-C941-49FD-8C67-82F134F64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50000"/>
              <a:lumOff val="5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586029-32A0-47E5-9AEC-AE3ABA6B9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 w="9525">
            <a:noFill/>
          </a:ln>
          <a:effectLst>
            <a:outerShdw blurRad="63500" dist="17780" dir="5400000" algn="t" rotWithShape="0">
              <a:prstClr val="black">
                <a:alpha val="4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圖片 6" descr="一張含有 寫生, 圖畫, 文字, 圖解 的圖片&#10;&#10;自動產生的描述">
            <a:extLst>
              <a:ext uri="{FF2B5EF4-FFF2-40B4-BE49-F238E27FC236}">
                <a16:creationId xmlns:a16="http://schemas.microsoft.com/office/drawing/2014/main" id="{8C9CCD96-7F27-116A-873E-E2D38E292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1641"/>
            <a:ext cx="5294716" cy="5294716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C730EAB-A532-4295-A302-FB4B90DB9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79958" y="1143000"/>
            <a:ext cx="0" cy="4572000"/>
          </a:xfrm>
          <a:prstGeom prst="line">
            <a:avLst/>
          </a:prstGeom>
          <a:ln>
            <a:solidFill>
              <a:srgbClr val="4E4E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圖片 4" descr="一張含有 圖畫, 寫生, 線條藝術, 美工圖案 的圖片&#10;&#10;自動產生的描述">
            <a:extLst>
              <a:ext uri="{FF2B5EF4-FFF2-40B4-BE49-F238E27FC236}">
                <a16:creationId xmlns:a16="http://schemas.microsoft.com/office/drawing/2014/main" id="{F46E2A92-F997-528D-A67D-0E00024D08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817" y="781642"/>
            <a:ext cx="5294715" cy="529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46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圖畫, 寫生, 美工圖案, 線條藝術 的圖片&#10;&#10;自動產生的描述">
            <a:extLst>
              <a:ext uri="{FF2B5EF4-FFF2-40B4-BE49-F238E27FC236}">
                <a16:creationId xmlns:a16="http://schemas.microsoft.com/office/drawing/2014/main" id="{8E60D96F-E795-6B51-5DDC-87B8E30E84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927" y="0"/>
            <a:ext cx="6831909" cy="683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51782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C5476D-4056-CE9C-9A7D-0775DF17B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171" y="658511"/>
            <a:ext cx="3326936" cy="453505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kumimoji="1" lang="zh-TW" altLang="en-US" sz="8800" b="1" dirty="0">
                <a:solidFill>
                  <a:schemeClr val="accent2"/>
                </a:solidFill>
                <a:latin typeface="Microsoft JhengHei UI"/>
                <a:ea typeface="Microsoft JhengHei UI"/>
              </a:rPr>
              <a:t>過程</a:t>
            </a:r>
            <a:endParaRPr lang="en-US" altLang="zh-TW" sz="8800" b="1" dirty="0">
              <a:solidFill>
                <a:schemeClr val="accent2"/>
              </a:solidFill>
              <a:latin typeface="Microsoft JhengHei UI"/>
              <a:ea typeface="Microsoft JhengHei UI"/>
            </a:endParaRPr>
          </a:p>
          <a:p>
            <a:pPr marL="0" indent="0">
              <a:buNone/>
            </a:pPr>
            <a:endParaRPr lang="en-US" altLang="zh-TW" sz="8800" b="1" dirty="0">
              <a:solidFill>
                <a:schemeClr val="accent5">
                  <a:lumMod val="50000"/>
                </a:schemeClr>
              </a:solidFill>
              <a:latin typeface="Microsoft JhengHei UI"/>
              <a:ea typeface="Microsoft JhengHei UI"/>
            </a:endParaRPr>
          </a:p>
          <a:p>
            <a:pPr marL="0" indent="0">
              <a:buNone/>
            </a:pPr>
            <a:endParaRPr lang="zh-TW" altLang="en-US" sz="8800" b="1" dirty="0">
              <a:solidFill>
                <a:schemeClr val="accent5">
                  <a:lumMod val="50000"/>
                </a:schemeClr>
              </a:solidFill>
              <a:latin typeface="Microsoft JhengHei UI"/>
              <a:ea typeface="Microsoft JhengHei UI"/>
            </a:endParaRPr>
          </a:p>
          <a:p>
            <a:pPr marL="0" indent="0">
              <a:buNone/>
            </a:pPr>
            <a:r>
              <a:rPr kumimoji="1" lang="zh-TW" altLang="en-US" sz="8800" b="1" dirty="0">
                <a:solidFill>
                  <a:schemeClr val="accent2"/>
                </a:solidFill>
                <a:latin typeface="Microsoft JhengHei UI"/>
                <a:ea typeface="Microsoft JhengHei UI"/>
              </a:rPr>
              <a:t>目的</a:t>
            </a:r>
            <a:endParaRPr lang="zh-TW" altLang="en-US" sz="8800" dirty="0">
              <a:solidFill>
                <a:schemeClr val="accent2"/>
              </a:solidFill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B6B73F1-35E6-8297-D9A5-79191D3DBAB5}"/>
              </a:ext>
            </a:extLst>
          </p:cNvPr>
          <p:cNvSpPr txBox="1"/>
          <p:nvPr/>
        </p:nvSpPr>
        <p:spPr>
          <a:xfrm>
            <a:off x="9686869" y="550371"/>
            <a:ext cx="1761376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4400" b="1" dirty="0">
                <a:solidFill>
                  <a:srgbClr val="532476"/>
                </a:solidFill>
                <a:latin typeface="Microsoft JhengHei UI"/>
                <a:ea typeface="Microsoft JhengHei UI"/>
                <a:cs typeface="Calibri"/>
              </a:rPr>
              <a:t>身份</a:t>
            </a:r>
            <a:endParaRPr lang="zh-TW" altLang="en-US" sz="4400" b="1" dirty="0">
              <a:solidFill>
                <a:srgbClr val="532476"/>
              </a:solidFill>
              <a:latin typeface="Microsoft JhengHei UI"/>
              <a:ea typeface="Microsoft JhengHei UI"/>
            </a:endParaRPr>
          </a:p>
          <a:p>
            <a:pPr algn="ctr"/>
            <a:r>
              <a:rPr lang="zh-TW" altLang="en-US" sz="4400" b="1" dirty="0">
                <a:solidFill>
                  <a:srgbClr val="532476"/>
                </a:solidFill>
                <a:latin typeface="Microsoft JhengHei UI"/>
                <a:ea typeface="Microsoft JhengHei UI"/>
              </a:rPr>
              <a:t>信念</a:t>
            </a:r>
            <a:endParaRPr lang="en-US" altLang="zh-TW" sz="4400" b="1" dirty="0">
              <a:solidFill>
                <a:srgbClr val="532476"/>
              </a:solidFill>
              <a:latin typeface="Microsoft JhengHei UI"/>
              <a:ea typeface="Microsoft JhengHei UI"/>
            </a:endParaRPr>
          </a:p>
          <a:p>
            <a:pPr algn="ctr"/>
            <a:r>
              <a:rPr lang="zh-TW" altLang="en-US" sz="4400" b="1" dirty="0">
                <a:solidFill>
                  <a:srgbClr val="532476"/>
                </a:solidFill>
                <a:latin typeface="Microsoft JhengHei UI"/>
                <a:ea typeface="Microsoft JhengHei UI"/>
              </a:rPr>
              <a:t>能力</a:t>
            </a:r>
            <a:endParaRPr lang="en-US" altLang="zh-TW" sz="4400" b="1" dirty="0">
              <a:solidFill>
                <a:srgbClr val="532476"/>
              </a:solidFill>
              <a:latin typeface="Microsoft JhengHei UI"/>
              <a:ea typeface="Microsoft JhengHei UI"/>
              <a:cs typeface="Calibri"/>
            </a:endParaRPr>
          </a:p>
          <a:p>
            <a:pPr algn="ctr"/>
            <a:r>
              <a:rPr lang="zh-TW" altLang="en-US" sz="4400" b="1" dirty="0">
                <a:solidFill>
                  <a:srgbClr val="532476"/>
                </a:solidFill>
                <a:latin typeface="Microsoft JhengHei UI"/>
                <a:ea typeface="Microsoft JhengHei UI"/>
              </a:rPr>
              <a:t>行為</a:t>
            </a:r>
            <a:endParaRPr lang="en-US" altLang="zh-TW" sz="4400" b="1" dirty="0">
              <a:solidFill>
                <a:srgbClr val="532476"/>
              </a:solidFill>
              <a:latin typeface="Microsoft JhengHei UI"/>
              <a:ea typeface="Microsoft JhengHei UI"/>
            </a:endParaRPr>
          </a:p>
          <a:p>
            <a:pPr algn="ctr"/>
            <a:r>
              <a:rPr lang="zh-TW" altLang="en-US" sz="4400" b="1" dirty="0">
                <a:solidFill>
                  <a:srgbClr val="532476"/>
                </a:solidFill>
                <a:latin typeface="Microsoft JhengHei UI"/>
                <a:ea typeface="Microsoft JhengHei UI"/>
              </a:rPr>
              <a:t>環境</a:t>
            </a:r>
            <a:endParaRPr lang="en-US" altLang="zh-TW" sz="4000" b="1" dirty="0">
              <a:solidFill>
                <a:srgbClr val="532476"/>
              </a:solidFill>
              <a:latin typeface="Microsoft JhengHei UI"/>
              <a:ea typeface="Microsoft JhengHei UI"/>
              <a:cs typeface="Calibri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618897B-58B6-38FB-4ABB-160D06E1E724}"/>
              </a:ext>
            </a:extLst>
          </p:cNvPr>
          <p:cNvSpPr txBox="1"/>
          <p:nvPr/>
        </p:nvSpPr>
        <p:spPr>
          <a:xfrm>
            <a:off x="4836678" y="5245382"/>
            <a:ext cx="687503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TW" altLang="en-US" sz="2800" b="1" dirty="0">
                <a:solidFill>
                  <a:schemeClr val="accent5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  <a:t>盡心盡性盡意盡力 愛神、愛人如己</a:t>
            </a:r>
          </a:p>
          <a:p>
            <a:r>
              <a:rPr lang="zh-TW" sz="2800" b="1" dirty="0">
                <a:solidFill>
                  <a:schemeClr val="accent5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  <a:t>愛與合一中完成大使命</a:t>
            </a:r>
            <a:r>
              <a:rPr lang="zh-TW" altLang="en-US" sz="2800" b="1" dirty="0">
                <a:solidFill>
                  <a:schemeClr val="accent5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  <a:t> </a:t>
            </a:r>
            <a:r>
              <a:rPr lang="en-US" altLang="zh-TW" sz="2800" b="1" dirty="0">
                <a:solidFill>
                  <a:schemeClr val="accent5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  <a:t>-</a:t>
            </a:r>
            <a:r>
              <a:rPr lang="zh-TW" altLang="en-US" sz="2800" b="1" dirty="0">
                <a:solidFill>
                  <a:schemeClr val="accent5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  <a:t> </a:t>
            </a:r>
            <a:r>
              <a:rPr lang="zh-TW" sz="2800" b="1" dirty="0">
                <a:solidFill>
                  <a:schemeClr val="accent5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  <a:t>傳福音 帶門徒</a:t>
            </a:r>
            <a:endParaRPr lang="zh-TW" sz="1400" dirty="0">
              <a:solidFill>
                <a:schemeClr val="accent5">
                  <a:lumMod val="75000"/>
                </a:schemeClr>
              </a:solidFill>
              <a:ea typeface="新細明體"/>
              <a:cs typeface="Calibri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07BE2D-28D2-CCDA-1DD0-B19D40626B93}"/>
              </a:ext>
            </a:extLst>
          </p:cNvPr>
          <p:cNvSpPr txBox="1"/>
          <p:nvPr/>
        </p:nvSpPr>
        <p:spPr>
          <a:xfrm>
            <a:off x="5234823" y="658511"/>
            <a:ext cx="2186247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6600" b="1" dirty="0">
                <a:solidFill>
                  <a:schemeClr val="accent6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  <a:t>改變</a:t>
            </a:r>
            <a:endParaRPr lang="en-US" altLang="zh-TW" sz="6000" b="1" dirty="0">
              <a:solidFill>
                <a:schemeClr val="accent6">
                  <a:lumMod val="75000"/>
                </a:schemeClr>
              </a:solidFill>
              <a:latin typeface="Microsoft JhengHei UI"/>
              <a:ea typeface="Microsoft JhengHei UI"/>
              <a:cs typeface="Calibri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4CBA26E-DC24-2D8A-8DC8-FC471D5190BC}"/>
              </a:ext>
            </a:extLst>
          </p:cNvPr>
          <p:cNvSpPr txBox="1"/>
          <p:nvPr/>
        </p:nvSpPr>
        <p:spPr>
          <a:xfrm>
            <a:off x="474516" y="2685482"/>
            <a:ext cx="872432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altLang="zh-TW" sz="3600" b="1" dirty="0">
                <a:solidFill>
                  <a:srgbClr val="FF0000"/>
                </a:solidFill>
                <a:latin typeface="Microsoft JhengHei UI"/>
                <a:ea typeface="Microsoft JhengHei UI"/>
                <a:cs typeface="Calibri"/>
              </a:rPr>
              <a:t>&gt;&gt;</a:t>
            </a:r>
            <a:r>
              <a:rPr lang="zh-TW" altLang="en-US" sz="3600" b="1" dirty="0">
                <a:solidFill>
                  <a:srgbClr val="FF0000"/>
                </a:solidFill>
                <a:latin typeface="Microsoft JhengHei UI"/>
                <a:ea typeface="Microsoft JhengHei UI"/>
                <a:cs typeface="Calibri"/>
              </a:rPr>
              <a:t>認識真理、建造生命、傳遞福音</a:t>
            </a:r>
            <a:r>
              <a:rPr lang="en-US" altLang="zh-TW" sz="3600" b="1" dirty="0">
                <a:solidFill>
                  <a:srgbClr val="FF0000"/>
                </a:solidFill>
                <a:latin typeface="Microsoft JhengHei UI"/>
                <a:ea typeface="Microsoft JhengHei UI"/>
                <a:cs typeface="Calibri"/>
              </a:rPr>
              <a:t>&lt;&lt;</a:t>
            </a:r>
            <a:endParaRPr lang="en-US" altLang="zh-TW" sz="3200" b="1" dirty="0">
              <a:solidFill>
                <a:srgbClr val="FF0000"/>
              </a:solidFill>
              <a:latin typeface="Microsoft JhengHei UI"/>
              <a:ea typeface="Microsoft JhengHei UI"/>
              <a:cs typeface="Calibr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7A74817-2A26-F3A3-8A7D-927777B8C29E}"/>
              </a:ext>
            </a:extLst>
          </p:cNvPr>
          <p:cNvSpPr txBox="1"/>
          <p:nvPr/>
        </p:nvSpPr>
        <p:spPr>
          <a:xfrm>
            <a:off x="2916551" y="4264867"/>
            <a:ext cx="163391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zh-TW" altLang="en-US" sz="3600" b="1" dirty="0">
                <a:solidFill>
                  <a:schemeClr val="accent5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  <a:t>大誡命</a:t>
            </a:r>
            <a:br>
              <a:rPr lang="en-US" altLang="zh-TW" sz="3600" b="1" dirty="0">
                <a:solidFill>
                  <a:schemeClr val="accent5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</a:br>
            <a:r>
              <a:rPr lang="zh-TW" altLang="en-US" sz="3600" b="1" dirty="0">
                <a:solidFill>
                  <a:schemeClr val="accent5">
                    <a:lumMod val="75000"/>
                  </a:schemeClr>
                </a:solidFill>
                <a:latin typeface="Microsoft JhengHei UI"/>
                <a:ea typeface="Microsoft JhengHei UI"/>
                <a:cs typeface="Calibri"/>
              </a:rPr>
              <a:t>大使命</a:t>
            </a:r>
            <a:endParaRPr lang="zh-TW" dirty="0">
              <a:solidFill>
                <a:schemeClr val="accent5">
                  <a:lumMod val="75000"/>
                </a:schemeClr>
              </a:solidFill>
              <a:ea typeface="新細明體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56975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" grpId="0"/>
      <p:bldP spid="4" grpId="0"/>
      <p:bldP spid="5" grpId="0"/>
      <p:bldP spid="6" grpId="0"/>
      <p:bldP spid="7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362</Words>
  <Application>Microsoft Office PowerPoint</Application>
  <PresentationFormat>寬螢幕</PresentationFormat>
  <Paragraphs>65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22" baseType="lpstr">
      <vt:lpstr>Microsoft JhengHei UI</vt:lpstr>
      <vt:lpstr>微軟正黑體</vt:lpstr>
      <vt:lpstr>微軟正黑體</vt:lpstr>
      <vt:lpstr>新細明體</vt:lpstr>
      <vt:lpstr>Arial</vt:lpstr>
      <vt:lpstr>Calibri</vt:lpstr>
      <vt:lpstr>Calibri Light</vt:lpstr>
      <vt:lpstr>Times New Roman</vt:lpstr>
      <vt:lpstr>Wingdings</vt:lpstr>
      <vt:lpstr>Office 佈景主題</vt:lpstr>
      <vt:lpstr>PowerPoint 簡報</vt:lpstr>
      <vt:lpstr>PowerPoint 簡報</vt:lpstr>
      <vt:lpstr>    門徒學校（下）課程總覽</vt:lpstr>
      <vt:lpstr>PowerPoint 簡報</vt:lpstr>
      <vt:lpstr>門徒學校（下）自我檢查表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Lu Zion</dc:creator>
  <cp:lastModifiedBy>Walter Lu</cp:lastModifiedBy>
  <cp:revision>66</cp:revision>
  <dcterms:created xsi:type="dcterms:W3CDTF">2023-09-13T14:25:50Z</dcterms:created>
  <dcterms:modified xsi:type="dcterms:W3CDTF">2024-10-11T02:00:07Z</dcterms:modified>
</cp:coreProperties>
</file>