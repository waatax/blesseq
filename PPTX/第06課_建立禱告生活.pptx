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445" r:id="rId4"/>
    <p:sldId id="450" r:id="rId5"/>
    <p:sldId id="468" r:id="rId6"/>
    <p:sldId id="469" r:id="rId7"/>
    <p:sldId id="470" r:id="rId8"/>
    <p:sldId id="471" r:id="rId9"/>
    <p:sldId id="472" r:id="rId10"/>
    <p:sldId id="375" r:id="rId11"/>
    <p:sldId id="473" r:id="rId12"/>
    <p:sldId id="474" r:id="rId13"/>
    <p:sldId id="475" r:id="rId14"/>
    <p:sldId id="476" r:id="rId15"/>
    <p:sldId id="477" r:id="rId16"/>
    <p:sldId id="478" r:id="rId17"/>
    <p:sldId id="443" r:id="rId18"/>
    <p:sldId id="446" r:id="rId19"/>
    <p:sldId id="447" r:id="rId20"/>
    <p:sldId id="449" r:id="rId21"/>
    <p:sldId id="451" r:id="rId22"/>
    <p:sldId id="448" r:id="rId23"/>
    <p:sldId id="462" r:id="rId24"/>
    <p:sldId id="453" r:id="rId25"/>
    <p:sldId id="480" r:id="rId26"/>
    <p:sldId id="456" r:id="rId27"/>
    <p:sldId id="481" r:id="rId28"/>
    <p:sldId id="482" r:id="rId29"/>
    <p:sldId id="460" r:id="rId30"/>
    <p:sldId id="483" r:id="rId31"/>
    <p:sldId id="484" r:id="rId32"/>
    <p:sldId id="485" r:id="rId33"/>
    <p:sldId id="288" r:id="rId34"/>
    <p:sldId id="487" r:id="rId35"/>
    <p:sldId id="486" r:id="rId36"/>
    <p:sldId id="488" r:id="rId37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CE008-49FC-406A-A5F1-0B8E42D51671}" v="193" dt="2024-11-10T01:27:02.543"/>
    <p1510:client id="{C7FD70A0-80C1-400E-B3EE-15492E3EFB2A}" v="31" dt="2024-11-10T01:45:31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 autoAdjust="0"/>
    <p:restoredTop sz="94694"/>
  </p:normalViewPr>
  <p:slideViewPr>
    <p:cSldViewPr>
      <p:cViewPr varScale="1">
        <p:scale>
          <a:sx n="127" d="100"/>
          <a:sy n="127" d="100"/>
        </p:scale>
        <p:origin x="103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 Walter" userId="6e55fa501f30df28" providerId="Windows Live" clId="Web-{263CE008-49FC-406A-A5F1-0B8E42D51671}"/>
    <pc:docChg chg="addSld modSld sldOrd">
      <pc:chgData name="Lu Walter" userId="6e55fa501f30df28" providerId="Windows Live" clId="Web-{263CE008-49FC-406A-A5F1-0B8E42D51671}" dt="2024-11-10T01:27:02.543" v="192" actId="1076"/>
      <pc:docMkLst>
        <pc:docMk/>
      </pc:docMkLst>
      <pc:sldChg chg="modSp">
        <pc:chgData name="Lu Walter" userId="6e55fa501f30df28" providerId="Windows Live" clId="Web-{263CE008-49FC-406A-A5F1-0B8E42D51671}" dt="2024-11-10T00:59:16.425" v="1" actId="20577"/>
        <pc:sldMkLst>
          <pc:docMk/>
          <pc:sldMk cId="0" sldId="475"/>
        </pc:sldMkLst>
        <pc:spChg chg="mod">
          <ac:chgData name="Lu Walter" userId="6e55fa501f30df28" providerId="Windows Live" clId="Web-{263CE008-49FC-406A-A5F1-0B8E42D51671}" dt="2024-11-10T00:59:16.425" v="1" actId="20577"/>
          <ac:spMkLst>
            <pc:docMk/>
            <pc:sldMk cId="0" sldId="475"/>
            <ac:spMk id="21506" creationId="{87656A42-8636-38AB-9760-83FA930D454C}"/>
          </ac:spMkLst>
        </pc:spChg>
      </pc:sldChg>
      <pc:sldChg chg="modSp">
        <pc:chgData name="Lu Walter" userId="6e55fa501f30df28" providerId="Windows Live" clId="Web-{263CE008-49FC-406A-A5F1-0B8E42D51671}" dt="2024-11-10T01:27:02.543" v="192" actId="1076"/>
        <pc:sldMkLst>
          <pc:docMk/>
          <pc:sldMk cId="0" sldId="486"/>
        </pc:sldMkLst>
        <pc:spChg chg="mod">
          <ac:chgData name="Lu Walter" userId="6e55fa501f30df28" providerId="Windows Live" clId="Web-{263CE008-49FC-406A-A5F1-0B8E42D51671}" dt="2024-11-10T01:26:59.605" v="191" actId="20577"/>
          <ac:spMkLst>
            <pc:docMk/>
            <pc:sldMk cId="0" sldId="486"/>
            <ac:spMk id="3" creationId="{1D5DFE7E-DA47-33C3-58EF-9DF40B8FAF41}"/>
          </ac:spMkLst>
        </pc:spChg>
        <pc:spChg chg="mod">
          <ac:chgData name="Lu Walter" userId="6e55fa501f30df28" providerId="Windows Live" clId="Web-{263CE008-49FC-406A-A5F1-0B8E42D51671}" dt="2024-11-10T01:27:02.543" v="192" actId="1076"/>
          <ac:spMkLst>
            <pc:docMk/>
            <pc:sldMk cId="0" sldId="486"/>
            <ac:spMk id="43010" creationId="{579A2C28-2585-E1D4-0E17-22E17DD10D01}"/>
          </ac:spMkLst>
        </pc:spChg>
      </pc:sldChg>
      <pc:sldChg chg="addSp modSp new ord addAnim">
        <pc:chgData name="Lu Walter" userId="6e55fa501f30df28" providerId="Windows Live" clId="Web-{263CE008-49FC-406A-A5F1-0B8E42D51671}" dt="2024-11-10T01:24:35.243" v="173"/>
        <pc:sldMkLst>
          <pc:docMk/>
          <pc:sldMk cId="3598849292" sldId="487"/>
        </pc:sldMkLst>
        <pc:spChg chg="mod">
          <ac:chgData name="Lu Walter" userId="6e55fa501f30df28" providerId="Windows Live" clId="Web-{263CE008-49FC-406A-A5F1-0B8E42D51671}" dt="2024-11-10T01:24:09.539" v="167" actId="1076"/>
          <ac:spMkLst>
            <pc:docMk/>
            <pc:sldMk cId="3598849292" sldId="487"/>
            <ac:spMk id="2" creationId="{EB66FC98-0FED-AC06-4E32-076BD9DE205B}"/>
          </ac:spMkLst>
        </pc:spChg>
        <pc:spChg chg="mod">
          <ac:chgData name="Lu Walter" userId="6e55fa501f30df28" providerId="Windows Live" clId="Web-{263CE008-49FC-406A-A5F1-0B8E42D51671}" dt="2024-11-10T01:16:58.198" v="122" actId="1076"/>
          <ac:spMkLst>
            <pc:docMk/>
            <pc:sldMk cId="3598849292" sldId="487"/>
            <ac:spMk id="3" creationId="{96837C5E-2C08-374E-06DC-DBA32A4AA2B3}"/>
          </ac:spMkLst>
        </pc:spChg>
        <pc:spChg chg="add mod">
          <ac:chgData name="Lu Walter" userId="6e55fa501f30df28" providerId="Windows Live" clId="Web-{263CE008-49FC-406A-A5F1-0B8E42D51671}" dt="2024-11-10T01:24:27.899" v="172" actId="1076"/>
          <ac:spMkLst>
            <pc:docMk/>
            <pc:sldMk cId="3598849292" sldId="487"/>
            <ac:spMk id="5" creationId="{796BFC12-38CB-8CC8-B596-1D845E0CFC6D}"/>
          </ac:spMkLst>
        </pc:spChg>
      </pc:sldChg>
    </pc:docChg>
  </pc:docChgLst>
  <pc:docChgLst>
    <pc:chgData name="Lu Walter" userId="6e55fa501f30df28" providerId="Windows Live" clId="Web-{C7FD70A0-80C1-400E-B3EE-15492E3EFB2A}"/>
    <pc:docChg chg="addSld modSld">
      <pc:chgData name="Lu Walter" userId="6e55fa501f30df28" providerId="Windows Live" clId="Web-{C7FD70A0-80C1-400E-B3EE-15492E3EFB2A}" dt="2024-11-10T01:45:31.187" v="29" actId="1076"/>
      <pc:docMkLst>
        <pc:docMk/>
      </pc:docMkLst>
      <pc:sldChg chg="modSp">
        <pc:chgData name="Lu Walter" userId="6e55fa501f30df28" providerId="Windows Live" clId="Web-{C7FD70A0-80C1-400E-B3EE-15492E3EFB2A}" dt="2024-11-10T01:41:40.576" v="4" actId="14100"/>
        <pc:sldMkLst>
          <pc:docMk/>
          <pc:sldMk cId="0" sldId="486"/>
        </pc:sldMkLst>
        <pc:spChg chg="mod">
          <ac:chgData name="Lu Walter" userId="6e55fa501f30df28" providerId="Windows Live" clId="Web-{C7FD70A0-80C1-400E-B3EE-15492E3EFB2A}" dt="2024-11-10T01:41:40.576" v="4" actId="14100"/>
          <ac:spMkLst>
            <pc:docMk/>
            <pc:sldMk cId="0" sldId="486"/>
            <ac:spMk id="3" creationId="{1D5DFE7E-DA47-33C3-58EF-9DF40B8FAF41}"/>
          </ac:spMkLst>
        </pc:spChg>
        <pc:spChg chg="mod">
          <ac:chgData name="Lu Walter" userId="6e55fa501f30df28" providerId="Windows Live" clId="Web-{C7FD70A0-80C1-400E-B3EE-15492E3EFB2A}" dt="2024-11-10T01:41:36.013" v="3" actId="20577"/>
          <ac:spMkLst>
            <pc:docMk/>
            <pc:sldMk cId="0" sldId="486"/>
            <ac:spMk id="43010" creationId="{579A2C28-2585-E1D4-0E17-22E17DD10D01}"/>
          </ac:spMkLst>
        </pc:spChg>
      </pc:sldChg>
      <pc:sldChg chg="delSp modSp new">
        <pc:chgData name="Lu Walter" userId="6e55fa501f30df28" providerId="Windows Live" clId="Web-{C7FD70A0-80C1-400E-B3EE-15492E3EFB2A}" dt="2024-11-10T01:45:31.187" v="29" actId="1076"/>
        <pc:sldMkLst>
          <pc:docMk/>
          <pc:sldMk cId="1153380070" sldId="488"/>
        </pc:sldMkLst>
        <pc:spChg chg="mod">
          <ac:chgData name="Lu Walter" userId="6e55fa501f30df28" providerId="Windows Live" clId="Web-{C7FD70A0-80C1-400E-B3EE-15492E3EFB2A}" dt="2024-11-10T01:45:31.187" v="29" actId="1076"/>
          <ac:spMkLst>
            <pc:docMk/>
            <pc:sldMk cId="1153380070" sldId="488"/>
            <ac:spMk id="2" creationId="{98C16B50-ECBB-D2C3-6BBF-3B749CCEE811}"/>
          </ac:spMkLst>
        </pc:spChg>
        <pc:spChg chg="del">
          <ac:chgData name="Lu Walter" userId="6e55fa501f30df28" providerId="Windows Live" clId="Web-{C7FD70A0-80C1-400E-B3EE-15492E3EFB2A}" dt="2024-11-10T01:43:41.944" v="21"/>
          <ac:spMkLst>
            <pc:docMk/>
            <pc:sldMk cId="1153380070" sldId="488"/>
            <ac:spMk id="3" creationId="{841E5FBB-E357-F939-24D2-57BAE67224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095190B5-3FCD-CF98-090F-919E20AA4CD1}"/>
              </a:ext>
            </a:extLst>
          </p:cNvPr>
          <p:cNvSpPr/>
          <p:nvPr/>
        </p:nvSpPr>
        <p:spPr>
          <a:xfrm>
            <a:off x="0" y="3498850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3" name="群組 15">
            <a:extLst>
              <a:ext uri="{FF2B5EF4-FFF2-40B4-BE49-F238E27FC236}">
                <a16:creationId xmlns:a16="http://schemas.microsoft.com/office/drawing/2014/main" id="{6B85EEF5-FBC3-8D93-9D75-1529C2135EAF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3714750"/>
            <a:ext cx="9147175" cy="1433513"/>
            <a:chOff x="-3765" y="4832896"/>
            <a:chExt cx="9147765" cy="2032192"/>
          </a:xfrm>
        </p:grpSpPr>
        <p:sp>
          <p:nvSpPr>
            <p:cNvPr id="4" name="手繪多邊形 3">
              <a:extLst>
                <a:ext uri="{FF2B5EF4-FFF2-40B4-BE49-F238E27FC236}">
                  <a16:creationId xmlns:a16="http://schemas.microsoft.com/office/drawing/2014/main" id="{A9202309-C4C6-ACC7-B914-2FD1C1C31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986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latin typeface="+mn-lt"/>
                <a:ea typeface="+mn-ea"/>
              </a:endParaRPr>
            </a:p>
          </p:txBody>
        </p:sp>
        <p:sp>
          <p:nvSpPr>
            <p:cNvPr id="5" name="手繪多邊形 4">
              <a:extLst>
                <a:ext uri="{FF2B5EF4-FFF2-40B4-BE49-F238E27FC236}">
                  <a16:creationId xmlns:a16="http://schemas.microsoft.com/office/drawing/2014/main" id="{B4D45CE4-7C4B-6231-D01C-2525AD619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4461"/>
              <a:ext cx="9108074" cy="839433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" name="手繪多邊形 5">
              <a:extLst>
                <a:ext uri="{FF2B5EF4-FFF2-40B4-BE49-F238E27FC236}">
                  <a16:creationId xmlns:a16="http://schemas.microsoft.com/office/drawing/2014/main" id="{FC03B034-1053-B291-EDA9-94CEBDD092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590" y="4877906"/>
              <a:ext cx="9144590" cy="1998434"/>
              <a:chOff x="0" y="3746500"/>
              <a:chExt cx="9144000" cy="1409700"/>
            </a:xfrm>
          </p:grpSpPr>
          <p:pic>
            <p:nvPicPr>
              <p:cNvPr id="8" name="手繪多邊形 5">
                <a:extLst>
                  <a:ext uri="{FF2B5EF4-FFF2-40B4-BE49-F238E27FC236}">
                    <a16:creationId xmlns:a16="http://schemas.microsoft.com/office/drawing/2014/main" id="{1677A244-B85F-6EBA-2AEC-001FCB072FC7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746500"/>
                <a:ext cx="9144000" cy="1409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4D89C0CF-06DA-4ED8-A083-7B2C70C429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751263"/>
                <a:ext cx="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defRPr/>
                </a:pPr>
                <a:endParaRPr kumimoji="0" lang="en-US" altLang="zh-TW">
                  <a:solidFill>
                    <a:srgbClr val="FFFFFF"/>
                  </a:solidFill>
                  <a:latin typeface="Lucida Sans Unicode" panose="020B0602030504020204" pitchFamily="34" charset="0"/>
                </a:endParaRPr>
              </a:p>
            </p:txBody>
          </p:sp>
        </p:grp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F6605BDC-BE9B-1475-1245-FF20A3DED88A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11" name="日期版面配置區 29">
            <a:extLst>
              <a:ext uri="{FF2B5EF4-FFF2-40B4-BE49-F238E27FC236}">
                <a16:creationId xmlns:a16="http://schemas.microsoft.com/office/drawing/2014/main" id="{7D3F8CA7-0CD8-C651-0EDA-A283A289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6577D8D3-0DDD-48C5-ABAB-291BEEE22C9F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12" name="頁尾版面配置區 18">
            <a:extLst>
              <a:ext uri="{FF2B5EF4-FFF2-40B4-BE49-F238E27FC236}">
                <a16:creationId xmlns:a16="http://schemas.microsoft.com/office/drawing/2014/main" id="{F4F37588-790C-BF91-97D8-A35D1FC6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3" name="投影片編號版面配置區 26">
            <a:extLst>
              <a:ext uri="{FF2B5EF4-FFF2-40B4-BE49-F238E27FC236}">
                <a16:creationId xmlns:a16="http://schemas.microsoft.com/office/drawing/2014/main" id="{3612AD62-F7DA-7622-16D3-0ABD0E61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448B679-F51B-47BF-965B-58F8A686C99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4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4B8A20AB-C8AD-20C4-FC2B-562E2F1B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2DD90-AD9E-4893-9350-6BF97B0B7B23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4" name="頁尾版面配置區 21">
            <a:extLst>
              <a:ext uri="{FF2B5EF4-FFF2-40B4-BE49-F238E27FC236}">
                <a16:creationId xmlns:a16="http://schemas.microsoft.com/office/drawing/2014/main" id="{E5472F4B-D632-9F8B-F5BB-31F82400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17">
            <a:extLst>
              <a:ext uri="{FF2B5EF4-FFF2-40B4-BE49-F238E27FC236}">
                <a16:creationId xmlns:a16="http://schemas.microsoft.com/office/drawing/2014/main" id="{04C19974-3338-9602-D8F8-7525B868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106-705F-4600-A1D5-2F9CB1A01F5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8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＞形箭號 1">
            <a:extLst>
              <a:ext uri="{FF2B5EF4-FFF2-40B4-BE49-F238E27FC236}">
                <a16:creationId xmlns:a16="http://schemas.microsoft.com/office/drawing/2014/main" id="{1C93CFCE-5310-91AA-9C96-D9370A45ED44}"/>
              </a:ext>
            </a:extLst>
          </p:cNvPr>
          <p:cNvSpPr/>
          <p:nvPr/>
        </p:nvSpPr>
        <p:spPr>
          <a:xfrm>
            <a:off x="3636963" y="2254250"/>
            <a:ext cx="182562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＞形箭號 2">
            <a:extLst>
              <a:ext uri="{FF2B5EF4-FFF2-40B4-BE49-F238E27FC236}">
                <a16:creationId xmlns:a16="http://schemas.microsoft.com/office/drawing/2014/main" id="{73E06A2B-4E60-D3B6-AAA3-092BCB4C37C5}"/>
              </a:ext>
            </a:extLst>
          </p:cNvPr>
          <p:cNvSpPr/>
          <p:nvPr/>
        </p:nvSpPr>
        <p:spPr>
          <a:xfrm>
            <a:off x="3449638" y="2254250"/>
            <a:ext cx="18415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261245AC-3179-84C6-7033-F593B4AD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42C1A-6AEA-4A2D-8198-C1D2157D4A80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7" name="頁尾版面配置區 4">
            <a:extLst>
              <a:ext uri="{FF2B5EF4-FFF2-40B4-BE49-F238E27FC236}">
                <a16:creationId xmlns:a16="http://schemas.microsoft.com/office/drawing/2014/main" id="{279DE64C-E8E4-5B7F-66E8-53FF12680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421B397-2402-796F-E3AC-5747DDA1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F40AB-5510-4199-B2D7-185A7C697F9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220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4">
            <a:extLst>
              <a:ext uri="{FF2B5EF4-FFF2-40B4-BE49-F238E27FC236}">
                <a16:creationId xmlns:a16="http://schemas.microsoft.com/office/drawing/2014/main" id="{A9E3C856-B889-D0F5-0F43-0F213DD8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7344B-A6B1-4838-83AE-AAF9714B66E2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5">
            <a:extLst>
              <a:ext uri="{FF2B5EF4-FFF2-40B4-BE49-F238E27FC236}">
                <a16:creationId xmlns:a16="http://schemas.microsoft.com/office/drawing/2014/main" id="{FCF20103-9998-2DB6-1534-638D1C15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E7FCBE52-6DDE-5FD9-B4E6-FC7E82D3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06039-B961-4BA4-95C0-88C9A2FA20D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717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CA82383-B559-C57C-C1FC-1EC6545B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D2FF5B-7009-4B8D-8577-FB7E273B178D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85D8892-1941-6C34-AEBC-E9AD3272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931F9AF-C1AF-6A5D-2EA5-5966D39C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223DF-A93E-4A80-8A71-7EEC8298E5D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2158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2">
            <a:extLst>
              <a:ext uri="{FF2B5EF4-FFF2-40B4-BE49-F238E27FC236}">
                <a16:creationId xmlns:a16="http://schemas.microsoft.com/office/drawing/2014/main" id="{FF41DA61-BBA5-B1AE-635B-28DF6FB5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C0992-CE0D-4EB9-B20A-6FD9644838B2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FF05BC97-64ED-5A73-9B97-E6CFC5B3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3A8AF06A-EB9B-2B46-FC3D-3744BFF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3B49F-24CC-4D8F-ADD5-A2B2D7A313F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63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063FBAA9-A390-B12B-C088-CCB52010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992B1-C1F5-4D4E-893C-1477CC4CC7F3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3" name="頁尾版面配置區 21">
            <a:extLst>
              <a:ext uri="{FF2B5EF4-FFF2-40B4-BE49-F238E27FC236}">
                <a16:creationId xmlns:a16="http://schemas.microsoft.com/office/drawing/2014/main" id="{485B2E55-087D-4FDB-B045-B3772845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17">
            <a:extLst>
              <a:ext uri="{FF2B5EF4-FFF2-40B4-BE49-F238E27FC236}">
                <a16:creationId xmlns:a16="http://schemas.microsoft.com/office/drawing/2014/main" id="{8F65AE9D-907E-455A-D33C-1C2ABACC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1965E-EFAE-439B-B943-048F7C2A2D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586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26C60D-C074-5D4D-294D-DEF82609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5FDB1D-91DA-4D3C-BAA3-2E39A1569A22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7D1DBD-7DC9-59B6-E821-12627C5B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4FB9D2-6034-338E-E8A9-85FDE298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77741-31EA-44C2-AEC6-73D0203E35C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3480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 1">
            <a:extLst>
              <a:ext uri="{FF2B5EF4-FFF2-40B4-BE49-F238E27FC236}">
                <a16:creationId xmlns:a16="http://schemas.microsoft.com/office/drawing/2014/main" id="{43E75EB1-BFAB-7C00-8F3B-FC5DEA99BE61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6" name="手繪多邊形 2">
            <a:extLst>
              <a:ext uri="{FF2B5EF4-FFF2-40B4-BE49-F238E27FC236}">
                <a16:creationId xmlns:a16="http://schemas.microsoft.com/office/drawing/2014/main" id="{6C9460BC-94FE-F3A3-1A10-11241BDE0315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7" name="直角三角形 3">
            <a:extLst>
              <a:ext uri="{FF2B5EF4-FFF2-40B4-BE49-F238E27FC236}">
                <a16:creationId xmlns:a16="http://schemas.microsoft.com/office/drawing/2014/main" id="{AC749473-AD1D-2E28-7C5F-B5312EBF8EC9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4343400"/>
            <a:ext cx="3416300" cy="812800"/>
            <a:chOff x="-8" y="2736"/>
            <a:chExt cx="2152" cy="512"/>
          </a:xfrm>
        </p:grpSpPr>
        <p:pic>
          <p:nvPicPr>
            <p:cNvPr id="8" name="直角三角形 3">
              <a:extLst>
                <a:ext uri="{FF2B5EF4-FFF2-40B4-BE49-F238E27FC236}">
                  <a16:creationId xmlns:a16="http://schemas.microsoft.com/office/drawing/2014/main" id="{216A24E2-FB19-C54D-5251-38967703B40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" y="2736"/>
              <a:ext cx="2152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CF142C92-8AA1-6BA3-14E6-F901EDFDE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" y="3034"/>
              <a:ext cx="1071" cy="17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en-US" altLang="zh-TW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15B3B8E-2465-7B82-7E29-A97977095112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＞形箭號 5">
            <a:extLst>
              <a:ext uri="{FF2B5EF4-FFF2-40B4-BE49-F238E27FC236}">
                <a16:creationId xmlns:a16="http://schemas.microsoft.com/office/drawing/2014/main" id="{8D58143C-091B-8A87-CD31-D0ADC131D510}"/>
              </a:ext>
            </a:extLst>
          </p:cNvPr>
          <p:cNvSpPr/>
          <p:nvPr/>
        </p:nvSpPr>
        <p:spPr>
          <a:xfrm>
            <a:off x="8664575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2" name="＞形箭號 6">
            <a:extLst>
              <a:ext uri="{FF2B5EF4-FFF2-40B4-BE49-F238E27FC236}">
                <a16:creationId xmlns:a16="http://schemas.microsoft.com/office/drawing/2014/main" id="{EBB3325C-BD20-6C28-08AF-56A48C5E3207}"/>
              </a:ext>
            </a:extLst>
          </p:cNvPr>
          <p:cNvSpPr/>
          <p:nvPr/>
        </p:nvSpPr>
        <p:spPr>
          <a:xfrm>
            <a:off x="8477250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3" name="日期版面配置區 4">
            <a:extLst>
              <a:ext uri="{FF2B5EF4-FFF2-40B4-BE49-F238E27FC236}">
                <a16:creationId xmlns:a16="http://schemas.microsoft.com/office/drawing/2014/main" id="{5D10BF71-F2E9-C766-5E9A-FED7A3D2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F1882AF-83DF-46DF-B586-3210E3B05E8A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14" name="頁尾版面配置區 5">
            <a:extLst>
              <a:ext uri="{FF2B5EF4-FFF2-40B4-BE49-F238E27FC236}">
                <a16:creationId xmlns:a16="http://schemas.microsoft.com/office/drawing/2014/main" id="{870D97CA-F77D-7CBE-B40A-0EA71793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5" name="投影片編號版面配置區 6">
            <a:extLst>
              <a:ext uri="{FF2B5EF4-FFF2-40B4-BE49-F238E27FC236}">
                <a16:creationId xmlns:a16="http://schemas.microsoft.com/office/drawing/2014/main" id="{5E93492C-FE63-57B2-C179-C7982303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54C8EE-D7FA-4624-913C-E7126AB33F5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493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C6129E01-5E62-0CFD-23A9-9D4CBC61C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AB1C9-EF1C-4F88-8A5A-70CED38FFFEA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7B825800-46C3-5D59-4986-B78E63B1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3A61CB07-93E3-BF31-E2E4-5FB0DC73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BA4F-FD9D-46B5-998B-16C30D75541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810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05686D65-2049-89ED-32C5-066DE2C1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7EBC3-0577-4693-AA51-96F5BAB3A403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4A2C58EC-4C76-54BE-937D-7CB2F523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154C245E-B923-2844-B6C3-F72437CA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35BA8-D0E0-4CFF-8C87-61A63E75535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16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0D1305FF-B709-845A-9B36-C05C4963C4F1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7" name="手繪多邊形 11">
            <a:extLst>
              <a:ext uri="{FF2B5EF4-FFF2-40B4-BE49-F238E27FC236}">
                <a16:creationId xmlns:a16="http://schemas.microsoft.com/office/drawing/2014/main" id="{142DAA98-A916-8526-1F51-078D128BC4B0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8" name="直角三角形 13">
            <a:extLst>
              <a:ext uri="{FF2B5EF4-FFF2-40B4-BE49-F238E27FC236}">
                <a16:creationId xmlns:a16="http://schemas.microsoft.com/office/drawing/2014/main" id="{B323CCD0-1572-8FEC-04C3-2685C798CA18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4343400"/>
            <a:ext cx="3416300" cy="812800"/>
            <a:chOff x="-8" y="2736"/>
            <a:chExt cx="2152" cy="512"/>
          </a:xfrm>
        </p:grpSpPr>
        <p:pic>
          <p:nvPicPr>
            <p:cNvPr id="1035" name="直角三角形 13">
              <a:extLst>
                <a:ext uri="{FF2B5EF4-FFF2-40B4-BE49-F238E27FC236}">
                  <a16:creationId xmlns:a16="http://schemas.microsoft.com/office/drawing/2014/main" id="{031CCBEF-305D-1EBB-818F-ECFBB92F23C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" y="2736"/>
              <a:ext cx="2152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" name="Text Box 5">
              <a:extLst>
                <a:ext uri="{FF2B5EF4-FFF2-40B4-BE49-F238E27FC236}">
                  <a16:creationId xmlns:a16="http://schemas.microsoft.com/office/drawing/2014/main" id="{7A343549-201A-6B23-2F4F-3BDA9A1CD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" y="3034"/>
              <a:ext cx="1071" cy="17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en-US" altLang="zh-TW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928BEAB-B827-4EFE-1B26-73440163FE82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>
            <a:extLst>
              <a:ext uri="{FF2B5EF4-FFF2-40B4-BE49-F238E27FC236}">
                <a16:creationId xmlns:a16="http://schemas.microsoft.com/office/drawing/2014/main" id="{40F15F2E-0E63-34AC-B42B-D48F5E7B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31" name="文字版面配置區 29">
            <a:extLst>
              <a:ext uri="{FF2B5EF4-FFF2-40B4-BE49-F238E27FC236}">
                <a16:creationId xmlns:a16="http://schemas.microsoft.com/office/drawing/2014/main" id="{304827E4-675A-2A69-ED17-05788C4839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112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0" name="日期版面配置區 9">
            <a:extLst>
              <a:ext uri="{FF2B5EF4-FFF2-40B4-BE49-F238E27FC236}">
                <a16:creationId xmlns:a16="http://schemas.microsoft.com/office/drawing/2014/main" id="{63DBEB37-AC38-1542-BF1C-F678E0997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4805363"/>
            <a:ext cx="1919288" cy="274637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76508970-E601-481D-B798-F5CFF16E1B28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CC24969F-BF21-B4E4-2A20-DE75FC1A3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4805363"/>
            <a:ext cx="2351087" cy="274637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3B1DD145-644B-3093-5D0E-5D93BD0B5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4805363"/>
            <a:ext cx="366712" cy="27463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>
                <a:latin typeface="Lucida Sans Unicode" panose="020B0602030504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A38AD9AA-A986-462F-9166-EEB1C635C9A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35" r:id="rId2"/>
    <p:sldLayoutId id="2147484140" r:id="rId3"/>
    <p:sldLayoutId id="2147484141" r:id="rId4"/>
    <p:sldLayoutId id="2147484142" r:id="rId5"/>
    <p:sldLayoutId id="2147484143" r:id="rId6"/>
    <p:sldLayoutId id="2147484136" r:id="rId7"/>
    <p:sldLayoutId id="2147484144" r:id="rId8"/>
    <p:sldLayoutId id="2147484145" r:id="rId9"/>
    <p:sldLayoutId id="2147484137" r:id="rId10"/>
    <p:sldLayoutId id="214748413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bible.fhl.net/Bible2/cgic201/read201.cgi?ver=big5&amp;na=0&amp;chap=1167&amp;ft=0&amp;temp=41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標題 1">
            <a:extLst>
              <a:ext uri="{FF2B5EF4-FFF2-40B4-BE49-F238E27FC236}">
                <a16:creationId xmlns:a16="http://schemas.microsoft.com/office/drawing/2014/main" id="{76B440BF-F171-C109-5B42-5E4A268EAEE1}"/>
              </a:ext>
            </a:extLst>
          </p:cNvPr>
          <p:cNvPicPr>
            <a:picLocks noGrp="1" noChangeArrowheads="1"/>
          </p:cNvPicPr>
          <p:nvPr>
            <p:ph type="ctr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308100"/>
            <a:ext cx="8064500" cy="16637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內容版面配置區 2">
            <a:extLst>
              <a:ext uri="{FF2B5EF4-FFF2-40B4-BE49-F238E27FC236}">
                <a16:creationId xmlns:a16="http://schemas.microsoft.com/office/drawing/2014/main" id="{005C0D3B-549A-C821-4CD3-BCC50BEF3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sz="24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以弗所書六</a:t>
            </a:r>
            <a:r>
              <a:rPr lang="en-US" altLang="zh-TW" sz="24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18</a:t>
            </a:r>
            <a:r>
              <a:rPr lang="en-US" altLang="zh-TW" sz="24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</a:t>
            </a:r>
            <a:r>
              <a:rPr lang="zh-TW" altLang="en-US" sz="32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靠著聖靈，隨時多方禱告祈求；</a:t>
            </a:r>
            <a:endParaRPr lang="en-US" altLang="zh-TW" sz="3200" b="1">
              <a:solidFill>
                <a:srgbClr val="000099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</a:t>
            </a:r>
            <a:r>
              <a:rPr lang="zh-TW" altLang="en-US" sz="32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並要在此警醒不倦，為眾聖徒祈求。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3277837-B694-A3E9-9422-9AEA35A1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一、什麼是禱告生活</a:t>
            </a:r>
            <a:r>
              <a:rPr lang="en-US" altLang="zh-TW" dirty="0">
                <a:solidFill>
                  <a:srgbClr val="000099"/>
                </a:solidFill>
                <a:effectLst/>
              </a:rPr>
              <a:t>?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內容版面配置區 1">
            <a:extLst>
              <a:ext uri="{FF2B5EF4-FFF2-40B4-BE49-F238E27FC236}">
                <a16:creationId xmlns:a16="http://schemas.microsoft.com/office/drawing/2014/main" id="{E03BBEB5-872A-F817-1441-74A8206EC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276350"/>
            <a:ext cx="836295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詩篇一四五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我要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天天稱頌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你，也要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永永遠遠讚美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你的名！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詩篇八十八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13】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     耶和華啊，我呼求你；</a:t>
            </a:r>
            <a:endParaRPr lang="en-US" altLang="zh-TW" sz="3000" b="1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en-US" altLang="zh-TW" sz="3000" b="1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我早晨的禱告要達到你面前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E8AADD1-B7E0-7C9B-F872-C9421A28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禱告生活是→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AAACE3D2-35DC-1DCE-B52A-10B6969EDA73}"/>
              </a:ext>
            </a:extLst>
          </p:cNvPr>
          <p:cNvSpPr txBox="1">
            <a:spLocks/>
          </p:cNvSpPr>
          <p:nvPr/>
        </p:nvSpPr>
        <p:spPr>
          <a:xfrm>
            <a:off x="4211960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規律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內容版面配置區 1">
            <a:extLst>
              <a:ext uri="{FF2B5EF4-FFF2-40B4-BE49-F238E27FC236}">
                <a16:creationId xmlns:a16="http://schemas.microsoft.com/office/drawing/2014/main" id="{024289D2-2B47-3095-A765-11D96CB67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詩篇六十六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19~20】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但上帝實在聽見了；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他側耳聽了我禱告的聲音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。上帝是應當稱頌的！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他並沒有推卻我的禱告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，也沒有叫他的慈愛離開我。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使徒行傳十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19】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彼得還思想那異象的時候，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聖靈向他說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：「有三個人來找你。」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77A1964-1D17-E2A0-288C-7A2BF8F1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禱告生活是→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9798ED4D-74AF-63B6-3AA2-AFCE3DBBC7AC}"/>
              </a:ext>
            </a:extLst>
          </p:cNvPr>
          <p:cNvSpPr txBox="1">
            <a:spLocks/>
          </p:cNvSpPr>
          <p:nvPr/>
        </p:nvSpPr>
        <p:spPr>
          <a:xfrm>
            <a:off x="4211960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互動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內容版面配置區 1">
            <a:extLst>
              <a:ext uri="{FF2B5EF4-FFF2-40B4-BE49-F238E27FC236}">
                <a16:creationId xmlns:a16="http://schemas.microsoft.com/office/drawing/2014/main" id="{A3DC5A5C-B833-3EB0-3C5B-661531373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492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詩篇一一九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59】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 </a:t>
            </a:r>
            <a:endParaRPr lang="en-US" altLang="zh-TW" sz="3000" b="1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   我思想我所行的道，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就轉步歸向你的法度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702514-7931-E600-1418-209EE220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禱告生活是→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C9349E27-CA5F-5950-BE81-1D900EBE6915}"/>
              </a:ext>
            </a:extLst>
          </p:cNvPr>
          <p:cNvSpPr txBox="1">
            <a:spLocks/>
          </p:cNvSpPr>
          <p:nvPr/>
        </p:nvSpPr>
        <p:spPr>
          <a:xfrm>
            <a:off x="4211960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改變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內容版面配置區 1">
            <a:extLst>
              <a:ext uri="{FF2B5EF4-FFF2-40B4-BE49-F238E27FC236}">
                <a16:creationId xmlns:a16="http://schemas.microsoft.com/office/drawing/2014/main" id="{FEE19120-362B-76CA-E9B3-FE0CDAFFB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2763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詩篇一一九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33】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endParaRPr lang="en-US" altLang="zh-TW" sz="3000" b="1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耶和華啊，求你將你的律例指教我，</a:t>
            </a:r>
            <a:endParaRPr lang="en-US" altLang="zh-TW" sz="3000" b="1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en-US" altLang="zh-TW" sz="3000" b="1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我必遵守到底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！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964F4B2-97EA-B19A-E8FE-A1E13B31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禱告生活是→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DC532A7C-C906-A913-885F-8D9EF9DC1F1F}"/>
              </a:ext>
            </a:extLst>
          </p:cNvPr>
          <p:cNvSpPr txBox="1">
            <a:spLocks/>
          </p:cNvSpPr>
          <p:nvPr/>
        </p:nvSpPr>
        <p:spPr>
          <a:xfrm>
            <a:off x="4211960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實踐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內容版面配置區 1">
            <a:extLst>
              <a:ext uri="{FF2B5EF4-FFF2-40B4-BE49-F238E27FC236}">
                <a16:creationId xmlns:a16="http://schemas.microsoft.com/office/drawing/2014/main" id="{BDC1693A-0C28-4521-05C1-9A63FC1D3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419225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希伯來書四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12】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上帝的道是活潑的，是有功效的，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比一切兩刃的劍更快，甚至魂與靈，骨節與骨髓，都能刺入、剖開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，連心中的思念和主意都能辨明。</a:t>
            </a:r>
          </a:p>
        </p:txBody>
      </p:sp>
      <p:pic>
        <p:nvPicPr>
          <p:cNvPr id="16387" name="標題 2">
            <a:extLst>
              <a:ext uri="{FF2B5EF4-FFF2-40B4-BE49-F238E27FC236}">
                <a16:creationId xmlns:a16="http://schemas.microsoft.com/office/drawing/2014/main" id="{58284CC4-6F85-F712-E663-B8AA7692768A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176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內容版面配置區 1">
            <a:extLst>
              <a:ext uri="{FF2B5EF4-FFF2-40B4-BE49-F238E27FC236}">
                <a16:creationId xmlns:a16="http://schemas.microsoft.com/office/drawing/2014/main" id="{83DCC8BA-3A5B-B7A4-BE1F-A2469F4E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563688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路加福音一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37】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   因為，出於上帝的話，沒有一句不帶能力的。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781EB09-DEF3-8843-4514-EA3D8604A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上帝的話充滿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1CF7CA51-9BD1-8277-630C-D4FA85DE5626}"/>
              </a:ext>
            </a:extLst>
          </p:cNvPr>
          <p:cNvSpPr txBox="1">
            <a:spLocks/>
          </p:cNvSpPr>
          <p:nvPr/>
        </p:nvSpPr>
        <p:spPr>
          <a:xfrm>
            <a:off x="4211960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能力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內容版面配置區 1">
            <a:extLst>
              <a:ext uri="{FF2B5EF4-FFF2-40B4-BE49-F238E27FC236}">
                <a16:creationId xmlns:a16="http://schemas.microsoft.com/office/drawing/2014/main" id="{B32AC2FF-2DE6-E15B-76F5-DE8B1BD0D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以西結書三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1~3】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他對我說：「人子啊，要吃你所得的，要吃這書卷，好去對以色列家講說。」於是我開口，他就使我吃這書卷，又對我說：「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人子啊，要吃我所賜給你的這書卷，充滿你的肚腹。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」我就吃了，口中覺得其甜如蜜。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7E57C56-6481-E09E-F912-15B431EF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以禱告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上帝的話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1269E496-10DB-FAEB-8EA3-6925A17302F0}"/>
              </a:ext>
            </a:extLst>
          </p:cNvPr>
          <p:cNvSpPr txBox="1">
            <a:spLocks/>
          </p:cNvSpPr>
          <p:nvPr/>
        </p:nvSpPr>
        <p:spPr>
          <a:xfrm>
            <a:off x="2699792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內化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3E73890-C89B-B206-E068-B40A7FD8F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詩篇一一九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103】</a:t>
            </a:r>
          </a:p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你的言語在我上膛何等甘美，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在我口中比蜜更甜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！</a:t>
            </a:r>
            <a:endParaRPr lang="en-US" altLang="zh-TW" sz="3000" b="1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41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《</a:t>
            </a:r>
            <a:r>
              <a:rPr lang="zh-TW" altLang="en-US" sz="41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禱讀法練習</a:t>
            </a:r>
            <a:r>
              <a:rPr lang="en-US" altLang="zh-TW" sz="4100" b="1">
                <a:solidFill>
                  <a:srgbClr val="00009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》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詩篇二十三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耶和華是我的牧者，我必不致缺乏。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AE21642-0A03-0076-DEB3-EEA78D7AC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用禱讀法禱告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內容版面配置區 1">
            <a:extLst>
              <a:ext uri="{FF2B5EF4-FFF2-40B4-BE49-F238E27FC236}">
                <a16:creationId xmlns:a16="http://schemas.microsoft.com/office/drawing/2014/main" id="{B3F90C9D-4FDE-3F12-200D-C53030F0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「耶和華是我的牧者，我必不致缺乏。」</a:t>
            </a:r>
            <a:b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「耶和華、耶和華」</a:t>
            </a:r>
            <a:b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「耶和華是」「是我的牧者」「我的牧者」</a:t>
            </a:r>
            <a:b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「是我的牧者」「牧者」</a:t>
            </a:r>
            <a:b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「耶和華是我的牧者」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21035A4-75D3-9867-055A-B48EE43F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70C0"/>
                </a:solidFill>
                <a:effectLst/>
              </a:rPr>
              <a:t>【</a:t>
            </a:r>
            <a:r>
              <a:rPr lang="zh-TW" altLang="en-US" dirty="0">
                <a:solidFill>
                  <a:srgbClr val="0070C0"/>
                </a:solidFill>
                <a:effectLst/>
              </a:rPr>
              <a:t>讀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】</a:t>
            </a:r>
            <a:endParaRPr lang="zh-TW" altLang="en-US" dirty="0">
              <a:solidFill>
                <a:srgbClr val="0070C0"/>
              </a:solidFill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內容版面配置區 1">
            <a:extLst>
              <a:ext uri="{FF2B5EF4-FFF2-40B4-BE49-F238E27FC236}">
                <a16:creationId xmlns:a16="http://schemas.microsoft.com/office/drawing/2014/main" id="{87656A42-8636-38AB-9760-83FA930D4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None/>
            </a:pPr>
            <a:r>
              <a:rPr lang="zh-TW" altLang="en-US" sz="3000" b="1">
                <a:latin typeface="Microsoft JhengHei UI"/>
                <a:ea typeface="Microsoft JhengHei UI"/>
                <a:cs typeface="Times New Roman"/>
              </a:rPr>
              <a:t>「耶和華啊，我的主啊，謝謝祢是我的牧者，祢樂意成為我的牧者，我一生都是祢的小羊，謝謝祢以牧者的心來看顧我的人生，祢永遠是我的牧者。」</a:t>
            </a:r>
            <a:endParaRPr lang="zh-TW">
              <a:latin typeface="Microsoft JhengHei UI"/>
              <a:ea typeface="Microsoft JhengHei UI"/>
              <a:cs typeface="Times New Roman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D78E874-8918-696F-8DC7-DF948DCA4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70C0"/>
                </a:solidFill>
                <a:effectLst/>
              </a:rPr>
              <a:t>【</a:t>
            </a:r>
            <a:r>
              <a:rPr lang="zh-TW" altLang="en-US" dirty="0">
                <a:solidFill>
                  <a:srgbClr val="0070C0"/>
                </a:solidFill>
                <a:effectLst/>
              </a:rPr>
              <a:t>禱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】</a:t>
            </a:r>
            <a:endParaRPr lang="zh-TW" altLang="en-US" dirty="0">
              <a:solidFill>
                <a:srgbClr val="0070C0"/>
              </a:solidFill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內容版面配置區 1">
            <a:extLst>
              <a:ext uri="{FF2B5EF4-FFF2-40B4-BE49-F238E27FC236}">
                <a16:creationId xmlns:a16="http://schemas.microsoft.com/office/drawing/2014/main" id="{6A6F090C-F672-B808-5F7D-2C60F3951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「我必不致缺乏」</a:t>
            </a:r>
            <a:b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「我」「我必、我必」</a:t>
            </a:r>
            <a:b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「我必不致、我必不致」</a:t>
            </a:r>
            <a:br>
              <a:rPr lang="en-US" altLang="zh-TW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「不致缺乏」「不缺乏」「我必不致缺乏」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0C9E6CB-818F-26E8-58CC-DB52DFB0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70C0"/>
                </a:solidFill>
                <a:effectLst/>
              </a:rPr>
              <a:t>【</a:t>
            </a:r>
            <a:r>
              <a:rPr lang="zh-TW" altLang="en-US" dirty="0">
                <a:solidFill>
                  <a:srgbClr val="0070C0"/>
                </a:solidFill>
                <a:effectLst/>
              </a:rPr>
              <a:t>讀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】</a:t>
            </a:r>
            <a:endParaRPr lang="zh-TW" altLang="en-US" dirty="0">
              <a:solidFill>
                <a:srgbClr val="0070C0"/>
              </a:solidFill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內容版面配置區 1">
            <a:extLst>
              <a:ext uri="{FF2B5EF4-FFF2-40B4-BE49-F238E27FC236}">
                <a16:creationId xmlns:a16="http://schemas.microsoft.com/office/drawing/2014/main" id="{170C1B1B-C671-C777-7678-D62B0B437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「我的牧者，我的牧者是耶和華，我必不缺乏，我的生命沒有缺乏、我的財務沒有缺乏、我的愛心沒有缺乏、我的信心沒有缺乏，我在耶和華的手中，就沒有缺乏，不會遇見缺乏，我的牧者使我凡事豐盛，感謝耶穌，我是滿有恩典，沒有缺乏的人。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A4220D3-2092-3253-56A4-8ADA6031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70C0"/>
                </a:solidFill>
                <a:effectLst/>
              </a:rPr>
              <a:t>【</a:t>
            </a:r>
            <a:r>
              <a:rPr lang="zh-TW" altLang="en-US" dirty="0">
                <a:solidFill>
                  <a:srgbClr val="0070C0"/>
                </a:solidFill>
                <a:effectLst/>
              </a:rPr>
              <a:t>禱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】</a:t>
            </a:r>
            <a:endParaRPr lang="zh-TW" altLang="en-US" dirty="0">
              <a:solidFill>
                <a:srgbClr val="0070C0"/>
              </a:solidFill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標題 2">
            <a:extLst>
              <a:ext uri="{FF2B5EF4-FFF2-40B4-BE49-F238E27FC236}">
                <a16:creationId xmlns:a16="http://schemas.microsoft.com/office/drawing/2014/main" id="{607AACA6-497E-8862-5E3C-34DECFC2614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176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內容版面配置區 1">
            <a:extLst>
              <a:ext uri="{FF2B5EF4-FFF2-40B4-BE49-F238E27FC236}">
                <a16:creationId xmlns:a16="http://schemas.microsoft.com/office/drawing/2014/main" id="{F4494BC7-4CC0-AF2A-5D0B-75B52C8D5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雅歌一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2~4】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願他用口與我親嘴；因你的愛情比酒更美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。你的膏油馨香；你的名如同倒出來的香膏，所以眾童女都愛你。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願你吸引我，我們就快跑跟隨你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。王帶我進了內室，我們必因你歡喜快樂。我們要稱讚你的愛情，勝似稱讚美酒。他們愛你是理所當然的。</a:t>
            </a:r>
          </a:p>
        </p:txBody>
      </p:sp>
      <p:pic>
        <p:nvPicPr>
          <p:cNvPr id="25603" name="標題 2">
            <a:extLst>
              <a:ext uri="{FF2B5EF4-FFF2-40B4-BE49-F238E27FC236}">
                <a16:creationId xmlns:a16="http://schemas.microsoft.com/office/drawing/2014/main" id="{3D78E266-54DE-59B4-3C84-D10350D00A30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6A50D427-02AD-38DD-042D-E5D8991866ED}"/>
              </a:ext>
            </a:extLst>
          </p:cNvPr>
          <p:cNvSpPr txBox="1">
            <a:spLocks/>
          </p:cNvSpPr>
          <p:nvPr/>
        </p:nvSpPr>
        <p:spPr>
          <a:xfrm>
            <a:off x="3635896" y="205979"/>
            <a:ext cx="158417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親密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內容版面配置區 1">
            <a:extLst>
              <a:ext uri="{FF2B5EF4-FFF2-40B4-BE49-F238E27FC236}">
                <a16:creationId xmlns:a16="http://schemas.microsoft.com/office/drawing/2014/main" id="{E95B12EF-E348-9769-F274-526F69848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詩篇六十六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18~19】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我若心裡注重罪孽，主必不聽。但上帝實在聽見了；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他側耳聽了我禱告的聲音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詩篇五十一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10】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上帝啊，求你為我造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清潔的心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，使我裏面重新有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正直的靈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6627" name="標題 2">
            <a:extLst>
              <a:ext uri="{FF2B5EF4-FFF2-40B4-BE49-F238E27FC236}">
                <a16:creationId xmlns:a16="http://schemas.microsoft.com/office/drawing/2014/main" id="{88CB5186-366A-C15F-993E-82B0AEA0B668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6A444E8A-7056-D7D0-DB05-CAF993E3FAF9}"/>
              </a:ext>
            </a:extLst>
          </p:cNvPr>
          <p:cNvSpPr txBox="1">
            <a:spLocks/>
          </p:cNvSpPr>
          <p:nvPr/>
        </p:nvSpPr>
        <p:spPr>
          <a:xfrm>
            <a:off x="4175956" y="205979"/>
            <a:ext cx="147616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試探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內容版面配置區 1">
            <a:extLst>
              <a:ext uri="{FF2B5EF4-FFF2-40B4-BE49-F238E27FC236}">
                <a16:creationId xmlns:a16="http://schemas.microsoft.com/office/drawing/2014/main" id="{ED40EF15-EFFC-D173-FD2F-2FD69BE3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約翰三書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親愛的兄弟啊，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我願你凡事興盛，身體健壯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，正如你的靈魂興盛一樣。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歌羅西書三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當用各樣的智慧，把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基督的道理豐豐富富地存在心裏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，用詩章、頌詞、靈歌，彼此教導，互相勸戒，心被恩感，歌頌上帝。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E023D27-B2AB-AF98-8569-EB7879E4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經歷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的生命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8375C890-2B61-C394-392C-20EAB016FE9B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昌盛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內容版面配置區 1">
            <a:extLst>
              <a:ext uri="{FF2B5EF4-FFF2-40B4-BE49-F238E27FC236}">
                <a16:creationId xmlns:a16="http://schemas.microsoft.com/office/drawing/2014/main" id="{21BC8D4A-065F-140C-E1BD-6B9B65D24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馬太福音五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23~24】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所以，你在祭壇上獻禮物的時候，若想起弟兄向你懷怨，就把禮物留在壇前，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先去同弟兄和好，然後來獻禮物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8675" name="標題 2">
            <a:extLst>
              <a:ext uri="{FF2B5EF4-FFF2-40B4-BE49-F238E27FC236}">
                <a16:creationId xmlns:a16="http://schemas.microsoft.com/office/drawing/2014/main" id="{04EFA737-3FA0-7028-2E6F-4DD6B481828D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C303F332-EEDE-40B0-65BD-8E235507E24A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破碎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內容版面配置區 1">
            <a:extLst>
              <a:ext uri="{FF2B5EF4-FFF2-40B4-BE49-F238E27FC236}">
                <a16:creationId xmlns:a16="http://schemas.microsoft.com/office/drawing/2014/main" id="{62C3EFAB-9A01-AEE5-8DC8-746F04A1E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歷代志上四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10】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雅比斯求告以色列的上帝說：「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甚願你賜福與我，擴張我的境界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，常與我同在，保佑我不遭患難，不受艱苦。」上帝就應允他所求的。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7A579DD-2C36-05CB-B9E5-57DA6D04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5.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擴張生命的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C3A393D1-D477-507F-FDF8-8096670EB87B}"/>
              </a:ext>
            </a:extLst>
          </p:cNvPr>
          <p:cNvSpPr txBox="1">
            <a:spLocks/>
          </p:cNvSpPr>
          <p:nvPr/>
        </p:nvSpPr>
        <p:spPr>
          <a:xfrm>
            <a:off x="3707904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格局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內容版面配置區 1">
            <a:extLst>
              <a:ext uri="{FF2B5EF4-FFF2-40B4-BE49-F238E27FC236}">
                <a16:creationId xmlns:a16="http://schemas.microsoft.com/office/drawing/2014/main" id="{BEA29061-03BB-0341-6751-2EDF13181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彼得後書一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7】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有了虔敬，又要加上愛弟兄的心；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有了愛弟兄的心，又要加上愛眾人的心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0723" name="標題 2">
            <a:extLst>
              <a:ext uri="{FF2B5EF4-FFF2-40B4-BE49-F238E27FC236}">
                <a16:creationId xmlns:a16="http://schemas.microsoft.com/office/drawing/2014/main" id="{A59ADA05-9C7A-4A7E-657A-4384F2C37F67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ECF5E7F8-3360-4D3B-6689-98E60867E9A4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愛眾人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766D9B9-4464-529D-5016-EAF58B60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四、成為代禱者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內容版面配置區 1">
            <a:extLst>
              <a:ext uri="{FF2B5EF4-FFF2-40B4-BE49-F238E27FC236}">
                <a16:creationId xmlns:a16="http://schemas.microsoft.com/office/drawing/2014/main" id="{739A110E-B19D-C8AC-CABD-1834D952E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羅馬書八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34】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誰能定他們的罪呢？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有基督耶穌已經死了，而且從死裏復活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，現今在上帝的右邊，也替我們祈求。</a:t>
            </a:r>
          </a:p>
        </p:txBody>
      </p:sp>
      <p:pic>
        <p:nvPicPr>
          <p:cNvPr id="32771" name="標題 2">
            <a:extLst>
              <a:ext uri="{FF2B5EF4-FFF2-40B4-BE49-F238E27FC236}">
                <a16:creationId xmlns:a16="http://schemas.microsoft.com/office/drawing/2014/main" id="{2E41357E-F85B-6A90-2CCF-521CF8E3EA64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86CD3382-EA33-B7F3-07F5-F316624C27BC}"/>
              </a:ext>
            </a:extLst>
          </p:cNvPr>
          <p:cNvSpPr txBox="1">
            <a:spLocks/>
          </p:cNvSpPr>
          <p:nvPr/>
        </p:nvSpPr>
        <p:spPr>
          <a:xfrm>
            <a:off x="1115616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耶穌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內容版面配置區 1">
            <a:extLst>
              <a:ext uri="{FF2B5EF4-FFF2-40B4-BE49-F238E27FC236}">
                <a16:creationId xmlns:a16="http://schemas.microsoft.com/office/drawing/2014/main" id="{C33D12D6-B294-295F-A93D-BF7FB813F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羅馬書八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況且，我們的軟弱有聖靈幫助；我們本不曉得當怎樣禱告，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只是聖靈親自用說不出來的歎息替我們禱告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3795" name="標題 2">
            <a:extLst>
              <a:ext uri="{FF2B5EF4-FFF2-40B4-BE49-F238E27FC236}">
                <a16:creationId xmlns:a16="http://schemas.microsoft.com/office/drawing/2014/main" id="{05C1CD47-254B-4E3E-4DCE-C3D1A867601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AE865561-2D3D-A212-61BF-85DF076E6373}"/>
              </a:ext>
            </a:extLst>
          </p:cNvPr>
          <p:cNvSpPr txBox="1">
            <a:spLocks/>
          </p:cNvSpPr>
          <p:nvPr/>
        </p:nvSpPr>
        <p:spPr>
          <a:xfrm>
            <a:off x="1115616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聖靈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內容版面配置區 1">
            <a:extLst>
              <a:ext uri="{FF2B5EF4-FFF2-40B4-BE49-F238E27FC236}">
                <a16:creationId xmlns:a16="http://schemas.microsoft.com/office/drawing/2014/main" id="{1E6C5928-CBED-FD95-2FEF-68DE1485C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063625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雅各書五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所以你們要彼此認罪，互相代求，使你們可以得醫治。義人祈禱所發的力量是大有功效的。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0D74F2-0390-42B9-4207-D4590C19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代禱是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9C33830-5262-8074-782B-EE7C72303A56}"/>
              </a:ext>
            </a:extLst>
          </p:cNvPr>
          <p:cNvSpPr txBox="1">
            <a:spLocks/>
          </p:cNvSpPr>
          <p:nvPr/>
        </p:nvSpPr>
        <p:spPr>
          <a:xfrm>
            <a:off x="2699792" y="205979"/>
            <a:ext cx="244827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主的命令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內容版面配置區 1">
            <a:extLst>
              <a:ext uri="{FF2B5EF4-FFF2-40B4-BE49-F238E27FC236}">
                <a16:creationId xmlns:a16="http://schemas.microsoft.com/office/drawing/2014/main" id="{9117949D-7C95-8AD7-AE42-081644076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提摩太前書二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1~2】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我勸你，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第一要為萬人懇求、禱告、代求、祝謝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。為君王和一切在位的，也該如此，使我們可以敬虔、端正、平安無事地度日。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以弗所書六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18】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靠著聖靈，隨時多方禱告祈求；並要在此警醒不倦，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為眾聖徒祈求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99CACB3-37F3-5DE6-3D34-0285AD40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我要成為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5CEAAE13-565F-563C-B19B-590027DC6B95}"/>
              </a:ext>
            </a:extLst>
          </p:cNvPr>
          <p:cNvSpPr txBox="1">
            <a:spLocks/>
          </p:cNvSpPr>
          <p:nvPr/>
        </p:nvSpPr>
        <p:spPr>
          <a:xfrm>
            <a:off x="3203848" y="205979"/>
            <a:ext cx="244827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代禱者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標題 2">
            <a:extLst>
              <a:ext uri="{FF2B5EF4-FFF2-40B4-BE49-F238E27FC236}">
                <a16:creationId xmlns:a16="http://schemas.microsoft.com/office/drawing/2014/main" id="{A05C1B8F-D5CF-C825-3BC6-34A1881BF60D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內容版面配置區 1">
            <a:extLst>
              <a:ext uri="{FF2B5EF4-FFF2-40B4-BE49-F238E27FC236}">
                <a16:creationId xmlns:a16="http://schemas.microsoft.com/office/drawing/2014/main" id="{FFF40E42-F9D1-0EE8-432C-C84362545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以西結書三十六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我也要賜給你們一個新心，將新靈放在你們裏面，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又從你們的肉體中除掉石心，賜給你們肉心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3EE6FB0-D554-E022-9920-50FAA6DA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marL="571500" indent="-571500" eaLnBrk="1" fontAlgn="auto" hangingPunct="1"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石心變為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EB7ADB92-4D53-2903-FA38-0E2E662257DD}"/>
              </a:ext>
            </a:extLst>
          </p:cNvPr>
          <p:cNvSpPr txBox="1">
            <a:spLocks/>
          </p:cNvSpPr>
          <p:nvPr/>
        </p:nvSpPr>
        <p:spPr>
          <a:xfrm>
            <a:off x="320384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肉心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內容版面配置區 1">
            <a:extLst>
              <a:ext uri="{FF2B5EF4-FFF2-40B4-BE49-F238E27FC236}">
                <a16:creationId xmlns:a16="http://schemas.microsoft.com/office/drawing/2014/main" id="{F1F09695-5767-BFC5-67DE-CD43B969C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馬太福音二十一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22】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你們禱告，無論求甚麼，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只要信，就必得著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2425D88-C74D-3D04-904A-AB15784F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marL="571500" indent="-571500" eaLnBrk="1" fontAlgn="auto" hangingPunct="1"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禱告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5AFA544E-B9F6-1BEE-6E83-A10AB12DFCFE}"/>
              </a:ext>
            </a:extLst>
          </p:cNvPr>
          <p:cNvSpPr txBox="1">
            <a:spLocks/>
          </p:cNvSpPr>
          <p:nvPr/>
        </p:nvSpPr>
        <p:spPr>
          <a:xfrm>
            <a:off x="2195736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蒙應允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內容版面配置區 1">
            <a:extLst>
              <a:ext uri="{FF2B5EF4-FFF2-40B4-BE49-F238E27FC236}">
                <a16:creationId xmlns:a16="http://schemas.microsoft.com/office/drawing/2014/main" id="{9CD0FEE1-4285-B497-C0F7-A31686579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使徒行傳五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16】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還有許多人帶著病人和被污鬼纏磨的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，從耶路撒冷四圍的城邑來，全都得了醫治。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F5D6618-4348-7940-357D-13C55687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marL="571500" indent="-571500" eaLnBrk="1" fontAlgn="auto" hangingPunct="1"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魔鬼的作為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AD179DAE-6191-C1A6-400E-DBF05A55ABC5}"/>
              </a:ext>
            </a:extLst>
          </p:cNvPr>
          <p:cNvSpPr txBox="1">
            <a:spLocks/>
          </p:cNvSpPr>
          <p:nvPr/>
        </p:nvSpPr>
        <p:spPr>
          <a:xfrm>
            <a:off x="1115616" y="205979"/>
            <a:ext cx="154817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綑綁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內容版面配置區 1">
            <a:extLst>
              <a:ext uri="{FF2B5EF4-FFF2-40B4-BE49-F238E27FC236}">
                <a16:creationId xmlns:a16="http://schemas.microsoft.com/office/drawing/2014/main" id="{2776278C-ED5C-5C2F-A625-100E4EE0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使徒行傳十</a:t>
            </a:r>
            <a:r>
              <a:rPr lang="en-US" altLang="zh-TW" sz="24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44】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彼得還說這話的時候，</a:t>
            </a:r>
            <a:r>
              <a:rPr lang="zh-TW" altLang="en-US" sz="3000" b="1" u="sng">
                <a:solidFill>
                  <a:srgbClr val="C0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聖靈降在一切聽道的人身上</a:t>
            </a:r>
            <a:r>
              <a:rPr lang="zh-TW" altLang="en-US" sz="3000" b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BAEA004-94B1-E137-5362-9309CACD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marL="571500" indent="-571500" eaLnBrk="1" fontAlgn="auto" hangingPunct="1"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被聖靈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2295A061-B522-038A-D8F7-8F3F121F5FDA}"/>
              </a:ext>
            </a:extLst>
          </p:cNvPr>
          <p:cNvSpPr txBox="1">
            <a:spLocks/>
          </p:cNvSpPr>
          <p:nvPr/>
        </p:nvSpPr>
        <p:spPr>
          <a:xfrm>
            <a:off x="2771800" y="205979"/>
            <a:ext cx="194421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觸摸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內容版面配置區 1">
            <a:extLst>
              <a:ext uri="{FF2B5EF4-FFF2-40B4-BE49-F238E27FC236}">
                <a16:creationId xmlns:a16="http://schemas.microsoft.com/office/drawing/2014/main" id="{EDB7FA5E-AB79-8EBD-C4FC-5B28F008F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492250"/>
            <a:ext cx="8229600" cy="2900363"/>
          </a:xfrm>
        </p:spPr>
        <p:txBody>
          <a:bodyPr/>
          <a:lstStyle/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我禱告生活的現狀是如何？請分享。</a:t>
            </a:r>
          </a:p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為要建立禱告的生活，我需要做哪些改變？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8CF3B97-2D2F-9158-05A3-40770FDD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討論題目：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66FC98-0FED-AC06-4E32-076BD9DE2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02" y="1023724"/>
            <a:ext cx="7735330" cy="1746506"/>
          </a:xfrm>
        </p:spPr>
        <p:txBody>
          <a:bodyPr/>
          <a:lstStyle/>
          <a:p>
            <a:pPr marL="109855" indent="0">
              <a:buNone/>
            </a:pPr>
            <a:r>
              <a:rPr lang="zh-TW" altLang="en-US" sz="2000">
                <a:ea typeface="微軟正黑體"/>
                <a:cs typeface="Lucida Sans Unicode"/>
              </a:rPr>
              <a:t>所以，你們禱告要這樣說：我們在天上的父：願人都尊你的名為聖。</a:t>
            </a:r>
            <a:r>
              <a:rPr lang="zh-TW" sz="2000">
                <a:latin typeface="微軟正黑體"/>
                <a:ea typeface="微軟正黑體"/>
              </a:rPr>
              <a:t>願你的國降臨；願你的旨意行在地上，如同行在天上。我們日用的飲食，今日賜給我們。免我們的債，如同我們免了人的債。不叫我們遇見試探；救我們脫離兇惡。因為國度、權柄、榮耀，全是你的，直到永遠。阿們   太</a:t>
            </a:r>
            <a:r>
              <a:rPr lang="zh-TW" altLang="en-US" sz="2000">
                <a:latin typeface="微軟正黑體"/>
                <a:ea typeface="微軟正黑體"/>
              </a:rPr>
              <a:t> 6:9-13</a:t>
            </a:r>
            <a:endParaRPr lang="zh-TW" altLang="en-US" sz="2000">
              <a:latin typeface="微軟正黑體"/>
              <a:ea typeface="微軟正黑體"/>
              <a:cs typeface="Lucida Sans Unicode"/>
            </a:endParaRPr>
          </a:p>
          <a:p>
            <a:pPr indent="-255270"/>
            <a:endParaRPr lang="zh-TW" altLang="en-US" sz="2000" dirty="0">
              <a:latin typeface="微軟正黑體"/>
              <a:ea typeface="微軟正黑體"/>
              <a:cs typeface="Lucida Sans Unicode"/>
            </a:endParaRPr>
          </a:p>
          <a:p>
            <a:pPr indent="-255270"/>
            <a:endParaRPr lang="zh-TW" altLang="en-US" dirty="0">
              <a:ea typeface="微軟正黑體"/>
              <a:cs typeface="Lucida Sans Unicode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6837C5E-2C08-374E-06DC-DBA32A4A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32" y="134294"/>
            <a:ext cx="8229600" cy="857250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>
                <a:ea typeface="微軟正黑體"/>
                <a:cs typeface="Lucida Sans Unicode"/>
              </a:rPr>
              <a:t>補充 主禱文</a:t>
            </a:r>
            <a:endParaRPr lang="zh-TW" altLang="en-US" dirty="0">
              <a:ea typeface="微軟正黑體"/>
              <a:cs typeface="Lucida Sans Unicode"/>
            </a:endParaRP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796BFC12-38CB-8CC8-B596-1D845E0CFC6D}"/>
              </a:ext>
            </a:extLst>
          </p:cNvPr>
          <p:cNvSpPr txBox="1">
            <a:spLocks/>
          </p:cNvSpPr>
          <p:nvPr/>
        </p:nvSpPr>
        <p:spPr bwMode="auto">
          <a:xfrm>
            <a:off x="4074640" y="2355164"/>
            <a:ext cx="4738816" cy="2240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855" indent="0">
              <a:buFont typeface="Wingdings 3" panose="05040102010807070707" pitchFamily="18" charset="2"/>
              <a:buNone/>
            </a:pPr>
            <a:endParaRPr lang="zh-TW" altLang="en-US" sz="2000" dirty="0">
              <a:latin typeface="微軟正黑體"/>
              <a:ea typeface="微軟正黑體"/>
              <a:cs typeface="Lucida Sans Unicode"/>
            </a:endParaRPr>
          </a:p>
          <a:p>
            <a:pPr indent="-255270"/>
            <a:r>
              <a:rPr kumimoji="0" lang="zh-TW" altLang="en-US" sz="2000">
                <a:latin typeface="微軟正黑體"/>
                <a:ea typeface="微軟正黑體"/>
                <a:cs typeface="Lucida Sans Unicode"/>
              </a:rPr>
              <a:t>關係 - 對象</a:t>
            </a:r>
            <a:endParaRPr kumimoji="0" lang="zh-TW" altLang="en-US" sz="2000" dirty="0">
              <a:latin typeface="微軟正黑體"/>
              <a:ea typeface="微軟正黑體"/>
              <a:cs typeface="Lucida Sans Unicode"/>
            </a:endParaRPr>
          </a:p>
          <a:p>
            <a:pPr indent="-255270"/>
            <a:r>
              <a:rPr kumimoji="0" lang="zh-TW" altLang="en-US" sz="2000">
                <a:latin typeface="微軟正黑體"/>
                <a:ea typeface="微軟正黑體"/>
                <a:cs typeface="Lucida Sans Unicode"/>
              </a:rPr>
              <a:t>願 焦點 - 神的 名聖 國降臨 旨意行</a:t>
            </a:r>
            <a:endParaRPr kumimoji="0" lang="zh-TW" altLang="en-US" sz="2000" dirty="0">
              <a:latin typeface="微軟正黑體"/>
              <a:ea typeface="微軟正黑體"/>
              <a:cs typeface="Lucida Sans Unicode"/>
            </a:endParaRPr>
          </a:p>
          <a:p>
            <a:pPr indent="-255270"/>
            <a:r>
              <a:rPr kumimoji="0" lang="zh-TW" altLang="en-US" sz="2000">
                <a:latin typeface="微軟正黑體"/>
                <a:ea typeface="微軟正黑體"/>
                <a:cs typeface="Lucida Sans Unicode"/>
              </a:rPr>
              <a:t>需要 當下 </a:t>
            </a:r>
            <a:endParaRPr kumimoji="0" lang="zh-TW" altLang="en-US" sz="2000" dirty="0">
              <a:latin typeface="微軟正黑體"/>
              <a:ea typeface="微軟正黑體"/>
              <a:cs typeface="Lucida Sans Unicode"/>
            </a:endParaRPr>
          </a:p>
          <a:p>
            <a:pPr indent="-255270"/>
            <a:r>
              <a:rPr kumimoji="0" lang="zh-TW" altLang="en-US" sz="2000">
                <a:latin typeface="微軟正黑體"/>
                <a:ea typeface="微軟正黑體"/>
                <a:cs typeface="Lucida Sans Unicode"/>
              </a:rPr>
              <a:t>罪 求赦免 與 赦免</a:t>
            </a:r>
            <a:endParaRPr kumimoji="0" lang="zh-TW" altLang="en-US" sz="2000" dirty="0">
              <a:latin typeface="微軟正黑體"/>
              <a:ea typeface="微軟正黑體"/>
              <a:cs typeface="Lucida Sans Unicode"/>
            </a:endParaRPr>
          </a:p>
          <a:p>
            <a:pPr indent="-255270"/>
            <a:r>
              <a:rPr kumimoji="0" lang="zh-TW" altLang="en-US" sz="2000">
                <a:latin typeface="微軟正黑體"/>
                <a:ea typeface="微軟正黑體"/>
                <a:cs typeface="Lucida Sans Unicode"/>
              </a:rPr>
              <a:t>試探 重擔 擔憂 </a:t>
            </a:r>
          </a:p>
          <a:p>
            <a:pPr indent="-255270"/>
            <a:r>
              <a:rPr kumimoji="0" lang="zh-TW" altLang="en-US" sz="2000">
                <a:latin typeface="微軟正黑體"/>
                <a:ea typeface="微軟正黑體"/>
                <a:cs typeface="Lucida Sans Unicode"/>
              </a:rPr>
              <a:t>讚美</a:t>
            </a:r>
            <a:endParaRPr kumimoji="0" lang="zh-TW" altLang="en-US" sz="2000" dirty="0">
              <a:latin typeface="微軟正黑體"/>
              <a:ea typeface="微軟正黑體"/>
              <a:cs typeface="Lucida Sans Unicode"/>
            </a:endParaRPr>
          </a:p>
          <a:p>
            <a:pPr indent="-255270"/>
            <a:endParaRPr kumimoji="0" lang="zh-TW" altLang="en-US" dirty="0">
              <a:ea typeface="微軟正黑體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59884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內容版面配置區 1">
            <a:extLst>
              <a:ext uri="{FF2B5EF4-FFF2-40B4-BE49-F238E27FC236}">
                <a16:creationId xmlns:a16="http://schemas.microsoft.com/office/drawing/2014/main" id="{579A2C28-2585-E1D4-0E17-22E17DD10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412"/>
            <a:ext cx="8229600" cy="3394075"/>
          </a:xfrm>
        </p:spPr>
        <p:txBody>
          <a:bodyPr/>
          <a:lstStyle/>
          <a:p>
            <a:pPr marL="109855" indent="0">
              <a:buNone/>
            </a:pPr>
            <a:r>
              <a:rPr lang="zh-TW" altLang="en-US" dirty="0">
                <a:ea typeface="微軟正黑體"/>
                <a:cs typeface="Lucida Sans Unicode"/>
              </a:rPr>
              <a:t> </a:t>
            </a:r>
            <a:endParaRPr lang="zh-TW" dirty="0">
              <a:ea typeface="微軟正黑體"/>
              <a:cs typeface="Lucida Sans Unicode"/>
            </a:endParaRPr>
          </a:p>
          <a:p>
            <a:pPr indent="-255270"/>
            <a:r>
              <a:rPr lang="zh-TW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況且我們的軟弱有聖靈幫助，我們本不曉得當怎樣</a:t>
            </a:r>
            <a:r>
              <a:rPr lang="zh-TW" sz="1800">
                <a:solidFill>
                  <a:srgbClr val="FF0000"/>
                </a:solidFill>
                <a:latin typeface="PingFang TC"/>
                <a:ea typeface="微軟正黑體"/>
                <a:cs typeface="Lucida Sans Unicode"/>
              </a:rPr>
              <a:t>禱告</a:t>
            </a:r>
            <a:r>
              <a:rPr lang="zh-TW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，只是聖靈親自用說不出來的歎息替我們</a:t>
            </a:r>
            <a:r>
              <a:rPr lang="zh-TW" sz="1800">
                <a:solidFill>
                  <a:srgbClr val="FF0000"/>
                </a:solidFill>
                <a:latin typeface="PingFang TC"/>
                <a:ea typeface="微軟正黑體"/>
                <a:cs typeface="Lucida Sans Unicode"/>
              </a:rPr>
              <a:t>禱告</a:t>
            </a:r>
            <a:r>
              <a:rPr lang="zh-TW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。</a:t>
            </a:r>
            <a:r>
              <a:rPr lang="zh-TW" altLang="en-US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 羅 8:26</a:t>
            </a:r>
            <a:endParaRPr lang="zh-TW" altLang="en-US" dirty="0">
              <a:ea typeface="微軟正黑體"/>
              <a:cs typeface="Lucida Sans Unicode"/>
            </a:endParaRPr>
          </a:p>
          <a:p>
            <a:pPr indent="-255270"/>
            <a:r>
              <a:rPr lang="zh-TW" altLang="en-US" sz="1800">
                <a:solidFill>
                  <a:srgbClr val="FF0000"/>
                </a:solidFill>
                <a:latin typeface="PingFang TC"/>
                <a:ea typeface="微軟正黑體"/>
                <a:cs typeface="Lucida Sans Unicode"/>
              </a:rPr>
              <a:t>說方言的，是造就自己</a:t>
            </a:r>
            <a:r>
              <a:rPr lang="zh-TW" altLang="en-US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；作先知講道的，乃是造就教會。 </a:t>
            </a:r>
            <a:r>
              <a:rPr lang="zh-TW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林前</a:t>
            </a:r>
            <a:r>
              <a:rPr lang="zh-TW" altLang="en-US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 </a:t>
            </a:r>
            <a:r>
              <a:rPr lang="zh-TW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14:4 </a:t>
            </a:r>
            <a:endParaRPr lang="zh-TW" altLang="en-US" sz="1800" dirty="0">
              <a:solidFill>
                <a:srgbClr val="000050"/>
              </a:solidFill>
              <a:latin typeface="PingFang TC"/>
              <a:ea typeface="微軟正黑體"/>
              <a:cs typeface="Lucida Sans Unicode"/>
            </a:endParaRPr>
          </a:p>
          <a:p>
            <a:pPr indent="-255270"/>
            <a:r>
              <a:rPr lang="en-US" altLang="zh-TW" sz="1800" dirty="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所以那說方言的，就當求著能翻出來。</a:t>
            </a:r>
            <a:r>
              <a:rPr lang="en-US" sz="1800" dirty="0">
                <a:solidFill>
                  <a:srgbClr val="FF0000"/>
                </a:solidFill>
                <a:latin typeface="PingFang TC"/>
                <a:ea typeface="微軟正黑體"/>
                <a:cs typeface="Lucida Sans Unicode"/>
              </a:rPr>
              <a:t>我若用方言禱告，是我的靈禱告</a:t>
            </a:r>
            <a:r>
              <a:rPr lang="en-US" sz="1800" dirty="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，但我的悟性沒有果效。這卻怎麼樣呢？我要用靈禱告，也要用悟性禱告；我要用靈歌唱，也要用悟性歌唱。不然，你用靈祝謝，那在座不通方言的人，既然不明白你的話，怎能在你感謝的時候說阿們呢？ </a:t>
            </a:r>
            <a:r>
              <a:rPr lang="zh-TW" altLang="en-US" sz="180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  <a:t>林前 14:13-16</a:t>
            </a:r>
            <a:endParaRPr lang="en-US" sz="1800" dirty="0">
              <a:solidFill>
                <a:srgbClr val="000050"/>
              </a:solidFill>
              <a:latin typeface="PingFang TC"/>
              <a:ea typeface="微軟正黑體"/>
              <a:cs typeface="Lucida Sans Unicode"/>
            </a:endParaRPr>
          </a:p>
          <a:p>
            <a:pPr indent="-255270"/>
            <a:r>
              <a:rPr lang="en-US" altLang="zh-TW" sz="1800" err="1">
                <a:latin typeface="PingFang TC"/>
                <a:ea typeface="微軟正黑體"/>
                <a:cs typeface="Lucida Sans Unicode"/>
              </a:rPr>
              <a:t>親愛的弟兄啊，你們卻要在至聖的真道上造就自己，</a:t>
            </a:r>
            <a:r>
              <a:rPr lang="en-US" altLang="zh-TW" sz="1800" err="1">
                <a:solidFill>
                  <a:srgbClr val="FF0000"/>
                </a:solidFill>
                <a:latin typeface="PingFang TC"/>
                <a:ea typeface="微軟正黑體"/>
                <a:cs typeface="Lucida Sans Unicode"/>
              </a:rPr>
              <a:t>在聖靈裡禱告</a:t>
            </a:r>
            <a:r>
              <a:rPr lang="en-US" altLang="zh-TW" sz="1800" dirty="0">
                <a:latin typeface="PingFang TC"/>
                <a:ea typeface="微軟正黑體"/>
                <a:cs typeface="Lucida Sans Unicode"/>
              </a:rPr>
              <a:t> </a:t>
            </a:r>
            <a:r>
              <a:rPr lang="en-US" sz="1800" dirty="0">
                <a:solidFill>
                  <a:srgbClr val="000050"/>
                </a:solidFill>
                <a:latin typeface="PingFang TC"/>
                <a:ea typeface="微軟正黑體"/>
                <a:cs typeface="Lucida Sans Uni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猶1:20</a:t>
            </a:r>
            <a:br>
              <a:rPr lang="en-US" altLang="zh-TW" sz="1800" dirty="0">
                <a:solidFill>
                  <a:srgbClr val="000050"/>
                </a:solidFill>
                <a:latin typeface="PingFang TC"/>
                <a:ea typeface="微軟正黑體"/>
                <a:cs typeface="Lucida Sans Unicode"/>
              </a:rPr>
            </a:br>
            <a:endParaRPr lang="en-US" altLang="zh-TW" sz="1800">
              <a:solidFill>
                <a:srgbClr val="000050"/>
              </a:solidFill>
              <a:latin typeface="PingFang TC"/>
              <a:ea typeface="微軟正黑體"/>
              <a:cs typeface="Lucida Sans Unicode"/>
            </a:endParaRPr>
          </a:p>
          <a:p>
            <a:pPr indent="-255270"/>
            <a:endParaRPr lang="zh-TW" altLang="en-US" sz="1800" dirty="0">
              <a:solidFill>
                <a:srgbClr val="000050"/>
              </a:solidFill>
              <a:latin typeface="PingFang TC"/>
              <a:ea typeface="微軟正黑體"/>
              <a:cs typeface="Lucida Sans Unicode"/>
            </a:endParaRPr>
          </a:p>
          <a:p>
            <a:pPr indent="-255270"/>
            <a:endParaRPr lang="zh-TW" altLang="en-US" dirty="0">
              <a:ea typeface="微軟正黑體"/>
              <a:cs typeface="Lucida Sans Unicode"/>
            </a:endParaRPr>
          </a:p>
          <a:p>
            <a:pPr indent="-255270"/>
            <a:endParaRPr lang="zh-TW" altLang="en-US" dirty="0">
              <a:ea typeface="微軟正黑體"/>
              <a:cs typeface="Lucida Sans Unicode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5DFE7E-DA47-33C3-58EF-9DF40B8F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382600" cy="857250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>
              <a:defRPr/>
            </a:pPr>
            <a:r>
              <a:rPr lang="zh-TW" altLang="en-US">
                <a:ea typeface="微軟正黑體"/>
                <a:cs typeface="Lucida Sans Unicode"/>
              </a:rPr>
              <a:t>補充  </a:t>
            </a:r>
            <a:r>
              <a:rPr lang="zh-TW" sz="2800" b="0">
                <a:solidFill>
                  <a:srgbClr val="000000"/>
                </a:solidFill>
                <a:ea typeface="微軟正黑體"/>
                <a:cs typeface="Lucida Sans Unicode"/>
              </a:rPr>
              <a:t>聖靈 / 方言禱告</a:t>
            </a:r>
            <a:r>
              <a:rPr lang="zh-TW" sz="2700" b="0">
                <a:solidFill>
                  <a:srgbClr val="000000"/>
                </a:solidFill>
                <a:ea typeface="微軟正黑體"/>
                <a:cs typeface="Lucida Sans Unicode"/>
              </a:rPr>
              <a:t> </a:t>
            </a:r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8C16B50-ECBB-D2C3-6BBF-3B749CCEE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700" y="400250"/>
            <a:ext cx="8229600" cy="3394075"/>
          </a:xfrm>
        </p:spPr>
        <p:txBody>
          <a:bodyPr/>
          <a:lstStyle/>
          <a:p>
            <a:pPr marL="109855" indent="0">
              <a:buNone/>
            </a:pPr>
            <a:r>
              <a:rPr lang="zh-TW" altLang="en-US">
                <a:ea typeface="微軟正黑體"/>
                <a:cs typeface="Lucida Sans Unicode"/>
              </a:rPr>
              <a:t>路18:13 </a:t>
            </a:r>
            <a:endParaRPr lang="zh-TW" altLang="en-US">
              <a:ea typeface="微軟正黑體" panose="020B0604030504040204" pitchFamily="34" charset="-120"/>
              <a:cs typeface="Lucida Sans Unicode"/>
            </a:endParaRPr>
          </a:p>
          <a:p>
            <a:pPr marL="109855" indent="0">
              <a:buNone/>
            </a:pPr>
            <a:r>
              <a:rPr lang="zh-TW" altLang="en-US">
                <a:ea typeface="微軟正黑體"/>
                <a:cs typeface="Lucida Sans Unicode"/>
              </a:rPr>
              <a:t>那稅吏遠遠的站著，連舉目望天也不敢，只捶著胸說：神啊，開恩可憐我這個罪人！</a:t>
            </a:r>
            <a:endParaRPr lang="zh-TW"/>
          </a:p>
          <a:p>
            <a:pPr marL="109855" indent="0">
              <a:buNone/>
            </a:pPr>
            <a:endParaRPr lang="zh-TW" altLang="en-US" dirty="0">
              <a:ea typeface="微軟正黑體"/>
              <a:cs typeface="Lucida Sans Unicode"/>
            </a:endParaRPr>
          </a:p>
          <a:p>
            <a:pPr marL="109855" indent="0">
              <a:buNone/>
            </a:pPr>
            <a:r>
              <a:rPr lang="en-US" dirty="0">
                <a:cs typeface="Lucida Sans Unicode"/>
              </a:rPr>
              <a:t>太14:30 </a:t>
            </a:r>
          </a:p>
          <a:p>
            <a:pPr marL="109855" indent="0">
              <a:buNone/>
            </a:pPr>
            <a:r>
              <a:rPr lang="en-US" dirty="0" err="1">
                <a:cs typeface="Lucida Sans Unicode"/>
              </a:rPr>
              <a:t>只因見風甚大，就害怕，將要沉下去，便喊著說：主啊，救我</a:t>
            </a:r>
            <a:r>
              <a:rPr lang="en-US" dirty="0">
                <a:cs typeface="Lucida Sans Unicode"/>
              </a:rPr>
              <a:t>！</a:t>
            </a:r>
            <a:endParaRPr lang="en-US" dirty="0"/>
          </a:p>
          <a:p>
            <a:pPr marL="109855" indent="0">
              <a:buNone/>
            </a:pPr>
            <a:endParaRPr lang="en-US" dirty="0"/>
          </a:p>
          <a:p>
            <a:pPr marL="109855" indent="0" algn="r">
              <a:buNone/>
            </a:pPr>
            <a:r>
              <a:rPr lang="zh-TW" altLang="en-US">
                <a:ea typeface="微軟正黑體"/>
                <a:cs typeface="Lucida Sans Unicode"/>
              </a:rPr>
              <a:t>徒</a:t>
            </a:r>
            <a:r>
              <a:rPr lang="en-US">
                <a:cs typeface="Lucida Sans Unicode"/>
              </a:rPr>
              <a:t>2:21</a:t>
            </a:r>
            <a:r>
              <a:rPr lang="en-US" altLang="zh-TW" dirty="0">
                <a:ea typeface="微軟正黑體"/>
                <a:cs typeface="Lucida Sans Unicode"/>
              </a:rPr>
              <a:t> </a:t>
            </a:r>
            <a:r>
              <a:rPr lang="zh-TW" altLang="en-US" err="1">
                <a:ea typeface="微軟正黑體"/>
                <a:cs typeface="Lucida Sans Unicode"/>
              </a:rPr>
              <a:t>到那時候，凡求告主名的，就必得救</a:t>
            </a:r>
            <a:r>
              <a:rPr lang="en-US">
                <a:cs typeface="Lucida Sans Unicode"/>
              </a:rPr>
              <a:t>。</a:t>
            </a:r>
          </a:p>
          <a:p>
            <a:pPr marL="109855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altLang="zh-TW" dirty="0"/>
            </a:br>
            <a:endParaRPr lang="en-US" altLang="zh-TW">
              <a:ea typeface="微軟正黑體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1533800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/>
      <a:bodyPr vert="horz">
        <a:normAutofit/>
      </a:bodyPr>
      <a:lstStyle>
        <a:defPPr marL="0" indent="0">
          <a:spcBef>
            <a:spcPts val="0"/>
          </a:spcBef>
          <a:spcAft>
            <a:spcPts val="3600"/>
          </a:spcAft>
          <a:buClr>
            <a:srgbClr val="2DA2BF"/>
          </a:buClr>
          <a:buNone/>
          <a:defRPr sz="3600" b="1" dirty="0" smtClean="0">
            <a:solidFill>
              <a:srgbClr val="C00000"/>
            </a:solidFill>
            <a:latin typeface="+mn-ea"/>
            <a:cs typeface="Times New Roman" panose="02020603050405020304" pitchFamily="18" charset="0"/>
            <a:sym typeface="Wingdings"/>
          </a:defRPr>
        </a:defPPr>
      </a:lstStyle>
    </a:txDef>
  </a:objectDefaults>
  <a:extraClrSchemeLst/>
</a:theme>
</file>

<file path=ppt/theme/themeOverride1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2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3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4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1263</TotalTime>
  <Words>1453</Words>
  <Application>Microsoft Office PowerPoint</Application>
  <PresentationFormat>如螢幕大小 (16:9)</PresentationFormat>
  <Paragraphs>112</Paragraphs>
  <Slides>36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37" baseType="lpstr">
      <vt:lpstr>匯合</vt:lpstr>
      <vt:lpstr>PowerPoint 簡報</vt:lpstr>
      <vt:lpstr>PowerPoint 簡報</vt:lpstr>
      <vt:lpstr>一、什麼是禱告生活?</vt:lpstr>
      <vt:lpstr>1.禱告生活是→　　　.</vt:lpstr>
      <vt:lpstr>2.禱告生活是→　　　.</vt:lpstr>
      <vt:lpstr>3.禱告生活是→　　　.</vt:lpstr>
      <vt:lpstr>4.禱告生活是→　　　.</vt:lpstr>
      <vt:lpstr>PowerPoint 簡報</vt:lpstr>
      <vt:lpstr>1.上帝的話充滿　　　.</vt:lpstr>
      <vt:lpstr>2.以禱告　　　上帝的話</vt:lpstr>
      <vt:lpstr>3.用禱讀法禱告</vt:lpstr>
      <vt:lpstr>【讀】</vt:lpstr>
      <vt:lpstr>【禱】</vt:lpstr>
      <vt:lpstr>【讀】</vt:lpstr>
      <vt:lpstr>【禱】</vt:lpstr>
      <vt:lpstr>PowerPoint 簡報</vt:lpstr>
      <vt:lpstr>PowerPoint 簡報</vt:lpstr>
      <vt:lpstr>PowerPoint 簡報</vt:lpstr>
      <vt:lpstr>3.經歷　　　的生命</vt:lpstr>
      <vt:lpstr>PowerPoint 簡報</vt:lpstr>
      <vt:lpstr>5.擴張生命的　　　.</vt:lpstr>
      <vt:lpstr>PowerPoint 簡報</vt:lpstr>
      <vt:lpstr>四、成為代禱者</vt:lpstr>
      <vt:lpstr>PowerPoint 簡報</vt:lpstr>
      <vt:lpstr>PowerPoint 簡報</vt:lpstr>
      <vt:lpstr>3.代禱是　　　　　.</vt:lpstr>
      <vt:lpstr>4.我要成為　　　　　.</vt:lpstr>
      <vt:lpstr>PowerPoint 簡報</vt:lpstr>
      <vt:lpstr>石心變為　　　.</vt:lpstr>
      <vt:lpstr>禱告　　　　.</vt:lpstr>
      <vt:lpstr>　　　魔鬼的作為.</vt:lpstr>
      <vt:lpstr>被聖靈　　　　.</vt:lpstr>
      <vt:lpstr>討論題目：</vt:lpstr>
      <vt:lpstr>補充 主禱文</vt:lpstr>
      <vt:lpstr>補充  聖靈 / 方言禱告 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APPLE</dc:creator>
  <cp:lastModifiedBy>Walter Lu</cp:lastModifiedBy>
  <cp:revision>205</cp:revision>
  <dcterms:created xsi:type="dcterms:W3CDTF">2019-09-19T01:44:22Z</dcterms:created>
  <dcterms:modified xsi:type="dcterms:W3CDTF">2024-11-10T01:45:31Z</dcterms:modified>
</cp:coreProperties>
</file>